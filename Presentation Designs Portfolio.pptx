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b" ContentType="application/vnd.ms-excel.sheet.binary.macroEnabled.12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charts/chart4.xml" ContentType="application/vnd.openxmlformats-officedocument.drawingml.chart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6" r:id="rId2"/>
    <p:sldId id="272" r:id="rId3"/>
    <p:sldId id="271" r:id="rId4"/>
    <p:sldId id="279" r:id="rId5"/>
    <p:sldId id="280" r:id="rId6"/>
    <p:sldId id="275" r:id="rId7"/>
    <p:sldId id="278" r:id="rId8"/>
    <p:sldId id="281" r:id="rId9"/>
    <p:sldId id="268" r:id="rId10"/>
    <p:sldId id="269" r:id="rId11"/>
    <p:sldId id="270" r:id="rId12"/>
    <p:sldId id="273" r:id="rId13"/>
    <p:sldId id="274" r:id="rId14"/>
    <p:sldId id="277" r:id="rId15"/>
    <p:sldId id="276" r:id="rId16"/>
    <p:sldId id="267" r:id="rId17"/>
  </p:sldIdLst>
  <p:sldSz cx="12192000" cy="6858000"/>
  <p:notesSz cx="6858000" cy="12192000"/>
  <p:custDataLst>
    <p:tags r:id="rId20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4E54"/>
    <a:srgbClr val="0E444A"/>
    <a:srgbClr val="197D88"/>
    <a:srgbClr val="6AD8E4"/>
    <a:srgbClr val="73D2CB"/>
    <a:srgbClr val="1026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5611"/>
    <p:restoredTop sz="94744" autoAdjust="0"/>
  </p:normalViewPr>
  <p:slideViewPr>
    <p:cSldViewPr snapToGrid="0" snapToObjects="1">
      <p:cViewPr>
        <p:scale>
          <a:sx n="75" d="100"/>
          <a:sy n="75" d="100"/>
        </p:scale>
        <p:origin x="946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.xlsb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2.xlsb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3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4602639707947207E-2"/>
          <c:y val="6.6157760814249358E-2"/>
          <c:w val="0.97079472058410554"/>
          <c:h val="0.86768447837150131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</c:spPr>
          <c:invertIfNegative val="0"/>
          <c:val>
            <c:numRef>
              <c:f>Sheet1!$A$1:$J$1</c:f>
              <c:numCache>
                <c:formatCode>General</c:formatCode>
                <c:ptCount val="10"/>
                <c:pt idx="0">
                  <c:v>25345.985872258701</c:v>
                </c:pt>
                <c:pt idx="1">
                  <c:v>39345.985872258701</c:v>
                </c:pt>
                <c:pt idx="2">
                  <c:v>55357.805310593809</c:v>
                </c:pt>
                <c:pt idx="3">
                  <c:v>85290.200006993065</c:v>
                </c:pt>
                <c:pt idx="4">
                  <c:v>110586.20958566725</c:v>
                </c:pt>
                <c:pt idx="5">
                  <c:v>127555.12082457269</c:v>
                </c:pt>
                <c:pt idx="6">
                  <c:v>145653.10395762781</c:v>
                </c:pt>
                <c:pt idx="7">
                  <c:v>165755.15563738628</c:v>
                </c:pt>
                <c:pt idx="8">
                  <c:v>177943.40105439891</c:v>
                </c:pt>
                <c:pt idx="9">
                  <c:v>181502.2690754869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2B8-4BE0-99FD-B51D6E8128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overlap val="100"/>
        <c:axId val="956096959"/>
        <c:axId val="1"/>
      </c:barChart>
      <c:catAx>
        <c:axId val="956096959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81502.2690754869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956096959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4602639707947207E-2"/>
          <c:y val="5.6706652126499453E-2"/>
          <c:w val="0.97079472058410554"/>
          <c:h val="0.88658669574700111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2"/>
            </a:solidFill>
            <a:ln>
              <a:noFill/>
            </a:ln>
          </c:spPr>
          <c:invertIfNegative val="0"/>
          <c:val>
            <c:numRef>
              <c:f>Sheet1!$A$1:$J$1</c:f>
              <c:numCache>
                <c:formatCode>General</c:formatCode>
                <c:ptCount val="10"/>
                <c:pt idx="0">
                  <c:v>55.000000000000007</c:v>
                </c:pt>
                <c:pt idx="1">
                  <c:v>37</c:v>
                </c:pt>
                <c:pt idx="2">
                  <c:v>28.000000000000004</c:v>
                </c:pt>
                <c:pt idx="3">
                  <c:v>55.000000000000007</c:v>
                </c:pt>
                <c:pt idx="4">
                  <c:v>63</c:v>
                </c:pt>
                <c:pt idx="5">
                  <c:v>38</c:v>
                </c:pt>
                <c:pt idx="6">
                  <c:v>72</c:v>
                </c:pt>
                <c:pt idx="7">
                  <c:v>55.000000000000007</c:v>
                </c:pt>
                <c:pt idx="8">
                  <c:v>18.333333333333361</c:v>
                </c:pt>
                <c:pt idx="9">
                  <c:v>20.000000000000028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29A-4F76-A7B0-3738CDBEC2C7}"/>
            </c:ext>
          </c:extLst>
        </c:ser>
        <c:ser>
          <c:idx val="1"/>
          <c:order val="1"/>
          <c:spPr>
            <a:solidFill>
              <a:schemeClr val="accent1"/>
            </a:solidFill>
            <a:ln>
              <a:noFill/>
            </a:ln>
          </c:spPr>
          <c:invertIfNegative val="0"/>
          <c:val>
            <c:numRef>
              <c:f>Sheet1!$A$2:$J$2</c:f>
              <c:numCache>
                <c:formatCode>General</c:formatCode>
                <c:ptCount val="10"/>
                <c:pt idx="0">
                  <c:v>44.999999999999993</c:v>
                </c:pt>
                <c:pt idx="1">
                  <c:v>63</c:v>
                </c:pt>
                <c:pt idx="2">
                  <c:v>72</c:v>
                </c:pt>
                <c:pt idx="3">
                  <c:v>44.999999999999993</c:v>
                </c:pt>
                <c:pt idx="4">
                  <c:v>37</c:v>
                </c:pt>
                <c:pt idx="5">
                  <c:v>62</c:v>
                </c:pt>
                <c:pt idx="6">
                  <c:v>28</c:v>
                </c:pt>
                <c:pt idx="7">
                  <c:v>44.999999999999993</c:v>
                </c:pt>
                <c:pt idx="8">
                  <c:v>81.666666666666643</c:v>
                </c:pt>
                <c:pt idx="9">
                  <c:v>79.999999999999972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29A-4F76-A7B0-3738CDBEC2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overlap val="100"/>
        <c:axId val="956107631"/>
        <c:axId val="1"/>
      </c:barChart>
      <c:catAx>
        <c:axId val="95610763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956107631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1507150715071511E-3"/>
          <c:y val="6.3569682151589244E-2"/>
          <c:w val="0.98569856985698567"/>
          <c:h val="0.87286063569682149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2"/>
            </a:solidFill>
            <a:ln>
              <a:noFill/>
            </a:ln>
          </c:spPr>
          <c:invertIfNegative val="0"/>
          <c:val>
            <c:numRef>
              <c:f>Sheet1!$A$1:$J$1</c:f>
              <c:numCache>
                <c:formatCode>General</c:formatCode>
                <c:ptCount val="10"/>
                <c:pt idx="0">
                  <c:v>6457.6515300341998</c:v>
                </c:pt>
                <c:pt idx="1">
                  <c:v>2623.0657248172479</c:v>
                </c:pt>
                <c:pt idx="2">
                  <c:v>4613.1504425494877</c:v>
                </c:pt>
                <c:pt idx="3">
                  <c:v>8529.0200006993146</c:v>
                </c:pt>
                <c:pt idx="4">
                  <c:v>12901.724451661195</c:v>
                </c:pt>
                <c:pt idx="5">
                  <c:v>17007.34944327638</c:v>
                </c:pt>
                <c:pt idx="6">
                  <c:v>21847.965593644203</c:v>
                </c:pt>
                <c:pt idx="7">
                  <c:v>27625.85927289776</c:v>
                </c:pt>
                <c:pt idx="8">
                  <c:v>32622.956859973183</c:v>
                </c:pt>
                <c:pt idx="9">
                  <c:v>36300.453815097433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829-4D4B-84B2-18EA34EEFF0E}"/>
            </c:ext>
          </c:extLst>
        </c:ser>
        <c:ser>
          <c:idx val="1"/>
          <c:order val="1"/>
          <c:spPr>
            <a:solidFill>
              <a:schemeClr val="accent1"/>
            </a:solidFill>
            <a:ln>
              <a:noFill/>
            </a:ln>
          </c:spPr>
          <c:invertIfNegative val="0"/>
          <c:val>
            <c:numRef>
              <c:f>Sheet1!$A$2:$J$2</c:f>
              <c:numCache>
                <c:formatCode>General</c:formatCode>
                <c:ptCount val="10"/>
                <c:pt idx="0">
                  <c:v>18695.3790706498</c:v>
                </c:pt>
                <c:pt idx="1">
                  <c:v>36722.920147441451</c:v>
                </c:pt>
                <c:pt idx="2">
                  <c:v>50744.654868044323</c:v>
                </c:pt>
                <c:pt idx="3">
                  <c:v>76761.180006293755</c:v>
                </c:pt>
                <c:pt idx="4">
                  <c:v>97684.485134006056</c:v>
                </c:pt>
                <c:pt idx="5">
                  <c:v>110547.7713812963</c:v>
                </c:pt>
                <c:pt idx="6">
                  <c:v>123805.13836398361</c:v>
                </c:pt>
                <c:pt idx="7">
                  <c:v>138129.29636448852</c:v>
                </c:pt>
                <c:pt idx="8">
                  <c:v>145320.44419442574</c:v>
                </c:pt>
                <c:pt idx="9">
                  <c:v>145201.81526038947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829-4D4B-84B2-18EA34EEFF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100"/>
        <c:axId val="1675179759"/>
        <c:axId val="1"/>
      </c:barChart>
      <c:catAx>
        <c:axId val="1675179759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81502.2690754869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675179759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1526822558459421E-3"/>
          <c:y val="0.19230769230769232"/>
          <c:w val="0.98569463548830816"/>
          <c:h val="0.67513736263736268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8E62-4F7C-B5C3-DD511B63074E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8E62-4F7C-B5C3-DD511B63074E}"/>
              </c:ext>
            </c:extLst>
          </c:dPt>
          <c:dLbls>
            <c:dLbl>
              <c:idx val="0"/>
              <c:layout>
                <c:manualLayout>
                  <c:x val="0"/>
                  <c:y val="-9.2032967032967039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8E62-4F7C-B5C3-DD511B63074E}"/>
                </c:ext>
              </c:extLst>
            </c:dLbl>
            <c:dLbl>
              <c:idx val="9"/>
              <c:layout>
                <c:manualLayout>
                  <c:x val="0"/>
                  <c:y val="-0.3976648351648351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8E62-4F7C-B5C3-DD511B63074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Sheet1!$A$1:$J$1</c:f>
              <c:numCache>
                <c:formatCode>General</c:formatCode>
                <c:ptCount val="10"/>
                <c:pt idx="0">
                  <c:v>55</c:v>
                </c:pt>
                <c:pt idx="1">
                  <c:v>55</c:v>
                </c:pt>
                <c:pt idx="2">
                  <c:v>192.05740782598645</c:v>
                </c:pt>
                <c:pt idx="3">
                  <c:v>242.62641036843519</c:v>
                </c:pt>
                <c:pt idx="4">
                  <c:v>335.40030213124271</c:v>
                </c:pt>
                <c:pt idx="5">
                  <c:v>411.15533010896746</c:v>
                </c:pt>
                <c:pt idx="6">
                  <c:v>457.09563813500409</c:v>
                </c:pt>
                <c:pt idx="7">
                  <c:v>505.1853770037074</c:v>
                </c:pt>
                <c:pt idx="8">
                  <c:v>558.40492238073216</c:v>
                </c:pt>
                <c:pt idx="9">
                  <c:v>584.08759320193633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E62-4F7C-B5C3-DD511B63074E}"/>
            </c:ext>
          </c:extLst>
        </c:ser>
        <c:ser>
          <c:idx val="1"/>
          <c:order val="1"/>
          <c:spPr>
            <a:solidFill>
              <a:schemeClr val="accent1"/>
            </a:solidFill>
            <a:ln>
              <a:noFill/>
            </a:ln>
          </c:spPr>
          <c:invertIfNegative val="0"/>
          <c:dLbls>
            <c:dLbl>
              <c:idx val="1"/>
              <c:layout>
                <c:manualLayout>
                  <c:x val="0"/>
                  <c:y val="-0.1387362637362637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8E62-4F7C-B5C3-DD511B63074E}"/>
                </c:ext>
              </c:extLst>
            </c:dLbl>
            <c:dLbl>
              <c:idx val="2"/>
              <c:layout>
                <c:manualLayout>
                  <c:x val="0"/>
                  <c:y val="-8.8598901098901103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8E62-4F7C-B5C3-DD511B63074E}"/>
                </c:ext>
              </c:extLst>
            </c:dLbl>
            <c:dLbl>
              <c:idx val="3"/>
              <c:layout>
                <c:manualLayout>
                  <c:x val="0"/>
                  <c:y val="-0.1133241758241758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8E62-4F7C-B5C3-DD511B63074E}"/>
                </c:ext>
              </c:extLst>
            </c:dLbl>
            <c:dLbl>
              <c:idx val="4"/>
              <c:layout>
                <c:manualLayout>
                  <c:x val="0"/>
                  <c:y val="-0.1037087912087912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8E62-4F7C-B5C3-DD511B63074E}"/>
                </c:ext>
              </c:extLst>
            </c:dLbl>
            <c:dLbl>
              <c:idx val="5"/>
              <c:layout>
                <c:manualLayout>
                  <c:x val="0"/>
                  <c:y val="-8.5851648351648352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  <a:sym typeface="+mn-lt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8E62-4F7C-B5C3-DD511B63074E}"/>
                </c:ext>
              </c:extLst>
            </c:dLbl>
            <c:dLbl>
              <c:idx val="6"/>
              <c:layout>
                <c:manualLayout>
                  <c:x val="0"/>
                  <c:y val="-8.7225274725274721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8-8E62-4F7C-B5C3-DD511B63074E}"/>
                </c:ext>
              </c:extLst>
            </c:dLbl>
            <c:dLbl>
              <c:idx val="7"/>
              <c:layout>
                <c:manualLayout>
                  <c:x val="0"/>
                  <c:y val="-9.0659340659340656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9-8E62-4F7C-B5C3-DD511B63074E}"/>
                </c:ext>
              </c:extLst>
            </c:dLbl>
            <c:dLbl>
              <c:idx val="8"/>
              <c:layout>
                <c:manualLayout>
                  <c:x val="0"/>
                  <c:y val="-7.486263736263736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A-8E62-4F7C-B5C3-DD511B63074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Sheet1!$A$2:$J$2</c:f>
              <c:numCache>
                <c:formatCode>General</c:formatCode>
                <c:ptCount val="10"/>
                <c:pt idx="1">
                  <c:v>137.05740782598645</c:v>
                </c:pt>
                <c:pt idx="2">
                  <c:v>50.569002542448771</c:v>
                </c:pt>
                <c:pt idx="3">
                  <c:v>92.773891762807523</c:v>
                </c:pt>
                <c:pt idx="4">
                  <c:v>75.755027977724808</c:v>
                </c:pt>
                <c:pt idx="5">
                  <c:v>45.940308026036689</c:v>
                </c:pt>
                <c:pt idx="6">
                  <c:v>48.08973886870325</c:v>
                </c:pt>
                <c:pt idx="7">
                  <c:v>53.219545377024758</c:v>
                </c:pt>
                <c:pt idx="8">
                  <c:v>25.682670821204169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8E62-4F7C-B5C3-DD511B6307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100"/>
        <c:axId val="640665839"/>
        <c:axId val="1"/>
      </c:barChart>
      <c:catAx>
        <c:axId val="640665839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584.08759320193633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640665839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DB68FB-7A45-9EBF-E703-17007AA9D76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D1A0D5-05F4-E188-F93E-4E38C799C4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D49DF5-321A-414B-AFD2-D0AC88B44FD1}" type="datetimeFigureOut">
              <a:rPr lang="en-IN" smtClean="0"/>
              <a:t>39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2461D7-D27E-A099-3931-8AB63AA67EF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FBE2C0-25DC-9396-1857-0E2BB13A072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55B265-5552-4B74-8E19-33FD6429C3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161709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336014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2.jpeg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1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5" Type="http://schemas.openxmlformats.org/officeDocument/2006/relationships/image" Target="../media/image4.jpg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thinkcell data - do not delete" hidden="1">
            <a:extLst>
              <a:ext uri="{FF2B5EF4-FFF2-40B4-BE49-F238E27FC236}">
                <a16:creationId xmlns:a16="http://schemas.microsoft.com/office/drawing/2014/main" id="{EA26DB45-6671-170B-3503-1014A495C431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901064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473" imgH="473" progId="TCLayout.ActiveDocument.1">
                  <p:embed/>
                </p:oleObj>
              </mc:Choice>
              <mc:Fallback>
                <p:oleObj name="thinkcell Slide" r:id="rId3" imgW="473" imgH="473" progId="TCLayout.ActiveDocument.1">
                  <p:embed/>
                  <p:pic>
                    <p:nvPicPr>
                      <p:cNvPr id="21" name="thinkcell data - do not delete" hidden="1">
                        <a:extLst>
                          <a:ext uri="{FF2B5EF4-FFF2-40B4-BE49-F238E27FC236}">
                            <a16:creationId xmlns:a16="http://schemas.microsoft.com/office/drawing/2014/main" id="{EA26DB45-6671-170B-3503-1014A495C4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D11A3E17-9364-34B1-4174-4CC859B0AE20}"/>
              </a:ext>
            </a:extLst>
          </p:cNvPr>
          <p:cNvSpPr/>
          <p:nvPr userDrawn="1"/>
        </p:nvSpPr>
        <p:spPr>
          <a:xfrm>
            <a:off x="7372991" y="0"/>
            <a:ext cx="4819009" cy="6399523"/>
          </a:xfrm>
          <a:custGeom>
            <a:avLst/>
            <a:gdLst>
              <a:gd name="csX0" fmla="*/ 902311 w 4819009"/>
              <a:gd name="csY0" fmla="*/ 0 h 6399523"/>
              <a:gd name="csX1" fmla="*/ 4819009 w 4819009"/>
              <a:gd name="csY1" fmla="*/ 0 h 6399523"/>
              <a:gd name="csX2" fmla="*/ 4819009 w 4819009"/>
              <a:gd name="csY2" fmla="*/ 5870781 h 6399523"/>
              <a:gd name="csX3" fmla="*/ 4716989 w 4819009"/>
              <a:gd name="csY3" fmla="*/ 5944008 h 6399523"/>
              <a:gd name="csX4" fmla="*/ 3194365 w 4819009"/>
              <a:gd name="csY4" fmla="*/ 6399523 h 6399523"/>
              <a:gd name="csX5" fmla="*/ 0 w 4819009"/>
              <a:gd name="csY5" fmla="*/ 2625413 h 6399523"/>
              <a:gd name="csX6" fmla="*/ 729438 w 4819009"/>
              <a:gd name="csY6" fmla="*/ 224729 h 63995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819009" h="6399523">
                <a:moveTo>
                  <a:pt x="902311" y="0"/>
                </a:moveTo>
                <a:lnTo>
                  <a:pt x="4819009" y="0"/>
                </a:lnTo>
                <a:lnTo>
                  <a:pt x="4819009" y="5870781"/>
                </a:lnTo>
                <a:lnTo>
                  <a:pt x="4716989" y="5944008"/>
                </a:lnTo>
                <a:cubicBezTo>
                  <a:pt x="4264369" y="6234511"/>
                  <a:pt x="3745677" y="6399523"/>
                  <a:pt x="3194365" y="6399523"/>
                </a:cubicBezTo>
                <a:cubicBezTo>
                  <a:pt x="1430166" y="6399523"/>
                  <a:pt x="0" y="4709796"/>
                  <a:pt x="0" y="2625413"/>
                </a:cubicBezTo>
                <a:cubicBezTo>
                  <a:pt x="0" y="1713496"/>
                  <a:pt x="273743" y="877118"/>
                  <a:pt x="729438" y="224729"/>
                </a:cubicBezTo>
                <a:close/>
              </a:path>
            </a:pathLst>
          </a:custGeom>
          <a:blipFill>
            <a:blip r:embed="rId5"/>
            <a:srcRect/>
            <a:stretch>
              <a:fillRect t="-23102" r="-9446" b="-52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E6F4262-1657-947D-DA53-BD556BB102D1}"/>
              </a:ext>
            </a:extLst>
          </p:cNvPr>
          <p:cNvSpPr/>
          <p:nvPr userDrawn="1"/>
        </p:nvSpPr>
        <p:spPr>
          <a:xfrm rot="20281273">
            <a:off x="7518519" y="-175615"/>
            <a:ext cx="3425653" cy="7334335"/>
          </a:xfrm>
          <a:custGeom>
            <a:avLst/>
            <a:gdLst>
              <a:gd name="csX0" fmla="*/ 3425653 w 3425653"/>
              <a:gd name="csY0" fmla="*/ 7333873 h 7334335"/>
              <a:gd name="csX1" fmla="*/ 3425466 w 3425653"/>
              <a:gd name="csY1" fmla="*/ 7334335 h 7334335"/>
              <a:gd name="csX2" fmla="*/ 3423488 w 3425653"/>
              <a:gd name="csY2" fmla="*/ 7333479 h 7334335"/>
              <a:gd name="csX3" fmla="*/ 2886040 w 3425653"/>
              <a:gd name="csY3" fmla="*/ 375475 h 7334335"/>
              <a:gd name="csX4" fmla="*/ 2765295 w 3425653"/>
              <a:gd name="csY4" fmla="*/ 403277 h 7334335"/>
              <a:gd name="csX5" fmla="*/ 269508 w 3425653"/>
              <a:gd name="csY5" fmla="*/ 2335944 h 7334335"/>
              <a:gd name="csX6" fmla="*/ 200725 w 3425653"/>
              <a:gd name="csY6" fmla="*/ 2478473 h 7334335"/>
              <a:gd name="csX7" fmla="*/ 183294 w 3425653"/>
              <a:gd name="csY7" fmla="*/ 2642615 h 7334335"/>
              <a:gd name="csX8" fmla="*/ 705651 w 3425653"/>
              <a:gd name="csY8" fmla="*/ 5116875 h 7334335"/>
              <a:gd name="csX9" fmla="*/ 2023685 w 3425653"/>
              <a:gd name="csY9" fmla="*/ 6703435 h 7334335"/>
              <a:gd name="csX10" fmla="*/ 2115167 w 3425653"/>
              <a:gd name="csY10" fmla="*/ 6767357 h 7334335"/>
              <a:gd name="csX11" fmla="*/ 593292 w 3425653"/>
              <a:gd name="csY11" fmla="*/ 6108827 h 7334335"/>
              <a:gd name="csX12" fmla="*/ 545547 w 3425653"/>
              <a:gd name="csY12" fmla="*/ 6027952 h 7334335"/>
              <a:gd name="csX13" fmla="*/ 0 w 3425653"/>
              <a:gd name="csY13" fmla="*/ 3765595 h 7334335"/>
              <a:gd name="csX14" fmla="*/ 81799 w 3425653"/>
              <a:gd name="csY14" fmla="*/ 2851778 h 7334335"/>
              <a:gd name="csX15" fmla="*/ 123809 w 3425653"/>
              <a:gd name="csY15" fmla="*/ 2655065 h 7334335"/>
              <a:gd name="csX16" fmla="*/ 114886 w 3425653"/>
              <a:gd name="csY16" fmla="*/ 2676636 h 7334335"/>
              <a:gd name="csX17" fmla="*/ 137250 w 3425653"/>
              <a:gd name="csY17" fmla="*/ 2592125 h 7334335"/>
              <a:gd name="csX18" fmla="*/ 143613 w 3425653"/>
              <a:gd name="csY18" fmla="*/ 2562332 h 7334335"/>
              <a:gd name="csX19" fmla="*/ 220406 w 3425653"/>
              <a:gd name="csY19" fmla="*/ 2296557 h 7334335"/>
              <a:gd name="csX20" fmla="*/ 219435 w 3425653"/>
              <a:gd name="csY20" fmla="*/ 2302286 h 7334335"/>
              <a:gd name="csX21" fmla="*/ 216148 w 3425653"/>
              <a:gd name="csY21" fmla="*/ 2333238 h 7334335"/>
              <a:gd name="csX22" fmla="*/ 277695 w 3425653"/>
              <a:gd name="csY22" fmla="*/ 2159093 h 7334335"/>
              <a:gd name="csX23" fmla="*/ 1852608 w 3425653"/>
              <a:gd name="csY23" fmla="*/ 64991 h 7334335"/>
              <a:gd name="csX24" fmla="*/ 1955715 w 3425653"/>
              <a:gd name="csY24" fmla="*/ 0 h 73343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</a:cxnLst>
            <a:rect l="l" t="t" r="r" b="b"/>
            <a:pathLst>
              <a:path w="3425653" h="7334335">
                <a:moveTo>
                  <a:pt x="3425653" y="7333873"/>
                </a:moveTo>
                <a:lnTo>
                  <a:pt x="3425466" y="7334335"/>
                </a:lnTo>
                <a:lnTo>
                  <a:pt x="3423488" y="7333479"/>
                </a:lnTo>
                <a:close/>
                <a:moveTo>
                  <a:pt x="2886040" y="375475"/>
                </a:moveTo>
                <a:lnTo>
                  <a:pt x="2765295" y="403277"/>
                </a:lnTo>
                <a:cubicBezTo>
                  <a:pt x="1650579" y="692587"/>
                  <a:pt x="749199" y="1418085"/>
                  <a:pt x="269508" y="2335944"/>
                </a:cubicBezTo>
                <a:lnTo>
                  <a:pt x="200725" y="2478473"/>
                </a:lnTo>
                <a:lnTo>
                  <a:pt x="183294" y="2642615"/>
                </a:lnTo>
                <a:cubicBezTo>
                  <a:pt x="130145" y="3446400"/>
                  <a:pt x="296389" y="4312131"/>
                  <a:pt x="705651" y="5116875"/>
                </a:cubicBezTo>
                <a:cubicBezTo>
                  <a:pt x="1043291" y="5780788"/>
                  <a:pt x="1503072" y="6318120"/>
                  <a:pt x="2023685" y="6703435"/>
                </a:cubicBezTo>
                <a:lnTo>
                  <a:pt x="2115167" y="6767357"/>
                </a:lnTo>
                <a:lnTo>
                  <a:pt x="593292" y="6108827"/>
                </a:lnTo>
                <a:lnTo>
                  <a:pt x="545547" y="6027952"/>
                </a:lnTo>
                <a:cubicBezTo>
                  <a:pt x="201117" y="5382149"/>
                  <a:pt x="0" y="4603622"/>
                  <a:pt x="0" y="3765595"/>
                </a:cubicBezTo>
                <a:cubicBezTo>
                  <a:pt x="0" y="3451334"/>
                  <a:pt x="28282" y="3145442"/>
                  <a:pt x="81799" y="2851778"/>
                </a:cubicBezTo>
                <a:lnTo>
                  <a:pt x="123809" y="2655065"/>
                </a:lnTo>
                <a:lnTo>
                  <a:pt x="114886" y="2676636"/>
                </a:lnTo>
                <a:lnTo>
                  <a:pt x="137250" y="2592125"/>
                </a:lnTo>
                <a:lnTo>
                  <a:pt x="143613" y="2562332"/>
                </a:lnTo>
                <a:lnTo>
                  <a:pt x="220406" y="2296557"/>
                </a:lnTo>
                <a:lnTo>
                  <a:pt x="219435" y="2302286"/>
                </a:lnTo>
                <a:lnTo>
                  <a:pt x="216148" y="2333238"/>
                </a:lnTo>
                <a:lnTo>
                  <a:pt x="277695" y="2159093"/>
                </a:lnTo>
                <a:cubicBezTo>
                  <a:pt x="618992" y="1252451"/>
                  <a:pt x="1185867" y="530753"/>
                  <a:pt x="1852608" y="64991"/>
                </a:cubicBezTo>
                <a:lnTo>
                  <a:pt x="1955715" y="0"/>
                </a:lnTo>
                <a:close/>
              </a:path>
            </a:pathLst>
          </a:custGeom>
          <a:gradFill flip="none" rotWithShape="1">
            <a:gsLst>
              <a:gs pos="0">
                <a:schemeClr val="accent2">
                  <a:lumMod val="40000"/>
                  <a:lumOff val="60000"/>
                </a:schemeClr>
              </a:gs>
              <a:gs pos="100000">
                <a:schemeClr val="accent2">
                  <a:lumMod val="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IN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F3CDF35C-5E78-7CF1-96DF-8B0750CECD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2993511"/>
            <a:ext cx="5688012" cy="677108"/>
          </a:xfrm>
          <a:prstGeom prst="rect">
            <a:avLst/>
          </a:prstGeom>
        </p:spPr>
        <p:txBody>
          <a:bodyPr vert="horz" lIns="0" tIns="0" rIns="0" bIns="0" anchor="b">
            <a:spAutoFit/>
          </a:bodyPr>
          <a:lstStyle>
            <a:lvl1pPr algn="l">
              <a:defRPr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Heading</a:t>
            </a:r>
            <a:endParaRPr lang="en-IN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C5C09E8-658A-A4DA-7B71-8A92EBA37FD8}"/>
              </a:ext>
            </a:extLst>
          </p:cNvPr>
          <p:cNvCxnSpPr>
            <a:cxnSpLocks/>
          </p:cNvCxnSpPr>
          <p:nvPr userDrawn="1"/>
        </p:nvCxnSpPr>
        <p:spPr>
          <a:xfrm>
            <a:off x="407988" y="3981758"/>
            <a:ext cx="1864800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2F98A19-1A2C-1A1F-839F-8191445A00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7988" y="4292897"/>
            <a:ext cx="5688011" cy="492443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Sub-heading</a:t>
            </a:r>
            <a:endParaRPr lang="en-IN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BE147A-6B58-991D-B1B1-BF93BCFD55C6}"/>
              </a:ext>
            </a:extLst>
          </p:cNvPr>
          <p:cNvSpPr/>
          <p:nvPr userDrawn="1"/>
        </p:nvSpPr>
        <p:spPr>
          <a:xfrm>
            <a:off x="7372991" y="1"/>
            <a:ext cx="4819009" cy="6399523"/>
          </a:xfrm>
          <a:custGeom>
            <a:avLst/>
            <a:gdLst>
              <a:gd name="csX0" fmla="*/ 902311 w 4819009"/>
              <a:gd name="csY0" fmla="*/ 0 h 6399523"/>
              <a:gd name="csX1" fmla="*/ 4819009 w 4819009"/>
              <a:gd name="csY1" fmla="*/ 0 h 6399523"/>
              <a:gd name="csX2" fmla="*/ 4819009 w 4819009"/>
              <a:gd name="csY2" fmla="*/ 5870781 h 6399523"/>
              <a:gd name="csX3" fmla="*/ 4716989 w 4819009"/>
              <a:gd name="csY3" fmla="*/ 5944008 h 6399523"/>
              <a:gd name="csX4" fmla="*/ 3194365 w 4819009"/>
              <a:gd name="csY4" fmla="*/ 6399523 h 6399523"/>
              <a:gd name="csX5" fmla="*/ 0 w 4819009"/>
              <a:gd name="csY5" fmla="*/ 2625413 h 6399523"/>
              <a:gd name="csX6" fmla="*/ 729438 w 4819009"/>
              <a:gd name="csY6" fmla="*/ 224729 h 63995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819009" h="6399523">
                <a:moveTo>
                  <a:pt x="902311" y="0"/>
                </a:moveTo>
                <a:lnTo>
                  <a:pt x="4819009" y="0"/>
                </a:lnTo>
                <a:lnTo>
                  <a:pt x="4819009" y="5870781"/>
                </a:lnTo>
                <a:lnTo>
                  <a:pt x="4716989" y="5944008"/>
                </a:lnTo>
                <a:cubicBezTo>
                  <a:pt x="4264369" y="6234511"/>
                  <a:pt x="3745677" y="6399523"/>
                  <a:pt x="3194365" y="6399523"/>
                </a:cubicBezTo>
                <a:cubicBezTo>
                  <a:pt x="1430166" y="6399523"/>
                  <a:pt x="0" y="4709796"/>
                  <a:pt x="0" y="2625413"/>
                </a:cubicBezTo>
                <a:cubicBezTo>
                  <a:pt x="0" y="1713496"/>
                  <a:pt x="273743" y="877118"/>
                  <a:pt x="729438" y="224729"/>
                </a:cubicBezTo>
                <a:close/>
              </a:path>
            </a:pathLst>
          </a:custGeom>
          <a:solidFill>
            <a:schemeClr val="accent1">
              <a:alpha val="1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18805AE4-A4B3-6E71-15E3-674E08F80B5A}"/>
              </a:ext>
            </a:extLst>
          </p:cNvPr>
          <p:cNvSpPr/>
          <p:nvPr userDrawn="1"/>
        </p:nvSpPr>
        <p:spPr>
          <a:xfrm>
            <a:off x="8356570" y="3822839"/>
            <a:ext cx="3835430" cy="3035163"/>
          </a:xfrm>
          <a:custGeom>
            <a:avLst/>
            <a:gdLst>
              <a:gd name="csX0" fmla="*/ 3835430 w 3835430"/>
              <a:gd name="csY0" fmla="*/ 0 h 3035163"/>
              <a:gd name="csX1" fmla="*/ 3835430 w 3835430"/>
              <a:gd name="csY1" fmla="*/ 3035163 h 3035163"/>
              <a:gd name="csX2" fmla="*/ 0 w 3835430"/>
              <a:gd name="csY2" fmla="*/ 3035163 h 3035163"/>
              <a:gd name="csX3" fmla="*/ 52528 w 3835430"/>
              <a:gd name="csY3" fmla="*/ 2908211 h 3035163"/>
              <a:gd name="csX4" fmla="*/ 3634715 w 3835430"/>
              <a:gd name="csY4" fmla="*/ 36629 h 30351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835430" h="3035163">
                <a:moveTo>
                  <a:pt x="3835430" y="0"/>
                </a:moveTo>
                <a:lnTo>
                  <a:pt x="3835430" y="3035163"/>
                </a:lnTo>
                <a:lnTo>
                  <a:pt x="0" y="3035163"/>
                </a:lnTo>
                <a:lnTo>
                  <a:pt x="52528" y="2908211"/>
                </a:lnTo>
                <a:cubicBezTo>
                  <a:pt x="687744" y="1477109"/>
                  <a:pt x="2015101" y="392896"/>
                  <a:pt x="3634715" y="36629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3EB0020-B860-11BD-1253-E568B1D2E92E}"/>
              </a:ext>
            </a:extLst>
          </p:cNvPr>
          <p:cNvCxnSpPr>
            <a:cxnSpLocks/>
          </p:cNvCxnSpPr>
          <p:nvPr userDrawn="1"/>
        </p:nvCxnSpPr>
        <p:spPr>
          <a:xfrm>
            <a:off x="9919213" y="6475724"/>
            <a:ext cx="18648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DC360CE1-7691-E0AE-DF1E-12FCC35D2778}"/>
              </a:ext>
            </a:extLst>
          </p:cNvPr>
          <p:cNvSpPr/>
          <p:nvPr userDrawn="1"/>
        </p:nvSpPr>
        <p:spPr>
          <a:xfrm>
            <a:off x="9919213" y="5377960"/>
            <a:ext cx="1864800" cy="9848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3200" b="1" dirty="0">
                <a:solidFill>
                  <a:schemeClr val="accent1"/>
                </a:solidFill>
              </a:rPr>
              <a:t>Cover Slide</a:t>
            </a:r>
          </a:p>
        </p:txBody>
      </p:sp>
    </p:spTree>
    <p:extLst>
      <p:ext uri="{BB962C8B-B14F-4D97-AF65-F5344CB8AC3E}">
        <p14:creationId xmlns:p14="http://schemas.microsoft.com/office/powerpoint/2010/main" val="39470285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efault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thinkcell data - do not delete" hidden="1">
            <a:extLst>
              <a:ext uri="{FF2B5EF4-FFF2-40B4-BE49-F238E27FC236}">
                <a16:creationId xmlns:a16="http://schemas.microsoft.com/office/drawing/2014/main" id="{EA26DB45-6671-170B-3503-1014A495C431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952661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473" imgH="473" progId="TCLayout.ActiveDocument.1">
                  <p:embed/>
                </p:oleObj>
              </mc:Choice>
              <mc:Fallback>
                <p:oleObj name="thinkcell Slide" r:id="rId3" imgW="473" imgH="47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4EAFCFB-9899-F9CA-8C68-0ADD6CD2F4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7989" y="1909200"/>
            <a:ext cx="11376023" cy="128496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lvl1pPr>
              <a:defRPr lang="en-US" sz="2200" b="0" smtClean="0"/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z="1800" smtClean="0">
                <a:solidFill>
                  <a:schemeClr val="lt1"/>
                </a:solidFill>
              </a:defRPr>
            </a:lvl4pPr>
            <a:lvl5pPr>
              <a:defRPr lang="en-IN" sz="1800">
                <a:solidFill>
                  <a:schemeClr val="lt1"/>
                </a:solidFill>
              </a:defRPr>
            </a:lvl5pPr>
          </a:lstStyle>
          <a:p>
            <a:pPr marL="263525" marR="0" lvl="0" indent="-2635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2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First bullet</a:t>
            </a:r>
          </a:p>
          <a:p>
            <a:pPr marL="538163" marR="0" lvl="0" indent="-2746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2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Second bullet</a:t>
            </a:r>
          </a:p>
          <a:p>
            <a:pPr marL="893763" marR="0" lvl="0" indent="-2635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20000"/>
              <a:buFont typeface="Calibri" panose="020F0502020204030204" pitchFamily="34" charset="0"/>
              <a:buChar char="̶"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Third bullet</a:t>
            </a:r>
          </a:p>
          <a:p>
            <a:pPr marL="1260475" marR="0" lvl="0" indent="-2746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20000"/>
              <a:buFont typeface="Calibri" panose="020F0502020204030204" pitchFamily="34" charset="0"/>
              <a:buChar char="̶"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Fourth bullet</a:t>
            </a: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B291EEE3-A55E-B113-3A68-01000977DA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9" y="385555"/>
            <a:ext cx="11379600" cy="4308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IN" sz="2800" b="1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edit </a:t>
            </a:r>
            <a:r>
              <a:rPr lang="en-IN" sz="2800" b="1" dirty="0">
                <a:solidFill>
                  <a:schemeClr val="accent1"/>
                </a:solidFill>
                <a:latin typeface="+mj-lt"/>
              </a:rPr>
              <a:t>slide title</a:t>
            </a:r>
            <a:endParaRPr lang="en-IN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95F42F9A-BDFF-EFF8-8157-A9A1D718A04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989" y="6353282"/>
            <a:ext cx="11379600" cy="153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>
            <a:spAutoFit/>
          </a:bodyPr>
          <a:lstStyle>
            <a:lvl1pPr marL="0" indent="0" algn="l">
              <a:spcBef>
                <a:spcPts val="0"/>
              </a:spcBef>
              <a:buNone/>
              <a:defRPr lang="en-US" sz="1000" b="1" dirty="0" smtClean="0">
                <a:solidFill>
                  <a:schemeClr val="tx2"/>
                </a:solidFill>
              </a:defRPr>
            </a:lvl1pPr>
            <a:lvl2pPr>
              <a:buNone/>
              <a:defRPr lang="en-US" sz="1000" dirty="0" smtClean="0">
                <a:solidFill>
                  <a:schemeClr val="lt1"/>
                </a:solidFill>
              </a:defRPr>
            </a:lvl2pPr>
            <a:lvl3pPr>
              <a:buNone/>
              <a:defRPr lang="en-US" sz="1000" dirty="0" smtClean="0">
                <a:solidFill>
                  <a:schemeClr val="lt1"/>
                </a:solidFill>
              </a:defRPr>
            </a:lvl3pPr>
            <a:lvl4pPr>
              <a:buNone/>
              <a:defRPr lang="en-US" sz="1000" dirty="0" smtClean="0">
                <a:solidFill>
                  <a:schemeClr val="lt1"/>
                </a:solidFill>
              </a:defRPr>
            </a:lvl4pPr>
            <a:lvl5pPr>
              <a:buNone/>
              <a:defRPr lang="en-IN" sz="1000" dirty="0">
                <a:solidFill>
                  <a:schemeClr val="lt1"/>
                </a:solidFill>
              </a:defRPr>
            </a:lvl5pPr>
          </a:lstStyle>
          <a:p>
            <a:pPr algn="l"/>
            <a:r>
              <a:rPr lang="en-IN" sz="1000" b="1" dirty="0">
                <a:solidFill>
                  <a:schemeClr val="tx1"/>
                </a:solidFill>
                <a:latin typeface="+mn-lt"/>
              </a:rPr>
              <a:t>Note:</a:t>
            </a:r>
            <a:r>
              <a:rPr lang="en-IN" sz="1000" b="0" dirty="0">
                <a:solidFill>
                  <a:schemeClr val="tx1"/>
                </a:solidFill>
                <a:latin typeface="+mn-lt"/>
              </a:rPr>
              <a:t> xxx</a:t>
            </a:r>
          </a:p>
        </p:txBody>
      </p:sp>
      <p:sp>
        <p:nvSpPr>
          <p:cNvPr id="30" name="Text Placeholder 26">
            <a:extLst>
              <a:ext uri="{FF2B5EF4-FFF2-40B4-BE49-F238E27FC236}">
                <a16:creationId xmlns:a16="http://schemas.microsoft.com/office/drawing/2014/main" id="{F7932E11-3427-8141-3C46-CF0999F8ED6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9" y="6543246"/>
            <a:ext cx="11379600" cy="153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>
            <a:spAutoFit/>
          </a:bodyPr>
          <a:lstStyle>
            <a:lvl1pPr marL="0" indent="0" algn="l">
              <a:spcBef>
                <a:spcPts val="0"/>
              </a:spcBef>
              <a:buNone/>
              <a:defRPr lang="en-US" sz="1000" b="1" dirty="0" smtClean="0">
                <a:solidFill>
                  <a:schemeClr val="tx2"/>
                </a:solidFill>
              </a:defRPr>
            </a:lvl1pPr>
            <a:lvl2pPr>
              <a:buNone/>
              <a:defRPr lang="en-US" sz="1000" dirty="0" smtClean="0">
                <a:solidFill>
                  <a:schemeClr val="lt1"/>
                </a:solidFill>
              </a:defRPr>
            </a:lvl2pPr>
            <a:lvl3pPr>
              <a:buNone/>
              <a:defRPr lang="en-US" sz="1000" dirty="0" smtClean="0">
                <a:solidFill>
                  <a:schemeClr val="lt1"/>
                </a:solidFill>
              </a:defRPr>
            </a:lvl3pPr>
            <a:lvl4pPr>
              <a:buNone/>
              <a:defRPr lang="en-US" sz="1000" dirty="0" smtClean="0">
                <a:solidFill>
                  <a:schemeClr val="lt1"/>
                </a:solidFill>
              </a:defRPr>
            </a:lvl4pPr>
            <a:lvl5pPr>
              <a:buNone/>
              <a:defRPr lang="en-IN" sz="1000" dirty="0">
                <a:solidFill>
                  <a:schemeClr val="lt1"/>
                </a:solidFill>
              </a:defRPr>
            </a:lvl5pPr>
          </a:lstStyle>
          <a:p>
            <a:pPr algn="l"/>
            <a:r>
              <a:rPr lang="en-IN" sz="1000" b="1" dirty="0">
                <a:solidFill>
                  <a:schemeClr val="tx1"/>
                </a:solidFill>
                <a:latin typeface="+mn-lt"/>
              </a:rPr>
              <a:t>Source:</a:t>
            </a:r>
            <a:r>
              <a:rPr lang="en-IN" sz="1000" b="0" dirty="0">
                <a:solidFill>
                  <a:schemeClr val="tx1"/>
                </a:solidFill>
                <a:latin typeface="+mn-lt"/>
              </a:rPr>
              <a:t> xxx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EDB4F876-CBE5-4800-8F48-7D6BABB598F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989" y="141202"/>
            <a:ext cx="11379600" cy="153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>
            <a:spAutoFit/>
          </a:bodyPr>
          <a:lstStyle>
            <a:lvl1pPr algn="l">
              <a:buNone/>
              <a:defRPr lang="en-IN" sz="1200" b="0" dirty="0">
                <a:solidFill>
                  <a:schemeClr val="tx1"/>
                </a:solidFill>
              </a:defRPr>
            </a:lvl1pPr>
            <a:lvl2pPr>
              <a:buNone/>
              <a:defRPr lang="en-US" sz="1000" dirty="0" smtClean="0">
                <a:solidFill>
                  <a:schemeClr val="lt1"/>
                </a:solidFill>
              </a:defRPr>
            </a:lvl2pPr>
            <a:lvl3pPr>
              <a:buNone/>
              <a:defRPr lang="en-US" sz="1000" dirty="0" smtClean="0">
                <a:solidFill>
                  <a:schemeClr val="lt1"/>
                </a:solidFill>
              </a:defRPr>
            </a:lvl3pPr>
            <a:lvl4pPr>
              <a:buNone/>
              <a:defRPr lang="en-US" sz="1000" dirty="0" smtClean="0">
                <a:solidFill>
                  <a:schemeClr val="lt1"/>
                </a:solidFill>
              </a:defRPr>
            </a:lvl4pPr>
            <a:lvl5pPr>
              <a:buNone/>
              <a:defRPr lang="en-IN" sz="1000" dirty="0">
                <a:solidFill>
                  <a:schemeClr val="lt1"/>
                </a:solidFill>
              </a:defRPr>
            </a:lvl5pPr>
          </a:lstStyle>
          <a:p>
            <a:pPr marL="0" lvl="0"/>
            <a:r>
              <a:rPr lang="en-IN" sz="1000" b="0" dirty="0">
                <a:solidFill>
                  <a:schemeClr val="tx1"/>
                </a:solidFill>
                <a:latin typeface="+mn-lt"/>
              </a:rPr>
              <a:t>Navigator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cell data - do not delete" hidden="1">
            <a:extLst>
              <a:ext uri="{FF2B5EF4-FFF2-40B4-BE49-F238E27FC236}">
                <a16:creationId xmlns:a16="http://schemas.microsoft.com/office/drawing/2014/main" id="{4F30EA1A-9ED3-A642-B02A-BB680CA2FEA8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6521608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473" imgH="473" progId="TCLayout.ActiveDocument.1">
                  <p:embed/>
                </p:oleObj>
              </mc:Choice>
              <mc:Fallback>
                <p:oleObj name="thinkcell Slide" r:id="rId3" imgW="473" imgH="473" progId="TCLayout.ActiveDocument.1">
                  <p:embed/>
                  <p:pic>
                    <p:nvPicPr>
                      <p:cNvPr id="3" name="thinkcell data - do not delete" hidden="1">
                        <a:extLst>
                          <a:ext uri="{FF2B5EF4-FFF2-40B4-BE49-F238E27FC236}">
                            <a16:creationId xmlns:a16="http://schemas.microsoft.com/office/drawing/2014/main" id="{4F30EA1A-9ED3-A642-B02A-BB680CA2FE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EE3A761-0EA7-A677-DEB3-8EC6D7460156}"/>
              </a:ext>
            </a:extLst>
          </p:cNvPr>
          <p:cNvCxnSpPr>
            <a:cxnSpLocks/>
          </p:cNvCxnSpPr>
          <p:nvPr userDrawn="1"/>
        </p:nvCxnSpPr>
        <p:spPr>
          <a:xfrm>
            <a:off x="407988" y="3847515"/>
            <a:ext cx="1864800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9">
            <a:extLst>
              <a:ext uri="{FF2B5EF4-FFF2-40B4-BE49-F238E27FC236}">
                <a16:creationId xmlns:a16="http://schemas.microsoft.com/office/drawing/2014/main" id="{D87CFDD8-C910-C9C9-A447-669C7C4012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9" y="4210546"/>
            <a:ext cx="11379600" cy="9233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IN" sz="6000" b="1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Section Header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8115E39-8CA8-BDFE-330A-2BC7336D04F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7989" y="1693079"/>
            <a:ext cx="1864800" cy="2156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>
            <a:spAutoFit/>
          </a:bodyPr>
          <a:lstStyle>
            <a:lvl1pPr>
              <a:buNone/>
              <a:defRPr lang="en-US" sz="14000" b="0" dirty="0" smtClean="0">
                <a:solidFill>
                  <a:schemeClr val="bg1"/>
                </a:solidFill>
                <a:latin typeface="+mj-lt"/>
              </a:defRPr>
            </a:lvl1pPr>
            <a:lvl2pPr>
              <a:defRPr lang="en-US" sz="1800" dirty="0" smtClean="0">
                <a:solidFill>
                  <a:schemeClr val="lt1"/>
                </a:solidFill>
              </a:defRPr>
            </a:lvl2pPr>
            <a:lvl3pPr>
              <a:defRPr lang="en-US" sz="1800" dirty="0" smtClean="0">
                <a:solidFill>
                  <a:schemeClr val="lt1"/>
                </a:solidFill>
              </a:defRPr>
            </a:lvl3pPr>
            <a:lvl4pPr>
              <a:defRPr lang="en-US" sz="1800" dirty="0" smtClean="0">
                <a:solidFill>
                  <a:schemeClr val="lt1"/>
                </a:solidFill>
              </a:defRPr>
            </a:lvl4pPr>
            <a:lvl5pPr>
              <a:defRPr lang="en-IN" sz="1800" dirty="0">
                <a:solidFill>
                  <a:schemeClr val="lt1"/>
                </a:solidFill>
              </a:defRPr>
            </a:lvl5pPr>
          </a:lstStyle>
          <a:p>
            <a:r>
              <a:rPr lang="en-US" sz="14000" b="0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60602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Green Highlight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cell data - do not delete" hidden="1">
            <a:extLst>
              <a:ext uri="{FF2B5EF4-FFF2-40B4-BE49-F238E27FC236}">
                <a16:creationId xmlns:a16="http://schemas.microsoft.com/office/drawing/2014/main" id="{4F30EA1A-9ED3-A642-B02A-BB680CA2FEA8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6521608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473" imgH="473" progId="TCLayout.ActiveDocument.1">
                  <p:embed/>
                </p:oleObj>
              </mc:Choice>
              <mc:Fallback>
                <p:oleObj name="thinkcell Slide" r:id="rId3" imgW="473" imgH="47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DB57744E-C827-31B6-13CC-5DA58BF34F91}"/>
              </a:ext>
            </a:extLst>
          </p:cNvPr>
          <p:cNvSpPr/>
          <p:nvPr userDrawn="1"/>
        </p:nvSpPr>
        <p:spPr>
          <a:xfrm>
            <a:off x="0" y="0"/>
            <a:ext cx="361696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CEF5AF0-CC0E-E18C-02BA-6D37C19ACFB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3200009" y="0"/>
            <a:ext cx="416951" cy="6858000"/>
          </a:xfrm>
          <a:prstGeom prst="rect">
            <a:avLst/>
          </a:prstGeom>
        </p:spPr>
      </p:pic>
      <p:sp>
        <p:nvSpPr>
          <p:cNvPr id="12" name="Title 19">
            <a:extLst>
              <a:ext uri="{FF2B5EF4-FFF2-40B4-BE49-F238E27FC236}">
                <a16:creationId xmlns:a16="http://schemas.microsoft.com/office/drawing/2014/main" id="{E82E2768-FC23-478B-8697-69D32D9A69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9" y="2936559"/>
            <a:ext cx="2925520" cy="9848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ctr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IN" sz="3200" b="1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edit slide title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49104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Half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cell data - do not delete" hidden="1">
            <a:extLst>
              <a:ext uri="{FF2B5EF4-FFF2-40B4-BE49-F238E27FC236}">
                <a16:creationId xmlns:a16="http://schemas.microsoft.com/office/drawing/2014/main" id="{4F30EA1A-9ED3-A642-B02A-BB680CA2FEA8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6521608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473" imgH="473" progId="TCLayout.ActiveDocument.1">
                  <p:embed/>
                </p:oleObj>
              </mc:Choice>
              <mc:Fallback>
                <p:oleObj name="thinkcell Slide" r:id="rId3" imgW="473" imgH="473" progId="TCLayout.ActiveDocument.1">
                  <p:embed/>
                  <p:pic>
                    <p:nvPicPr>
                      <p:cNvPr id="3" name="thinkcell data - do not delete" hidden="1">
                        <a:extLst>
                          <a:ext uri="{FF2B5EF4-FFF2-40B4-BE49-F238E27FC236}">
                            <a16:creationId xmlns:a16="http://schemas.microsoft.com/office/drawing/2014/main" id="{4F30EA1A-9ED3-A642-B02A-BB680CA2FE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DB57744E-C827-31B6-13CC-5DA58BF34F91}"/>
              </a:ext>
            </a:extLst>
          </p:cNvPr>
          <p:cNvSpPr/>
          <p:nvPr userDrawn="1"/>
        </p:nvSpPr>
        <p:spPr>
          <a:xfrm>
            <a:off x="0" y="0"/>
            <a:ext cx="60948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CEF5AF0-CC0E-E18C-02BA-6D37C19ACFB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5677849" y="0"/>
            <a:ext cx="416951" cy="6858000"/>
          </a:xfrm>
          <a:prstGeom prst="rect">
            <a:avLst/>
          </a:prstGeom>
        </p:spPr>
      </p:pic>
      <p:sp>
        <p:nvSpPr>
          <p:cNvPr id="6" name="Title 19">
            <a:extLst>
              <a:ext uri="{FF2B5EF4-FFF2-40B4-BE49-F238E27FC236}">
                <a16:creationId xmlns:a16="http://schemas.microsoft.com/office/drawing/2014/main" id="{0FE87C8F-7C72-49F5-1E0C-5DFBC359F9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9" y="385555"/>
            <a:ext cx="11379600" cy="4308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IN" sz="2800" b="1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edit slide title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776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Half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cell data - do not delete" hidden="1">
            <a:extLst>
              <a:ext uri="{FF2B5EF4-FFF2-40B4-BE49-F238E27FC236}">
                <a16:creationId xmlns:a16="http://schemas.microsoft.com/office/drawing/2014/main" id="{4F30EA1A-9ED3-A642-B02A-BB680CA2FEA8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6550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473" imgH="473" progId="TCLayout.ActiveDocument.1">
                  <p:embed/>
                </p:oleObj>
              </mc:Choice>
              <mc:Fallback>
                <p:oleObj name="thinkcell Slide" r:id="rId3" imgW="473" imgH="473" progId="TCLayout.ActiveDocument.1">
                  <p:embed/>
                  <p:pic>
                    <p:nvPicPr>
                      <p:cNvPr id="3" name="thinkcell data - do not delete" hidden="1">
                        <a:extLst>
                          <a:ext uri="{FF2B5EF4-FFF2-40B4-BE49-F238E27FC236}">
                            <a16:creationId xmlns:a16="http://schemas.microsoft.com/office/drawing/2014/main" id="{4F30EA1A-9ED3-A642-B02A-BB680CA2FE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7CEF5AF0-CC0E-E18C-02BA-6D37C19ACFB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>
            <a:off x="6094800" y="0"/>
            <a:ext cx="416951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B57744E-C827-31B6-13CC-5DA58BF34F91}"/>
              </a:ext>
            </a:extLst>
          </p:cNvPr>
          <p:cNvSpPr/>
          <p:nvPr userDrawn="1"/>
        </p:nvSpPr>
        <p:spPr>
          <a:xfrm>
            <a:off x="0" y="0"/>
            <a:ext cx="60948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9">
            <a:extLst>
              <a:ext uri="{FF2B5EF4-FFF2-40B4-BE49-F238E27FC236}">
                <a16:creationId xmlns:a16="http://schemas.microsoft.com/office/drawing/2014/main" id="{220AFEA1-4654-CD21-F3FA-F0211CAA30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9" y="385555"/>
            <a:ext cx="11379600" cy="4308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IN" sz="2800" b="1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edit slide title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6654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Green Highlight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cell data - do not delete" hidden="1">
            <a:extLst>
              <a:ext uri="{FF2B5EF4-FFF2-40B4-BE49-F238E27FC236}">
                <a16:creationId xmlns:a16="http://schemas.microsoft.com/office/drawing/2014/main" id="{4F30EA1A-9ED3-A642-B02A-BB680CA2FEA8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6521608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473" imgH="473" progId="TCLayout.ActiveDocument.1">
                  <p:embed/>
                </p:oleObj>
              </mc:Choice>
              <mc:Fallback>
                <p:oleObj name="thinkcell Slide" r:id="rId3" imgW="473" imgH="473" progId="TCLayout.ActiveDocument.1">
                  <p:embed/>
                  <p:pic>
                    <p:nvPicPr>
                      <p:cNvPr id="3" name="thinkcell data - do not delete" hidden="1">
                        <a:extLst>
                          <a:ext uri="{FF2B5EF4-FFF2-40B4-BE49-F238E27FC236}">
                            <a16:creationId xmlns:a16="http://schemas.microsoft.com/office/drawing/2014/main" id="{4F30EA1A-9ED3-A642-B02A-BB680CA2FE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DB57744E-C827-31B6-13CC-5DA58BF34F91}"/>
              </a:ext>
            </a:extLst>
          </p:cNvPr>
          <p:cNvSpPr/>
          <p:nvPr userDrawn="1"/>
        </p:nvSpPr>
        <p:spPr>
          <a:xfrm>
            <a:off x="8575040" y="0"/>
            <a:ext cx="361696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4D3D3C8-92F2-7E3C-4E3D-04FA7839D07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V="1">
            <a:off x="8575040" y="0"/>
            <a:ext cx="416951" cy="6858000"/>
          </a:xfrm>
          <a:prstGeom prst="rect">
            <a:avLst/>
          </a:prstGeom>
        </p:spPr>
      </p:pic>
      <p:sp>
        <p:nvSpPr>
          <p:cNvPr id="9" name="Title 19">
            <a:extLst>
              <a:ext uri="{FF2B5EF4-FFF2-40B4-BE49-F238E27FC236}">
                <a16:creationId xmlns:a16="http://schemas.microsoft.com/office/drawing/2014/main" id="{1E98AFB5-DB13-ACCC-628D-2E63D2A716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9" y="385555"/>
            <a:ext cx="11379600" cy="4308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IN" sz="2800" b="1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edit </a:t>
            </a:r>
            <a:r>
              <a:rPr lang="en-IN" sz="2800" b="1" dirty="0">
                <a:solidFill>
                  <a:schemeClr val="accent1"/>
                </a:solidFill>
                <a:latin typeface="+mj-lt"/>
              </a:rPr>
              <a:t>slide title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66579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Green Arrow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cell data - do not delete" hidden="1">
            <a:extLst>
              <a:ext uri="{FF2B5EF4-FFF2-40B4-BE49-F238E27FC236}">
                <a16:creationId xmlns:a16="http://schemas.microsoft.com/office/drawing/2014/main" id="{4F30EA1A-9ED3-A642-B02A-BB680CA2FEA8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9735166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473" imgH="473" progId="TCLayout.ActiveDocument.1">
                  <p:embed/>
                </p:oleObj>
              </mc:Choice>
              <mc:Fallback>
                <p:oleObj name="thinkcell Slide" r:id="rId3" imgW="473" imgH="473" progId="TCLayout.ActiveDocument.1">
                  <p:embed/>
                  <p:pic>
                    <p:nvPicPr>
                      <p:cNvPr id="3" name="thinkcell data - do not delete" hidden="1">
                        <a:extLst>
                          <a:ext uri="{FF2B5EF4-FFF2-40B4-BE49-F238E27FC236}">
                            <a16:creationId xmlns:a16="http://schemas.microsoft.com/office/drawing/2014/main" id="{4F30EA1A-9ED3-A642-B02A-BB680CA2FE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entagon 8">
            <a:extLst>
              <a:ext uri="{FF2B5EF4-FFF2-40B4-BE49-F238E27FC236}">
                <a16:creationId xmlns:a16="http://schemas.microsoft.com/office/drawing/2014/main" id="{5516F471-BC19-BA45-A614-DE4C02F43038}"/>
              </a:ext>
            </a:extLst>
          </p:cNvPr>
          <p:cNvSpPr/>
          <p:nvPr userDrawn="1"/>
        </p:nvSpPr>
        <p:spPr bwMode="white">
          <a:xfrm>
            <a:off x="0" y="0"/>
            <a:ext cx="3703899" cy="6858000"/>
          </a:xfrm>
          <a:prstGeom prst="homePlate">
            <a:avLst>
              <a:gd name="adj" fmla="val 15523"/>
            </a:avLst>
          </a:prstGeo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 dirty="0">
              <a:solidFill>
                <a:prstClr val="white"/>
              </a:solidFill>
              <a:latin typeface="+mn-lt"/>
              <a:sym typeface="Trebuchet MS" panose="020B0603020202020204" pitchFamily="34" charset="0"/>
            </a:endParaRPr>
          </a:p>
        </p:txBody>
      </p:sp>
      <p:sp>
        <p:nvSpPr>
          <p:cNvPr id="5" name="Title 19">
            <a:extLst>
              <a:ext uri="{FF2B5EF4-FFF2-40B4-BE49-F238E27FC236}">
                <a16:creationId xmlns:a16="http://schemas.microsoft.com/office/drawing/2014/main" id="{47B98D49-6CBD-7335-BE36-D9B99F613B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9" y="2936559"/>
            <a:ext cx="2925520" cy="9848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ctr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IN" sz="3200" b="1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edit slide title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5765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From To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cell data - do not delete" hidden="1">
            <a:extLst>
              <a:ext uri="{FF2B5EF4-FFF2-40B4-BE49-F238E27FC236}">
                <a16:creationId xmlns:a16="http://schemas.microsoft.com/office/drawing/2014/main" id="{4F30EA1A-9ED3-A642-B02A-BB680CA2FEA8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19094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473" imgH="473" progId="TCLayout.ActiveDocument.1">
                  <p:embed/>
                </p:oleObj>
              </mc:Choice>
              <mc:Fallback>
                <p:oleObj name="thinkcell Slide" r:id="rId3" imgW="473" imgH="473" progId="TCLayout.ActiveDocument.1">
                  <p:embed/>
                  <p:pic>
                    <p:nvPicPr>
                      <p:cNvPr id="3" name="thinkcell data - do not delete" hidden="1">
                        <a:extLst>
                          <a:ext uri="{FF2B5EF4-FFF2-40B4-BE49-F238E27FC236}">
                            <a16:creationId xmlns:a16="http://schemas.microsoft.com/office/drawing/2014/main" id="{4F30EA1A-9ED3-A642-B02A-BB680CA2FE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entagon 8">
            <a:extLst>
              <a:ext uri="{FF2B5EF4-FFF2-40B4-BE49-F238E27FC236}">
                <a16:creationId xmlns:a16="http://schemas.microsoft.com/office/drawing/2014/main" id="{30FCC296-CF79-302A-0C2C-BBE44F70FBB8}"/>
              </a:ext>
            </a:extLst>
          </p:cNvPr>
          <p:cNvSpPr/>
          <p:nvPr userDrawn="1"/>
        </p:nvSpPr>
        <p:spPr bwMode="white">
          <a:xfrm>
            <a:off x="0" y="0"/>
            <a:ext cx="6363546" cy="6858000"/>
          </a:xfrm>
          <a:prstGeom prst="homePlate">
            <a:avLst>
              <a:gd name="adj" fmla="val 11951"/>
            </a:avLst>
          </a:prstGeo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 dirty="0">
              <a:solidFill>
                <a:schemeClr val="bg1"/>
              </a:solidFill>
              <a:latin typeface="+mn-lt"/>
              <a:sym typeface="Trebuchet MS" panose="020B0603020202020204" pitchFamily="34" charset="0"/>
            </a:endParaRPr>
          </a:p>
        </p:txBody>
      </p:sp>
      <p:sp>
        <p:nvSpPr>
          <p:cNvPr id="2" name="Title 19">
            <a:extLst>
              <a:ext uri="{FF2B5EF4-FFF2-40B4-BE49-F238E27FC236}">
                <a16:creationId xmlns:a16="http://schemas.microsoft.com/office/drawing/2014/main" id="{94DEB9B1-990D-73EC-1BEB-2290BDCF26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9" y="385555"/>
            <a:ext cx="11379600" cy="4308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IN" sz="2800" b="1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edit slide title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08160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From To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cell data - do not delete" hidden="1">
            <a:extLst>
              <a:ext uri="{FF2B5EF4-FFF2-40B4-BE49-F238E27FC236}">
                <a16:creationId xmlns:a16="http://schemas.microsoft.com/office/drawing/2014/main" id="{4F30EA1A-9ED3-A642-B02A-BB680CA2FEA8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725439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473" imgH="473" progId="TCLayout.ActiveDocument.1">
                  <p:embed/>
                </p:oleObj>
              </mc:Choice>
              <mc:Fallback>
                <p:oleObj name="thinkcell Slide" r:id="rId3" imgW="473" imgH="473" progId="TCLayout.ActiveDocument.1">
                  <p:embed/>
                  <p:pic>
                    <p:nvPicPr>
                      <p:cNvPr id="3" name="thinkcell data - do not delete" hidden="1">
                        <a:extLst>
                          <a:ext uri="{FF2B5EF4-FFF2-40B4-BE49-F238E27FC236}">
                            <a16:creationId xmlns:a16="http://schemas.microsoft.com/office/drawing/2014/main" id="{4F30EA1A-9ED3-A642-B02A-BB680CA2FE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0AEE7B0D-7D61-F771-4AA8-E30FD8A62BAD}"/>
              </a:ext>
            </a:extLst>
          </p:cNvPr>
          <p:cNvSpPr/>
          <p:nvPr userDrawn="1"/>
        </p:nvSpPr>
        <p:spPr>
          <a:xfrm>
            <a:off x="5603040" y="0"/>
            <a:ext cx="6588961" cy="6858000"/>
          </a:xfrm>
          <a:custGeom>
            <a:avLst/>
            <a:gdLst>
              <a:gd name="csX0" fmla="*/ 0 w 6588961"/>
              <a:gd name="csY0" fmla="*/ 0 h 6858000"/>
              <a:gd name="csX1" fmla="*/ 6588961 w 6588961"/>
              <a:gd name="csY1" fmla="*/ 0 h 6858000"/>
              <a:gd name="csX2" fmla="*/ 6588961 w 6588961"/>
              <a:gd name="csY2" fmla="*/ 6858000 h 6858000"/>
              <a:gd name="csX3" fmla="*/ 0 w 6588961"/>
              <a:gd name="csY3" fmla="*/ 6858000 h 6858000"/>
              <a:gd name="csX4" fmla="*/ 760507 w 6588961"/>
              <a:gd name="csY4" fmla="*/ 3429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588961" h="6858000">
                <a:moveTo>
                  <a:pt x="0" y="0"/>
                </a:moveTo>
                <a:lnTo>
                  <a:pt x="6588961" y="0"/>
                </a:lnTo>
                <a:lnTo>
                  <a:pt x="6588961" y="6858000"/>
                </a:lnTo>
                <a:lnTo>
                  <a:pt x="0" y="6858000"/>
                </a:lnTo>
                <a:lnTo>
                  <a:pt x="760507" y="3429000"/>
                </a:lnTo>
                <a:close/>
              </a:path>
            </a:pathLst>
          </a:custGeo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lvl="0">
              <a:lnSpc>
                <a:spcPct val="90000"/>
              </a:lnSpc>
              <a:spcAft>
                <a:spcPts val="1000"/>
              </a:spcAft>
            </a:pPr>
            <a:endParaRPr lang="en-IN" sz="1200">
              <a:solidFill>
                <a:prstClr val="white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2D6C3174-AC6D-894F-CD2E-D758167AAA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9" y="385555"/>
            <a:ext cx="11379600" cy="4308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IN" sz="2800" b="1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edit </a:t>
            </a:r>
            <a:r>
              <a:rPr lang="en-IN" sz="2800" b="1" dirty="0">
                <a:solidFill>
                  <a:schemeClr val="accent1"/>
                </a:solidFill>
                <a:latin typeface="+mj-lt"/>
              </a:rPr>
              <a:t>slide title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40576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Green Arrow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cell data - do not delete" hidden="1">
            <a:extLst>
              <a:ext uri="{FF2B5EF4-FFF2-40B4-BE49-F238E27FC236}">
                <a16:creationId xmlns:a16="http://schemas.microsoft.com/office/drawing/2014/main" id="{4F30EA1A-9ED3-A642-B02A-BB680CA2FEA8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943708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473" imgH="473" progId="TCLayout.ActiveDocument.1">
                  <p:embed/>
                </p:oleObj>
              </mc:Choice>
              <mc:Fallback>
                <p:oleObj name="thinkcell Slide" r:id="rId3" imgW="473" imgH="473" progId="TCLayout.ActiveDocument.1">
                  <p:embed/>
                  <p:pic>
                    <p:nvPicPr>
                      <p:cNvPr id="3" name="thinkcell data - do not delete" hidden="1">
                        <a:extLst>
                          <a:ext uri="{FF2B5EF4-FFF2-40B4-BE49-F238E27FC236}">
                            <a16:creationId xmlns:a16="http://schemas.microsoft.com/office/drawing/2014/main" id="{4F30EA1A-9ED3-A642-B02A-BB680CA2FE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56C001D-E585-FA4F-2A6A-A6266F29338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sX0" fmla="*/ 8372274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8372274 w 12192000"/>
              <a:gd name="csY3" fmla="*/ 6858000 h 6858000"/>
              <a:gd name="csX4" fmla="*/ 8947230 w 12192000"/>
              <a:gd name="csY4" fmla="*/ 3429000 h 6858000"/>
              <a:gd name="csX5" fmla="*/ 0 w 12192000"/>
              <a:gd name="csY5" fmla="*/ 0 h 6858000"/>
              <a:gd name="csX6" fmla="*/ 1 w 12192000"/>
              <a:gd name="csY6" fmla="*/ 0 h 6858000"/>
              <a:gd name="csX7" fmla="*/ 1 w 12192000"/>
              <a:gd name="csY7" fmla="*/ 6858000 h 6858000"/>
              <a:gd name="csX8" fmla="*/ 0 w 12192000"/>
              <a:gd name="csY8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2192000" h="6858000">
                <a:moveTo>
                  <a:pt x="8372274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8372274" y="6858000"/>
                </a:lnTo>
                <a:lnTo>
                  <a:pt x="8947230" y="3429000"/>
                </a:lnTo>
                <a:close/>
                <a:moveTo>
                  <a:pt x="0" y="0"/>
                </a:moveTo>
                <a:lnTo>
                  <a:pt x="1" y="0"/>
                </a:lnTo>
                <a:lnTo>
                  <a:pt x="1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lvl="0">
              <a:lnSpc>
                <a:spcPct val="90000"/>
              </a:lnSpc>
              <a:spcAft>
                <a:spcPts val="1000"/>
              </a:spcAft>
            </a:pPr>
            <a:endParaRPr lang="en-IN" sz="1200">
              <a:solidFill>
                <a:prstClr val="white"/>
              </a:solidFill>
            </a:endParaRPr>
          </a:p>
        </p:txBody>
      </p:sp>
      <p:sp>
        <p:nvSpPr>
          <p:cNvPr id="17" name="Title 19">
            <a:extLst>
              <a:ext uri="{FF2B5EF4-FFF2-40B4-BE49-F238E27FC236}">
                <a16:creationId xmlns:a16="http://schemas.microsoft.com/office/drawing/2014/main" id="{45E519A0-4E4A-BFAA-C2C2-A8B5EF305B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9" y="385555"/>
            <a:ext cx="11379600" cy="4308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IN" sz="2800" b="1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edit </a:t>
            </a:r>
            <a:r>
              <a:rPr lang="en-IN" sz="2800" b="1" dirty="0">
                <a:solidFill>
                  <a:schemeClr val="accent1"/>
                </a:solidFill>
                <a:latin typeface="+mj-lt"/>
              </a:rPr>
              <a:t>slide title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412497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thinkcell data - do not delete" hidden="1">
            <a:extLst>
              <a:ext uri="{FF2B5EF4-FFF2-40B4-BE49-F238E27FC236}">
                <a16:creationId xmlns:a16="http://schemas.microsoft.com/office/drawing/2014/main" id="{EA26DB45-6671-170B-3503-1014A495C431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454022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473" imgH="473" progId="TCLayout.ActiveDocument.1">
                  <p:embed/>
                </p:oleObj>
              </mc:Choice>
              <mc:Fallback>
                <p:oleObj name="thinkcell Slide" r:id="rId3" imgW="473" imgH="473" progId="TCLayout.ActiveDocument.1">
                  <p:embed/>
                  <p:pic>
                    <p:nvPicPr>
                      <p:cNvPr id="21" name="thinkcell data - do not delete" hidden="1">
                        <a:extLst>
                          <a:ext uri="{FF2B5EF4-FFF2-40B4-BE49-F238E27FC236}">
                            <a16:creationId xmlns:a16="http://schemas.microsoft.com/office/drawing/2014/main" id="{EA26DB45-6671-170B-3503-1014A495C4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AA9A1014-B533-A685-D860-722C291E660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t="28265" b="28265"/>
          <a:stretch>
            <a:fillRect/>
          </a:stretch>
        </p:blipFill>
        <p:spPr>
          <a:xfrm>
            <a:off x="0" y="0"/>
            <a:ext cx="12193200" cy="685867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8061FD9-9945-3925-2E79-FDBC4964466C}"/>
              </a:ext>
            </a:extLst>
          </p:cNvPr>
          <p:cNvSpPr/>
          <p:nvPr userDrawn="1"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chemeClr val="accent1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3CF40F9-3F22-A182-6198-B70E2B77D326}"/>
              </a:ext>
            </a:extLst>
          </p:cNvPr>
          <p:cNvSpPr/>
          <p:nvPr userDrawn="1"/>
        </p:nvSpPr>
        <p:spPr>
          <a:xfrm>
            <a:off x="2107377" y="2505670"/>
            <a:ext cx="7977247" cy="18466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IN" sz="12000" b="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0151104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cell data - do not delete" hidden="1">
            <a:extLst>
              <a:ext uri="{FF2B5EF4-FFF2-40B4-BE49-F238E27FC236}">
                <a16:creationId xmlns:a16="http://schemas.microsoft.com/office/drawing/2014/main" id="{F44D7A33-A6B9-2525-B57B-2AADF6DD09F6}"/>
              </a:ext>
            </a:extLst>
          </p:cNvPr>
          <p:cNvGraphicFramePr>
            <a:graphicFrameLocks/>
          </p:cNvGraphicFramePr>
          <p:nvPr userDrawn="1"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7618836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15" imgW="473" imgH="473" progId="TCLayout.ActiveDocument.1">
                  <p:embed/>
                </p:oleObj>
              </mc:Choice>
              <mc:Fallback>
                <p:oleObj name="thinkcell Slide" r:id="rId15" imgW="473" imgH="47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4" r:id="rId3"/>
    <p:sldLayoutId id="2147483650" r:id="rId4"/>
    <p:sldLayoutId id="2147483656" r:id="rId5"/>
    <p:sldLayoutId id="2147483662" r:id="rId6"/>
    <p:sldLayoutId id="2147483653" r:id="rId7"/>
    <p:sldLayoutId id="2147483659" r:id="rId8"/>
    <p:sldLayoutId id="2147483658" r:id="rId9"/>
    <p:sldLayoutId id="2147483655" r:id="rId10"/>
    <p:sldLayoutId id="2147483657" r:id="rId11"/>
    <p:sldLayoutId id="2147483661" r:id="rId1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54" userDrawn="1">
          <p15:clr>
            <a:srgbClr val="F26B43"/>
          </p15:clr>
        </p15:guide>
        <p15:guide id="3" pos="257" userDrawn="1">
          <p15:clr>
            <a:srgbClr val="F26B43"/>
          </p15:clr>
        </p15:guide>
        <p15:guide id="4" pos="7423" userDrawn="1">
          <p15:clr>
            <a:srgbClr val="F26B43"/>
          </p15:clr>
        </p15:guide>
        <p15:guide id="5" orient="horz" pos="4110" userDrawn="1">
          <p15:clr>
            <a:srgbClr val="F26B43"/>
          </p15:clr>
        </p15:guide>
        <p15:guide id="6" orient="horz" pos="1003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.xml"/><Relationship Id="rId4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tags" Target="../tags/tag41.xml"/><Relationship Id="rId21" Type="http://schemas.openxmlformats.org/officeDocument/2006/relationships/tags" Target="../tags/tag36.xml"/><Relationship Id="rId42" Type="http://schemas.openxmlformats.org/officeDocument/2006/relationships/tags" Target="../tags/tag57.xml"/><Relationship Id="rId47" Type="http://schemas.openxmlformats.org/officeDocument/2006/relationships/tags" Target="../tags/tag62.xml"/><Relationship Id="rId63" Type="http://schemas.openxmlformats.org/officeDocument/2006/relationships/tags" Target="../tags/tag78.xml"/><Relationship Id="rId68" Type="http://schemas.openxmlformats.org/officeDocument/2006/relationships/tags" Target="../tags/tag83.xml"/><Relationship Id="rId84" Type="http://schemas.openxmlformats.org/officeDocument/2006/relationships/tags" Target="../tags/tag99.xml"/><Relationship Id="rId89" Type="http://schemas.openxmlformats.org/officeDocument/2006/relationships/tags" Target="../tags/tag104.xml"/><Relationship Id="rId16" Type="http://schemas.openxmlformats.org/officeDocument/2006/relationships/tags" Target="../tags/tag31.xml"/><Relationship Id="rId107" Type="http://schemas.openxmlformats.org/officeDocument/2006/relationships/chart" Target="../charts/chart2.xml"/><Relationship Id="rId11" Type="http://schemas.openxmlformats.org/officeDocument/2006/relationships/tags" Target="../tags/tag26.xml"/><Relationship Id="rId32" Type="http://schemas.openxmlformats.org/officeDocument/2006/relationships/tags" Target="../tags/tag47.xml"/><Relationship Id="rId37" Type="http://schemas.openxmlformats.org/officeDocument/2006/relationships/tags" Target="../tags/tag52.xml"/><Relationship Id="rId53" Type="http://schemas.openxmlformats.org/officeDocument/2006/relationships/tags" Target="../tags/tag68.xml"/><Relationship Id="rId58" Type="http://schemas.openxmlformats.org/officeDocument/2006/relationships/tags" Target="../tags/tag73.xml"/><Relationship Id="rId74" Type="http://schemas.openxmlformats.org/officeDocument/2006/relationships/tags" Target="../tags/tag89.xml"/><Relationship Id="rId79" Type="http://schemas.openxmlformats.org/officeDocument/2006/relationships/tags" Target="../tags/tag94.xml"/><Relationship Id="rId102" Type="http://schemas.openxmlformats.org/officeDocument/2006/relationships/tags" Target="../tags/tag117.xml"/><Relationship Id="rId5" Type="http://schemas.openxmlformats.org/officeDocument/2006/relationships/tags" Target="../tags/tag20.xml"/><Relationship Id="rId90" Type="http://schemas.openxmlformats.org/officeDocument/2006/relationships/tags" Target="../tags/tag105.xml"/><Relationship Id="rId95" Type="http://schemas.openxmlformats.org/officeDocument/2006/relationships/tags" Target="../tags/tag110.xml"/><Relationship Id="rId22" Type="http://schemas.openxmlformats.org/officeDocument/2006/relationships/tags" Target="../tags/tag37.xml"/><Relationship Id="rId27" Type="http://schemas.openxmlformats.org/officeDocument/2006/relationships/tags" Target="../tags/tag42.xml"/><Relationship Id="rId43" Type="http://schemas.openxmlformats.org/officeDocument/2006/relationships/tags" Target="../tags/tag58.xml"/><Relationship Id="rId48" Type="http://schemas.openxmlformats.org/officeDocument/2006/relationships/tags" Target="../tags/tag63.xml"/><Relationship Id="rId64" Type="http://schemas.openxmlformats.org/officeDocument/2006/relationships/tags" Target="../tags/tag79.xml"/><Relationship Id="rId69" Type="http://schemas.openxmlformats.org/officeDocument/2006/relationships/tags" Target="../tags/tag84.xml"/><Relationship Id="rId80" Type="http://schemas.openxmlformats.org/officeDocument/2006/relationships/tags" Target="../tags/tag95.xml"/><Relationship Id="rId85" Type="http://schemas.openxmlformats.org/officeDocument/2006/relationships/tags" Target="../tags/tag100.xml"/><Relationship Id="rId12" Type="http://schemas.openxmlformats.org/officeDocument/2006/relationships/tags" Target="../tags/tag27.xml"/><Relationship Id="rId17" Type="http://schemas.openxmlformats.org/officeDocument/2006/relationships/tags" Target="../tags/tag32.xml"/><Relationship Id="rId33" Type="http://schemas.openxmlformats.org/officeDocument/2006/relationships/tags" Target="../tags/tag48.xml"/><Relationship Id="rId38" Type="http://schemas.openxmlformats.org/officeDocument/2006/relationships/tags" Target="../tags/tag53.xml"/><Relationship Id="rId59" Type="http://schemas.openxmlformats.org/officeDocument/2006/relationships/tags" Target="../tags/tag74.xml"/><Relationship Id="rId103" Type="http://schemas.openxmlformats.org/officeDocument/2006/relationships/slideLayout" Target="../slideLayouts/slideLayout2.xml"/><Relationship Id="rId108" Type="http://schemas.openxmlformats.org/officeDocument/2006/relationships/chart" Target="../charts/chart3.xml"/><Relationship Id="rId20" Type="http://schemas.openxmlformats.org/officeDocument/2006/relationships/tags" Target="../tags/tag35.xml"/><Relationship Id="rId41" Type="http://schemas.openxmlformats.org/officeDocument/2006/relationships/tags" Target="../tags/tag56.xml"/><Relationship Id="rId54" Type="http://schemas.openxmlformats.org/officeDocument/2006/relationships/tags" Target="../tags/tag69.xml"/><Relationship Id="rId62" Type="http://schemas.openxmlformats.org/officeDocument/2006/relationships/tags" Target="../tags/tag77.xml"/><Relationship Id="rId70" Type="http://schemas.openxmlformats.org/officeDocument/2006/relationships/tags" Target="../tags/tag85.xml"/><Relationship Id="rId75" Type="http://schemas.openxmlformats.org/officeDocument/2006/relationships/tags" Target="../tags/tag90.xml"/><Relationship Id="rId83" Type="http://schemas.openxmlformats.org/officeDocument/2006/relationships/tags" Target="../tags/tag98.xml"/><Relationship Id="rId88" Type="http://schemas.openxmlformats.org/officeDocument/2006/relationships/tags" Target="../tags/tag103.xml"/><Relationship Id="rId91" Type="http://schemas.openxmlformats.org/officeDocument/2006/relationships/tags" Target="../tags/tag106.xml"/><Relationship Id="rId96" Type="http://schemas.openxmlformats.org/officeDocument/2006/relationships/tags" Target="../tags/tag111.xml"/><Relationship Id="rId1" Type="http://schemas.openxmlformats.org/officeDocument/2006/relationships/tags" Target="../tags/tag16.xml"/><Relationship Id="rId6" Type="http://schemas.openxmlformats.org/officeDocument/2006/relationships/tags" Target="../tags/tag21.xml"/><Relationship Id="rId15" Type="http://schemas.openxmlformats.org/officeDocument/2006/relationships/tags" Target="../tags/tag30.xml"/><Relationship Id="rId23" Type="http://schemas.openxmlformats.org/officeDocument/2006/relationships/tags" Target="../tags/tag38.xml"/><Relationship Id="rId28" Type="http://schemas.openxmlformats.org/officeDocument/2006/relationships/tags" Target="../tags/tag43.xml"/><Relationship Id="rId36" Type="http://schemas.openxmlformats.org/officeDocument/2006/relationships/tags" Target="../tags/tag51.xml"/><Relationship Id="rId49" Type="http://schemas.openxmlformats.org/officeDocument/2006/relationships/tags" Target="../tags/tag64.xml"/><Relationship Id="rId57" Type="http://schemas.openxmlformats.org/officeDocument/2006/relationships/tags" Target="../tags/tag72.xml"/><Relationship Id="rId106" Type="http://schemas.openxmlformats.org/officeDocument/2006/relationships/chart" Target="../charts/chart1.xml"/><Relationship Id="rId10" Type="http://schemas.openxmlformats.org/officeDocument/2006/relationships/tags" Target="../tags/tag25.xml"/><Relationship Id="rId31" Type="http://schemas.openxmlformats.org/officeDocument/2006/relationships/tags" Target="../tags/tag46.xml"/><Relationship Id="rId44" Type="http://schemas.openxmlformats.org/officeDocument/2006/relationships/tags" Target="../tags/tag59.xml"/><Relationship Id="rId52" Type="http://schemas.openxmlformats.org/officeDocument/2006/relationships/tags" Target="../tags/tag67.xml"/><Relationship Id="rId60" Type="http://schemas.openxmlformats.org/officeDocument/2006/relationships/tags" Target="../tags/tag75.xml"/><Relationship Id="rId65" Type="http://schemas.openxmlformats.org/officeDocument/2006/relationships/tags" Target="../tags/tag80.xml"/><Relationship Id="rId73" Type="http://schemas.openxmlformats.org/officeDocument/2006/relationships/tags" Target="../tags/tag88.xml"/><Relationship Id="rId78" Type="http://schemas.openxmlformats.org/officeDocument/2006/relationships/tags" Target="../tags/tag93.xml"/><Relationship Id="rId81" Type="http://schemas.openxmlformats.org/officeDocument/2006/relationships/tags" Target="../tags/tag96.xml"/><Relationship Id="rId86" Type="http://schemas.openxmlformats.org/officeDocument/2006/relationships/tags" Target="../tags/tag101.xml"/><Relationship Id="rId94" Type="http://schemas.openxmlformats.org/officeDocument/2006/relationships/tags" Target="../tags/tag109.xml"/><Relationship Id="rId99" Type="http://schemas.openxmlformats.org/officeDocument/2006/relationships/tags" Target="../tags/tag114.xml"/><Relationship Id="rId101" Type="http://schemas.openxmlformats.org/officeDocument/2006/relationships/tags" Target="../tags/tag116.xml"/><Relationship Id="rId4" Type="http://schemas.openxmlformats.org/officeDocument/2006/relationships/tags" Target="../tags/tag19.xml"/><Relationship Id="rId9" Type="http://schemas.openxmlformats.org/officeDocument/2006/relationships/tags" Target="../tags/tag24.xml"/><Relationship Id="rId13" Type="http://schemas.openxmlformats.org/officeDocument/2006/relationships/tags" Target="../tags/tag28.xml"/><Relationship Id="rId18" Type="http://schemas.openxmlformats.org/officeDocument/2006/relationships/tags" Target="../tags/tag33.xml"/><Relationship Id="rId39" Type="http://schemas.openxmlformats.org/officeDocument/2006/relationships/tags" Target="../tags/tag54.xml"/><Relationship Id="rId34" Type="http://schemas.openxmlformats.org/officeDocument/2006/relationships/tags" Target="../tags/tag49.xml"/><Relationship Id="rId50" Type="http://schemas.openxmlformats.org/officeDocument/2006/relationships/tags" Target="../tags/tag65.xml"/><Relationship Id="rId55" Type="http://schemas.openxmlformats.org/officeDocument/2006/relationships/tags" Target="../tags/tag70.xml"/><Relationship Id="rId76" Type="http://schemas.openxmlformats.org/officeDocument/2006/relationships/tags" Target="../tags/tag91.xml"/><Relationship Id="rId97" Type="http://schemas.openxmlformats.org/officeDocument/2006/relationships/tags" Target="../tags/tag112.xml"/><Relationship Id="rId104" Type="http://schemas.openxmlformats.org/officeDocument/2006/relationships/oleObject" Target="../embeddings/oleObject15.bin"/><Relationship Id="rId7" Type="http://schemas.openxmlformats.org/officeDocument/2006/relationships/tags" Target="../tags/tag22.xml"/><Relationship Id="rId71" Type="http://schemas.openxmlformats.org/officeDocument/2006/relationships/tags" Target="../tags/tag86.xml"/><Relationship Id="rId92" Type="http://schemas.openxmlformats.org/officeDocument/2006/relationships/tags" Target="../tags/tag107.xml"/><Relationship Id="rId2" Type="http://schemas.openxmlformats.org/officeDocument/2006/relationships/tags" Target="../tags/tag17.xml"/><Relationship Id="rId29" Type="http://schemas.openxmlformats.org/officeDocument/2006/relationships/tags" Target="../tags/tag44.xml"/><Relationship Id="rId24" Type="http://schemas.openxmlformats.org/officeDocument/2006/relationships/tags" Target="../tags/tag39.xml"/><Relationship Id="rId40" Type="http://schemas.openxmlformats.org/officeDocument/2006/relationships/tags" Target="../tags/tag55.xml"/><Relationship Id="rId45" Type="http://schemas.openxmlformats.org/officeDocument/2006/relationships/tags" Target="../tags/tag60.xml"/><Relationship Id="rId66" Type="http://schemas.openxmlformats.org/officeDocument/2006/relationships/tags" Target="../tags/tag81.xml"/><Relationship Id="rId87" Type="http://schemas.openxmlformats.org/officeDocument/2006/relationships/tags" Target="../tags/tag102.xml"/><Relationship Id="rId61" Type="http://schemas.openxmlformats.org/officeDocument/2006/relationships/tags" Target="../tags/tag76.xml"/><Relationship Id="rId82" Type="http://schemas.openxmlformats.org/officeDocument/2006/relationships/tags" Target="../tags/tag97.xml"/><Relationship Id="rId19" Type="http://schemas.openxmlformats.org/officeDocument/2006/relationships/tags" Target="../tags/tag34.xml"/><Relationship Id="rId14" Type="http://schemas.openxmlformats.org/officeDocument/2006/relationships/tags" Target="../tags/tag29.xml"/><Relationship Id="rId30" Type="http://schemas.openxmlformats.org/officeDocument/2006/relationships/tags" Target="../tags/tag45.xml"/><Relationship Id="rId35" Type="http://schemas.openxmlformats.org/officeDocument/2006/relationships/tags" Target="../tags/tag50.xml"/><Relationship Id="rId56" Type="http://schemas.openxmlformats.org/officeDocument/2006/relationships/tags" Target="../tags/tag71.xml"/><Relationship Id="rId77" Type="http://schemas.openxmlformats.org/officeDocument/2006/relationships/tags" Target="../tags/tag92.xml"/><Relationship Id="rId100" Type="http://schemas.openxmlformats.org/officeDocument/2006/relationships/tags" Target="../tags/tag115.xml"/><Relationship Id="rId105" Type="http://schemas.openxmlformats.org/officeDocument/2006/relationships/image" Target="../media/image1.emf"/><Relationship Id="rId8" Type="http://schemas.openxmlformats.org/officeDocument/2006/relationships/tags" Target="../tags/tag23.xml"/><Relationship Id="rId51" Type="http://schemas.openxmlformats.org/officeDocument/2006/relationships/tags" Target="../tags/tag66.xml"/><Relationship Id="rId72" Type="http://schemas.openxmlformats.org/officeDocument/2006/relationships/tags" Target="../tags/tag87.xml"/><Relationship Id="rId93" Type="http://schemas.openxmlformats.org/officeDocument/2006/relationships/tags" Target="../tags/tag108.xml"/><Relationship Id="rId98" Type="http://schemas.openxmlformats.org/officeDocument/2006/relationships/tags" Target="../tags/tag113.xml"/><Relationship Id="rId3" Type="http://schemas.openxmlformats.org/officeDocument/2006/relationships/tags" Target="../tags/tag18.xml"/><Relationship Id="rId25" Type="http://schemas.openxmlformats.org/officeDocument/2006/relationships/tags" Target="../tags/tag40.xml"/><Relationship Id="rId46" Type="http://schemas.openxmlformats.org/officeDocument/2006/relationships/tags" Target="../tags/tag61.xml"/><Relationship Id="rId67" Type="http://schemas.openxmlformats.org/officeDocument/2006/relationships/tags" Target="../tags/tag8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125.xml"/><Relationship Id="rId13" Type="http://schemas.openxmlformats.org/officeDocument/2006/relationships/tags" Target="../tags/tag130.xml"/><Relationship Id="rId18" Type="http://schemas.openxmlformats.org/officeDocument/2006/relationships/tags" Target="../tags/tag135.xml"/><Relationship Id="rId3" Type="http://schemas.openxmlformats.org/officeDocument/2006/relationships/tags" Target="../tags/tag120.xml"/><Relationship Id="rId21" Type="http://schemas.openxmlformats.org/officeDocument/2006/relationships/tags" Target="../tags/tag138.xml"/><Relationship Id="rId7" Type="http://schemas.openxmlformats.org/officeDocument/2006/relationships/tags" Target="../tags/tag124.xml"/><Relationship Id="rId12" Type="http://schemas.openxmlformats.org/officeDocument/2006/relationships/tags" Target="../tags/tag129.xml"/><Relationship Id="rId17" Type="http://schemas.openxmlformats.org/officeDocument/2006/relationships/tags" Target="../tags/tag134.xml"/><Relationship Id="rId25" Type="http://schemas.openxmlformats.org/officeDocument/2006/relationships/chart" Target="../charts/chart4.xml"/><Relationship Id="rId2" Type="http://schemas.openxmlformats.org/officeDocument/2006/relationships/tags" Target="../tags/tag119.xml"/><Relationship Id="rId16" Type="http://schemas.openxmlformats.org/officeDocument/2006/relationships/tags" Target="../tags/tag133.xml"/><Relationship Id="rId20" Type="http://schemas.openxmlformats.org/officeDocument/2006/relationships/tags" Target="../tags/tag137.xml"/><Relationship Id="rId1" Type="http://schemas.openxmlformats.org/officeDocument/2006/relationships/tags" Target="../tags/tag118.xml"/><Relationship Id="rId6" Type="http://schemas.openxmlformats.org/officeDocument/2006/relationships/tags" Target="../tags/tag123.xml"/><Relationship Id="rId11" Type="http://schemas.openxmlformats.org/officeDocument/2006/relationships/tags" Target="../tags/tag128.xml"/><Relationship Id="rId24" Type="http://schemas.openxmlformats.org/officeDocument/2006/relationships/image" Target="../media/image1.emf"/><Relationship Id="rId5" Type="http://schemas.openxmlformats.org/officeDocument/2006/relationships/tags" Target="../tags/tag122.xml"/><Relationship Id="rId15" Type="http://schemas.openxmlformats.org/officeDocument/2006/relationships/tags" Target="../tags/tag132.xml"/><Relationship Id="rId23" Type="http://schemas.openxmlformats.org/officeDocument/2006/relationships/oleObject" Target="../embeddings/oleObject16.bin"/><Relationship Id="rId10" Type="http://schemas.openxmlformats.org/officeDocument/2006/relationships/tags" Target="../tags/tag127.xml"/><Relationship Id="rId19" Type="http://schemas.openxmlformats.org/officeDocument/2006/relationships/tags" Target="../tags/tag136.xml"/><Relationship Id="rId4" Type="http://schemas.openxmlformats.org/officeDocument/2006/relationships/tags" Target="../tags/tag121.xml"/><Relationship Id="rId9" Type="http://schemas.openxmlformats.org/officeDocument/2006/relationships/tags" Target="../tags/tag126.xml"/><Relationship Id="rId14" Type="http://schemas.openxmlformats.org/officeDocument/2006/relationships/tags" Target="../tags/tag131.xml"/><Relationship Id="rId22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39.xml"/><Relationship Id="rId5" Type="http://schemas.openxmlformats.org/officeDocument/2006/relationships/image" Target="../media/image5.jpeg"/><Relationship Id="rId4" Type="http://schemas.openxmlformats.org/officeDocument/2006/relationships/image" Target="../media/image1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40.xml"/><Relationship Id="rId5" Type="http://schemas.openxmlformats.org/officeDocument/2006/relationships/image" Target="../media/image6.jpeg"/><Relationship Id="rId4" Type="http://schemas.openxmlformats.org/officeDocument/2006/relationships/image" Target="../media/image1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1.xml"/><Relationship Id="rId4" Type="http://schemas.openxmlformats.org/officeDocument/2006/relationships/image" Target="../media/image1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144.xml"/><Relationship Id="rId2" Type="http://schemas.openxmlformats.org/officeDocument/2006/relationships/tags" Target="../tags/tag143.xml"/><Relationship Id="rId1" Type="http://schemas.openxmlformats.org/officeDocument/2006/relationships/tags" Target="../tags/tag142.xml"/><Relationship Id="rId4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5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1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6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7.xml"/><Relationship Id="rId5" Type="http://schemas.openxmlformats.org/officeDocument/2006/relationships/image" Target="../media/image14.svg"/><Relationship Id="rId4" Type="http://schemas.openxmlformats.org/officeDocument/2006/relationships/image" Target="../media/image1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8.xml"/><Relationship Id="rId4" Type="http://schemas.openxmlformats.org/officeDocument/2006/relationships/image" Target="../media/image1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9.xml"/><Relationship Id="rId4" Type="http://schemas.openxmlformats.org/officeDocument/2006/relationships/image" Target="../media/image1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50.xml"/><Relationship Id="rId4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cell data - do not delete" hidden="1">
            <a:extLst>
              <a:ext uri="{FF2B5EF4-FFF2-40B4-BE49-F238E27FC236}">
                <a16:creationId xmlns:a16="http://schemas.microsoft.com/office/drawing/2014/main" id="{A440B660-11F8-4C36-E780-C3A93C27A870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7073905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473" imgH="473" progId="TCLayout.ActiveDocument.1">
                  <p:embed/>
                </p:oleObj>
              </mc:Choice>
              <mc:Fallback>
                <p:oleObj name="thinkcell Slide" r:id="rId3" imgW="473" imgH="47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9775546C-816B-5103-2655-6EDCF489B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2316402"/>
            <a:ext cx="5688012" cy="1354217"/>
          </a:xfrm>
        </p:spPr>
        <p:txBody>
          <a:bodyPr vert="horz" rIns="91440">
            <a:spAutoFit/>
          </a:bodyPr>
          <a:lstStyle/>
          <a:p>
            <a:r>
              <a:rPr lang="en-IN" dirty="0"/>
              <a:t>Presentation </a:t>
            </a:r>
            <a:br>
              <a:rPr lang="en-IN" dirty="0"/>
            </a:br>
            <a:r>
              <a:rPr lang="en-IN" dirty="0"/>
              <a:t>Design Portfolio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49072E-26F5-72A1-C650-DA27FEC239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7988" y="4292897"/>
            <a:ext cx="5688011" cy="738664"/>
          </a:xfrm>
        </p:spPr>
        <p:txBody>
          <a:bodyPr/>
          <a:lstStyle/>
          <a:p>
            <a:r>
              <a:rPr lang="en-US" sz="2400" dirty="0"/>
              <a:t>Visually engaging slides using graphics, icons, images, charts etc., as appropriate</a:t>
            </a:r>
            <a:endParaRPr lang="en-IN" sz="2400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8E271BD7-D69F-A4DE-0F2D-D1A44CE2C831}"/>
              </a:ext>
            </a:extLst>
          </p:cNvPr>
          <p:cNvSpPr txBox="1">
            <a:spLocks/>
          </p:cNvSpPr>
          <p:nvPr/>
        </p:nvSpPr>
        <p:spPr>
          <a:xfrm>
            <a:off x="407988" y="6160289"/>
            <a:ext cx="5688011" cy="369332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FontTx/>
              <a:buNone/>
              <a:defRPr sz="3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dirty="0"/>
              <a:t>Portfolio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65DB9DC-A133-3660-9924-2C1012062F0F}"/>
              </a:ext>
            </a:extLst>
          </p:cNvPr>
          <p:cNvSpPr txBox="1">
            <a:spLocks/>
          </p:cNvSpPr>
          <p:nvPr/>
        </p:nvSpPr>
        <p:spPr>
          <a:xfrm>
            <a:off x="407988" y="143713"/>
            <a:ext cx="5688011" cy="276999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FontTx/>
              <a:buNone/>
              <a:defRPr sz="3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800" dirty="0"/>
              <a:t>Megha | 2026</a:t>
            </a:r>
          </a:p>
        </p:txBody>
      </p:sp>
    </p:spTree>
    <p:extLst>
      <p:ext uri="{BB962C8B-B14F-4D97-AF65-F5344CB8AC3E}">
        <p14:creationId xmlns:p14="http://schemas.microsoft.com/office/powerpoint/2010/main" val="9197152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C3B93A2-73B8-2304-7793-0B471F995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9" y="2444117"/>
            <a:ext cx="2925520" cy="1969770"/>
          </a:xfrm>
        </p:spPr>
        <p:txBody>
          <a:bodyPr/>
          <a:lstStyle/>
          <a:p>
            <a:r>
              <a:rPr lang="en-US" dirty="0"/>
              <a:t>Strategic framework | Three growth levers</a:t>
            </a:r>
            <a:endParaRPr lang="en-IN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F662ACE-CCFA-84CD-8928-4258F8FAE6F5}"/>
              </a:ext>
            </a:extLst>
          </p:cNvPr>
          <p:cNvSpPr/>
          <p:nvPr/>
        </p:nvSpPr>
        <p:spPr>
          <a:xfrm>
            <a:off x="3987167" y="1889663"/>
            <a:ext cx="744798" cy="74479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endParaRPr lang="en-IN" sz="1200">
              <a:solidFill>
                <a:schemeClr val="tx1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5E8683D-855E-7154-F428-68526BF0CECE}"/>
              </a:ext>
            </a:extLst>
          </p:cNvPr>
          <p:cNvSpPr/>
          <p:nvPr/>
        </p:nvSpPr>
        <p:spPr>
          <a:xfrm>
            <a:off x="3987167" y="3325757"/>
            <a:ext cx="744798" cy="74479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endParaRPr lang="en-IN" sz="1200">
              <a:solidFill>
                <a:schemeClr val="tx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8EB5864-48CE-7EFC-1E5A-A02D90F229D0}"/>
              </a:ext>
            </a:extLst>
          </p:cNvPr>
          <p:cNvSpPr/>
          <p:nvPr/>
        </p:nvSpPr>
        <p:spPr>
          <a:xfrm>
            <a:off x="3987167" y="4761852"/>
            <a:ext cx="744798" cy="74479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endParaRPr lang="en-IN" sz="1200">
              <a:solidFill>
                <a:schemeClr val="tx1"/>
              </a:solidFill>
            </a:endParaRPr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2A95BF76-76DA-793D-A3C1-FDA695A64FAA}"/>
              </a:ext>
            </a:extLst>
          </p:cNvPr>
          <p:cNvSpPr/>
          <p:nvPr/>
        </p:nvSpPr>
        <p:spPr>
          <a:xfrm>
            <a:off x="6813755" y="1761925"/>
            <a:ext cx="4970256" cy="1000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ea typeface="Aptos" pitchFamily="34" charset="-122"/>
                <a:cs typeface="Aptos" pitchFamily="34" charset="-120"/>
              </a:rPr>
              <a:t>Retention and share of wallet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</a:rPr>
              <a:t>Executive-ready storylines, logical flow and concise messaging</a:t>
            </a: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4CF6A7B6-3BF3-8482-E90C-348C817193C7}"/>
              </a:ext>
            </a:extLst>
          </p:cNvPr>
          <p:cNvSpPr/>
          <p:nvPr/>
        </p:nvSpPr>
        <p:spPr>
          <a:xfrm>
            <a:off x="6813755" y="3198019"/>
            <a:ext cx="4970256" cy="1000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ea typeface="Aptos" pitchFamily="34" charset="-122"/>
                <a:cs typeface="Aptos" pitchFamily="34" charset="-120"/>
              </a:rPr>
              <a:t>Productivity and quality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</a:rPr>
              <a:t>Consistent typography, spacing, alignment and brand standards</a:t>
            </a: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6485B17C-B345-D055-DB2B-445F4ADFEDC9}"/>
              </a:ext>
            </a:extLst>
          </p:cNvPr>
          <p:cNvSpPr/>
          <p:nvPr/>
        </p:nvSpPr>
        <p:spPr>
          <a:xfrm>
            <a:off x="4878627" y="2092785"/>
            <a:ext cx="1551670" cy="3385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ea typeface="Aptos" pitchFamily="34" charset="-122"/>
                <a:cs typeface="Aptos" pitchFamily="34" charset="-120"/>
              </a:rPr>
              <a:t>Customer</a:t>
            </a:r>
            <a:endParaRPr lang="en-US" sz="2200" dirty="0">
              <a:solidFill>
                <a:schemeClr val="tx2"/>
              </a:solidFill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6B889D8A-5DAE-57B8-E6C4-3FC0F02DEFE1}"/>
              </a:ext>
            </a:extLst>
          </p:cNvPr>
          <p:cNvSpPr/>
          <p:nvPr/>
        </p:nvSpPr>
        <p:spPr>
          <a:xfrm>
            <a:off x="4866505" y="3528879"/>
            <a:ext cx="1551670" cy="3385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ea typeface="Aptos" pitchFamily="34" charset="-122"/>
                <a:cs typeface="Aptos" pitchFamily="34" charset="-120"/>
              </a:rPr>
              <a:t>Operations</a:t>
            </a:r>
            <a:endParaRPr lang="en-US" sz="2200" dirty="0">
              <a:solidFill>
                <a:schemeClr val="tx2"/>
              </a:solidFill>
            </a:endParaRPr>
          </a:p>
        </p:txBody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9BC36458-9B37-6A6D-A756-005B1E4B2004}"/>
              </a:ext>
            </a:extLst>
          </p:cNvPr>
          <p:cNvSpPr/>
          <p:nvPr/>
        </p:nvSpPr>
        <p:spPr>
          <a:xfrm>
            <a:off x="4878627" y="4964974"/>
            <a:ext cx="1551670" cy="3385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ea typeface="Aptos" pitchFamily="34" charset="-122"/>
                <a:cs typeface="Aptos" pitchFamily="34" charset="-120"/>
              </a:rPr>
              <a:t>Capabilities</a:t>
            </a:r>
            <a:endParaRPr lang="en-US" sz="2200" dirty="0">
              <a:solidFill>
                <a:schemeClr val="tx2"/>
              </a:solidFill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C629D2D4-BC12-59BE-400B-82AD31C48E56}"/>
              </a:ext>
            </a:extLst>
          </p:cNvPr>
          <p:cNvSpPr/>
          <p:nvPr/>
        </p:nvSpPr>
        <p:spPr>
          <a:xfrm>
            <a:off x="6813755" y="4634114"/>
            <a:ext cx="4970256" cy="1000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ea typeface="Aptos" pitchFamily="34" charset="-122"/>
                <a:cs typeface="Aptos" pitchFamily="34" charset="-120"/>
              </a:rPr>
              <a:t>Talent, tools and governance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</a:rPr>
              <a:t>Accurate, editable slides built for </a:t>
            </a:r>
            <a:br>
              <a:rPr lang="en-US" sz="2000" dirty="0">
                <a:solidFill>
                  <a:schemeClr val="tx2"/>
                </a:solidFill>
              </a:rPr>
            </a:br>
            <a:r>
              <a:rPr lang="en-US" sz="2000" dirty="0">
                <a:solidFill>
                  <a:schemeClr val="tx2"/>
                </a:solidFill>
              </a:rPr>
              <a:t>efficient revisions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68D7F1F-A55F-C141-34DF-0225355EE2CB}"/>
              </a:ext>
            </a:extLst>
          </p:cNvPr>
          <p:cNvCxnSpPr>
            <a:cxnSpLocks/>
          </p:cNvCxnSpPr>
          <p:nvPr/>
        </p:nvCxnSpPr>
        <p:spPr>
          <a:xfrm>
            <a:off x="3987167" y="2980109"/>
            <a:ext cx="779684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777819E-82A9-A192-C2A4-51FF7025389B}"/>
              </a:ext>
            </a:extLst>
          </p:cNvPr>
          <p:cNvCxnSpPr>
            <a:cxnSpLocks/>
          </p:cNvCxnSpPr>
          <p:nvPr/>
        </p:nvCxnSpPr>
        <p:spPr>
          <a:xfrm>
            <a:off x="3987167" y="4416203"/>
            <a:ext cx="779684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AECB222-272C-874F-2CF1-D1256ACAA477}"/>
              </a:ext>
            </a:extLst>
          </p:cNvPr>
          <p:cNvGrpSpPr/>
          <p:nvPr/>
        </p:nvGrpSpPr>
        <p:grpSpPr>
          <a:xfrm>
            <a:off x="4141649" y="2026759"/>
            <a:ext cx="435834" cy="470606"/>
            <a:chOff x="10303152" y="2654050"/>
            <a:chExt cx="791774" cy="854945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962EF15-1418-9818-1804-460AB887473D}"/>
                </a:ext>
              </a:extLst>
            </p:cNvPr>
            <p:cNvSpPr/>
            <p:nvPr/>
          </p:nvSpPr>
          <p:spPr>
            <a:xfrm>
              <a:off x="10953157" y="3398491"/>
              <a:ext cx="19570" cy="110504"/>
            </a:xfrm>
            <a:custGeom>
              <a:avLst/>
              <a:gdLst>
                <a:gd name="csX0" fmla="*/ 9785 w 19570"/>
                <a:gd name="csY0" fmla="*/ 110504 h 110504"/>
                <a:gd name="csX1" fmla="*/ 0 w 19570"/>
                <a:gd name="csY1" fmla="*/ 100719 h 110504"/>
                <a:gd name="csX2" fmla="*/ 0 w 19570"/>
                <a:gd name="csY2" fmla="*/ 9785 h 110504"/>
                <a:gd name="csX3" fmla="*/ 9785 w 19570"/>
                <a:gd name="csY3" fmla="*/ 0 h 110504"/>
                <a:gd name="csX4" fmla="*/ 19570 w 19570"/>
                <a:gd name="csY4" fmla="*/ 9785 h 110504"/>
                <a:gd name="csX5" fmla="*/ 19570 w 19570"/>
                <a:gd name="csY5" fmla="*/ 100719 h 110504"/>
                <a:gd name="csX6" fmla="*/ 9785 w 19570"/>
                <a:gd name="csY6" fmla="*/ 110504 h 1105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9570" h="110504">
                  <a:moveTo>
                    <a:pt x="9785" y="110504"/>
                  </a:moveTo>
                  <a:cubicBezTo>
                    <a:pt x="4390" y="110504"/>
                    <a:pt x="0" y="106114"/>
                    <a:pt x="0" y="100719"/>
                  </a:cubicBezTo>
                  <a:lnTo>
                    <a:pt x="0" y="9785"/>
                  </a:lnTo>
                  <a:cubicBezTo>
                    <a:pt x="0" y="4390"/>
                    <a:pt x="4390" y="0"/>
                    <a:pt x="9785" y="0"/>
                  </a:cubicBezTo>
                  <a:cubicBezTo>
                    <a:pt x="15180" y="0"/>
                    <a:pt x="19570" y="4391"/>
                    <a:pt x="19570" y="9785"/>
                  </a:cubicBezTo>
                  <a:lnTo>
                    <a:pt x="19570" y="100719"/>
                  </a:lnTo>
                  <a:cubicBezTo>
                    <a:pt x="19570" y="106114"/>
                    <a:pt x="15180" y="110504"/>
                    <a:pt x="9785" y="1105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1EFB81FC-F530-B185-345C-AF2E3370CF45}"/>
                </a:ext>
              </a:extLst>
            </p:cNvPr>
            <p:cNvSpPr/>
            <p:nvPr/>
          </p:nvSpPr>
          <p:spPr>
            <a:xfrm>
              <a:off x="10303152" y="3122786"/>
              <a:ext cx="791774" cy="386208"/>
            </a:xfrm>
            <a:custGeom>
              <a:avLst/>
              <a:gdLst>
                <a:gd name="csX0" fmla="*/ 782015 w 791774"/>
                <a:gd name="csY0" fmla="*/ 386208 h 386208"/>
                <a:gd name="csX1" fmla="*/ 9785 w 791774"/>
                <a:gd name="csY1" fmla="*/ 386208 h 386208"/>
                <a:gd name="csX2" fmla="*/ 0 w 791774"/>
                <a:gd name="csY2" fmla="*/ 376423 h 386208"/>
                <a:gd name="csX3" fmla="*/ 0 w 791774"/>
                <a:gd name="csY3" fmla="*/ 319311 h 386208"/>
                <a:gd name="csX4" fmla="*/ 89334 w 791774"/>
                <a:gd name="csY4" fmla="*/ 171635 h 386208"/>
                <a:gd name="csX5" fmla="*/ 89632 w 791774"/>
                <a:gd name="csY5" fmla="*/ 171486 h 386208"/>
                <a:gd name="csX6" fmla="*/ 293600 w 791774"/>
                <a:gd name="csY6" fmla="*/ 77985 h 386208"/>
                <a:gd name="csX7" fmla="*/ 308110 w 791774"/>
                <a:gd name="csY7" fmla="*/ 49820 h 386208"/>
                <a:gd name="csX8" fmla="*/ 308110 w 791774"/>
                <a:gd name="csY8" fmla="*/ 9785 h 386208"/>
                <a:gd name="csX9" fmla="*/ 317895 w 791774"/>
                <a:gd name="csY9" fmla="*/ 0 h 386208"/>
                <a:gd name="csX10" fmla="*/ 327681 w 791774"/>
                <a:gd name="csY10" fmla="*/ 9785 h 386208"/>
                <a:gd name="csX11" fmla="*/ 327681 w 791774"/>
                <a:gd name="csY11" fmla="*/ 49820 h 386208"/>
                <a:gd name="csX12" fmla="*/ 303942 w 791774"/>
                <a:gd name="csY12" fmla="*/ 94654 h 386208"/>
                <a:gd name="csX13" fmla="*/ 302528 w 791774"/>
                <a:gd name="csY13" fmla="*/ 95435 h 386208"/>
                <a:gd name="csX14" fmla="*/ 97931 w 791774"/>
                <a:gd name="csY14" fmla="*/ 189197 h 386208"/>
                <a:gd name="csX15" fmla="*/ 19573 w 791774"/>
                <a:gd name="csY15" fmla="*/ 319271 h 386208"/>
                <a:gd name="csX16" fmla="*/ 19573 w 791774"/>
                <a:gd name="csY16" fmla="*/ 366598 h 386208"/>
                <a:gd name="csX17" fmla="*/ 772239 w 791774"/>
                <a:gd name="csY17" fmla="*/ 366598 h 386208"/>
                <a:gd name="csX18" fmla="*/ 772239 w 791774"/>
                <a:gd name="csY18" fmla="*/ 319271 h 386208"/>
                <a:gd name="csX19" fmla="*/ 693843 w 791774"/>
                <a:gd name="csY19" fmla="*/ 189197 h 386208"/>
                <a:gd name="csX20" fmla="*/ 489246 w 791774"/>
                <a:gd name="csY20" fmla="*/ 95435 h 386208"/>
                <a:gd name="csX21" fmla="*/ 487832 w 791774"/>
                <a:gd name="csY21" fmla="*/ 94654 h 386208"/>
                <a:gd name="csX22" fmla="*/ 464094 w 791774"/>
                <a:gd name="csY22" fmla="*/ 49820 h 386208"/>
                <a:gd name="csX23" fmla="*/ 464094 w 791774"/>
                <a:gd name="csY23" fmla="*/ 11161 h 386208"/>
                <a:gd name="csX24" fmla="*/ 473879 w 791774"/>
                <a:gd name="csY24" fmla="*/ 1376 h 386208"/>
                <a:gd name="csX25" fmla="*/ 483664 w 791774"/>
                <a:gd name="csY25" fmla="*/ 11161 h 386208"/>
                <a:gd name="csX26" fmla="*/ 483664 w 791774"/>
                <a:gd name="csY26" fmla="*/ 49820 h 386208"/>
                <a:gd name="csX27" fmla="*/ 498174 w 791774"/>
                <a:gd name="csY27" fmla="*/ 77985 h 386208"/>
                <a:gd name="csX28" fmla="*/ 702143 w 791774"/>
                <a:gd name="csY28" fmla="*/ 171486 h 386208"/>
                <a:gd name="csX29" fmla="*/ 702440 w 791774"/>
                <a:gd name="csY29" fmla="*/ 171635 h 386208"/>
                <a:gd name="csX30" fmla="*/ 791774 w 791774"/>
                <a:gd name="csY30" fmla="*/ 319311 h 386208"/>
                <a:gd name="csX31" fmla="*/ 791774 w 791774"/>
                <a:gd name="csY31" fmla="*/ 376423 h 386208"/>
                <a:gd name="csX32" fmla="*/ 781989 w 791774"/>
                <a:gd name="csY32" fmla="*/ 386208 h 3862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</a:cxnLst>
              <a:rect l="l" t="t" r="r" b="b"/>
              <a:pathLst>
                <a:path w="791774" h="386208">
                  <a:moveTo>
                    <a:pt x="782015" y="386208"/>
                  </a:moveTo>
                  <a:lnTo>
                    <a:pt x="9785" y="386208"/>
                  </a:lnTo>
                  <a:cubicBezTo>
                    <a:pt x="4353" y="386208"/>
                    <a:pt x="0" y="381818"/>
                    <a:pt x="0" y="376423"/>
                  </a:cubicBezTo>
                  <a:lnTo>
                    <a:pt x="0" y="319311"/>
                  </a:lnTo>
                  <a:cubicBezTo>
                    <a:pt x="0" y="256729"/>
                    <a:pt x="35049" y="198800"/>
                    <a:pt x="89334" y="171635"/>
                  </a:cubicBezTo>
                  <a:cubicBezTo>
                    <a:pt x="89446" y="171598"/>
                    <a:pt x="89520" y="171523"/>
                    <a:pt x="89632" y="171486"/>
                  </a:cubicBezTo>
                  <a:lnTo>
                    <a:pt x="293600" y="77985"/>
                  </a:lnTo>
                  <a:cubicBezTo>
                    <a:pt x="302679" y="71511"/>
                    <a:pt x="308110" y="61056"/>
                    <a:pt x="308110" y="49820"/>
                  </a:cubicBezTo>
                  <a:lnTo>
                    <a:pt x="308110" y="9785"/>
                  </a:lnTo>
                  <a:cubicBezTo>
                    <a:pt x="308110" y="4390"/>
                    <a:pt x="312501" y="0"/>
                    <a:pt x="317895" y="0"/>
                  </a:cubicBezTo>
                  <a:cubicBezTo>
                    <a:pt x="323290" y="0"/>
                    <a:pt x="327681" y="4390"/>
                    <a:pt x="327681" y="9785"/>
                  </a:cubicBezTo>
                  <a:lnTo>
                    <a:pt x="327681" y="49820"/>
                  </a:lnTo>
                  <a:cubicBezTo>
                    <a:pt x="327681" y="67828"/>
                    <a:pt x="318825" y="84571"/>
                    <a:pt x="303942" y="94654"/>
                  </a:cubicBezTo>
                  <a:cubicBezTo>
                    <a:pt x="303496" y="94951"/>
                    <a:pt x="303012" y="95212"/>
                    <a:pt x="302528" y="95435"/>
                  </a:cubicBezTo>
                  <a:lnTo>
                    <a:pt x="97931" y="189197"/>
                  </a:lnTo>
                  <a:cubicBezTo>
                    <a:pt x="50344" y="213084"/>
                    <a:pt x="19573" y="264095"/>
                    <a:pt x="19573" y="319271"/>
                  </a:cubicBezTo>
                  <a:lnTo>
                    <a:pt x="19573" y="366598"/>
                  </a:lnTo>
                  <a:lnTo>
                    <a:pt x="772239" y="366598"/>
                  </a:lnTo>
                  <a:lnTo>
                    <a:pt x="772239" y="319271"/>
                  </a:lnTo>
                  <a:cubicBezTo>
                    <a:pt x="772239" y="264092"/>
                    <a:pt x="741468" y="213086"/>
                    <a:pt x="693843" y="189197"/>
                  </a:cubicBezTo>
                  <a:lnTo>
                    <a:pt x="489246" y="95435"/>
                  </a:lnTo>
                  <a:cubicBezTo>
                    <a:pt x="488762" y="95212"/>
                    <a:pt x="488279" y="94951"/>
                    <a:pt x="487832" y="94654"/>
                  </a:cubicBezTo>
                  <a:cubicBezTo>
                    <a:pt x="472986" y="84571"/>
                    <a:pt x="464094" y="67828"/>
                    <a:pt x="464094" y="49820"/>
                  </a:cubicBezTo>
                  <a:lnTo>
                    <a:pt x="464094" y="11161"/>
                  </a:lnTo>
                  <a:cubicBezTo>
                    <a:pt x="464094" y="5766"/>
                    <a:pt x="468484" y="1376"/>
                    <a:pt x="473879" y="1376"/>
                  </a:cubicBezTo>
                  <a:cubicBezTo>
                    <a:pt x="479274" y="1376"/>
                    <a:pt x="483664" y="5767"/>
                    <a:pt x="483664" y="11161"/>
                  </a:cubicBezTo>
                  <a:lnTo>
                    <a:pt x="483664" y="49820"/>
                  </a:lnTo>
                  <a:cubicBezTo>
                    <a:pt x="483664" y="61056"/>
                    <a:pt x="489059" y="71548"/>
                    <a:pt x="498174" y="77985"/>
                  </a:cubicBezTo>
                  <a:lnTo>
                    <a:pt x="702143" y="171486"/>
                  </a:lnTo>
                  <a:cubicBezTo>
                    <a:pt x="702254" y="171523"/>
                    <a:pt x="702329" y="171561"/>
                    <a:pt x="702440" y="171635"/>
                  </a:cubicBezTo>
                  <a:cubicBezTo>
                    <a:pt x="756725" y="198759"/>
                    <a:pt x="791774" y="256728"/>
                    <a:pt x="791774" y="319311"/>
                  </a:cubicBezTo>
                  <a:lnTo>
                    <a:pt x="791774" y="376423"/>
                  </a:lnTo>
                  <a:cubicBezTo>
                    <a:pt x="791774" y="381819"/>
                    <a:pt x="787384" y="386208"/>
                    <a:pt x="781989" y="38620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0ABFBBF-243B-FC6E-87C1-377F35EF2A74}"/>
                </a:ext>
              </a:extLst>
            </p:cNvPr>
            <p:cNvSpPr/>
            <p:nvPr/>
          </p:nvSpPr>
          <p:spPr>
            <a:xfrm>
              <a:off x="10425519" y="3398491"/>
              <a:ext cx="19570" cy="110504"/>
            </a:xfrm>
            <a:custGeom>
              <a:avLst/>
              <a:gdLst>
                <a:gd name="csX0" fmla="*/ 9785 w 19570"/>
                <a:gd name="csY0" fmla="*/ 110504 h 110504"/>
                <a:gd name="csX1" fmla="*/ 0 w 19570"/>
                <a:gd name="csY1" fmla="*/ 100719 h 110504"/>
                <a:gd name="csX2" fmla="*/ 0 w 19570"/>
                <a:gd name="csY2" fmla="*/ 9785 h 110504"/>
                <a:gd name="csX3" fmla="*/ 9785 w 19570"/>
                <a:gd name="csY3" fmla="*/ 0 h 110504"/>
                <a:gd name="csX4" fmla="*/ 19570 w 19570"/>
                <a:gd name="csY4" fmla="*/ 9785 h 110504"/>
                <a:gd name="csX5" fmla="*/ 19570 w 19570"/>
                <a:gd name="csY5" fmla="*/ 100719 h 110504"/>
                <a:gd name="csX6" fmla="*/ 9785 w 19570"/>
                <a:gd name="csY6" fmla="*/ 110504 h 1105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9570" h="110504">
                  <a:moveTo>
                    <a:pt x="9785" y="110504"/>
                  </a:moveTo>
                  <a:cubicBezTo>
                    <a:pt x="4390" y="110504"/>
                    <a:pt x="0" y="106114"/>
                    <a:pt x="0" y="100719"/>
                  </a:cubicBezTo>
                  <a:lnTo>
                    <a:pt x="0" y="9785"/>
                  </a:lnTo>
                  <a:cubicBezTo>
                    <a:pt x="0" y="4390"/>
                    <a:pt x="4390" y="0"/>
                    <a:pt x="9785" y="0"/>
                  </a:cubicBezTo>
                  <a:cubicBezTo>
                    <a:pt x="15217" y="0"/>
                    <a:pt x="19570" y="4391"/>
                    <a:pt x="19570" y="9785"/>
                  </a:cubicBezTo>
                  <a:lnTo>
                    <a:pt x="19570" y="100719"/>
                  </a:lnTo>
                  <a:cubicBezTo>
                    <a:pt x="19570" y="106114"/>
                    <a:pt x="15217" y="110504"/>
                    <a:pt x="9785" y="1105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3BC17FA-2C33-2E69-7CF0-3F2835513848}"/>
                </a:ext>
              </a:extLst>
            </p:cNvPr>
            <p:cNvSpPr/>
            <p:nvPr/>
          </p:nvSpPr>
          <p:spPr>
            <a:xfrm>
              <a:off x="10532160" y="2819414"/>
              <a:ext cx="337021" cy="346166"/>
            </a:xfrm>
            <a:custGeom>
              <a:avLst/>
              <a:gdLst>
                <a:gd name="csX0" fmla="*/ 336836 w 337021"/>
                <a:gd name="csY0" fmla="*/ 127492 h 346166"/>
                <a:gd name="csX1" fmla="*/ 336874 w 337021"/>
                <a:gd name="csY1" fmla="*/ 127492 h 346166"/>
                <a:gd name="csX2" fmla="*/ 19568 w 337021"/>
                <a:gd name="csY2" fmla="*/ 178540 h 346166"/>
                <a:gd name="csX3" fmla="*/ 65928 w 337021"/>
                <a:gd name="csY3" fmla="*/ 282048 h 346166"/>
                <a:gd name="csX4" fmla="*/ 94355 w 337021"/>
                <a:gd name="csY4" fmla="*/ 304967 h 346166"/>
                <a:gd name="csX5" fmla="*/ 168136 w 337021"/>
                <a:gd name="csY5" fmla="*/ 326547 h 346166"/>
                <a:gd name="csX6" fmla="*/ 239983 w 337021"/>
                <a:gd name="csY6" fmla="*/ 306195 h 346166"/>
                <a:gd name="csX7" fmla="*/ 317448 w 337021"/>
                <a:gd name="csY7" fmla="*/ 178541 h 346166"/>
                <a:gd name="csX8" fmla="*/ 317448 w 337021"/>
                <a:gd name="csY8" fmla="*/ 129428 h 346166"/>
                <a:gd name="csX9" fmla="*/ 317262 w 337021"/>
                <a:gd name="csY9" fmla="*/ 127456 h 346166"/>
                <a:gd name="csX10" fmla="*/ 304946 w 337021"/>
                <a:gd name="csY10" fmla="*/ 70009 h 346166"/>
                <a:gd name="csX11" fmla="*/ 258772 w 337021"/>
                <a:gd name="csY11" fmla="*/ 20896 h 346166"/>
                <a:gd name="csX12" fmla="*/ 177437 w 337021"/>
                <a:gd name="csY12" fmla="*/ 63423 h 346166"/>
                <a:gd name="csX13" fmla="*/ 106706 w 337021"/>
                <a:gd name="csY13" fmla="*/ 63423 h 346166"/>
                <a:gd name="csX14" fmla="*/ 19531 w 337021"/>
                <a:gd name="csY14" fmla="*/ 150562 h 346166"/>
                <a:gd name="csX15" fmla="*/ 19531 w 337021"/>
                <a:gd name="csY15" fmla="*/ 178505 h 346166"/>
                <a:gd name="csX16" fmla="*/ 168139 w 337021"/>
                <a:gd name="csY16" fmla="*/ 346123 h 346166"/>
                <a:gd name="csX17" fmla="*/ 83865 w 337021"/>
                <a:gd name="csY17" fmla="*/ 321529 h 346166"/>
                <a:gd name="csX18" fmla="*/ 51941 w 337021"/>
                <a:gd name="csY18" fmla="*/ 295782 h 346166"/>
                <a:gd name="csX19" fmla="*/ 0 w 337021"/>
                <a:gd name="csY19" fmla="*/ 179253 h 346166"/>
                <a:gd name="csX20" fmla="*/ 0 w 337021"/>
                <a:gd name="csY20" fmla="*/ 178807 h 346166"/>
                <a:gd name="csX21" fmla="*/ 0 w 337021"/>
                <a:gd name="csY21" fmla="*/ 150642 h 346166"/>
                <a:gd name="csX22" fmla="*/ 106747 w 337021"/>
                <a:gd name="csY22" fmla="*/ 43933 h 346166"/>
                <a:gd name="csX23" fmla="*/ 177477 w 337021"/>
                <a:gd name="csY23" fmla="*/ 43933 h 346166"/>
                <a:gd name="csX24" fmla="*/ 244711 w 337021"/>
                <a:gd name="csY24" fmla="*/ 6801 h 346166"/>
                <a:gd name="csX25" fmla="*/ 263128 w 337021"/>
                <a:gd name="csY25" fmla="*/ 1294 h 346166"/>
                <a:gd name="csX26" fmla="*/ 322734 w 337021"/>
                <a:gd name="csY26" fmla="*/ 61830 h 346166"/>
                <a:gd name="csX27" fmla="*/ 336835 w 337021"/>
                <a:gd name="csY27" fmla="*/ 125529 h 346166"/>
                <a:gd name="csX28" fmla="*/ 337022 w 337021"/>
                <a:gd name="csY28" fmla="*/ 127538 h 346166"/>
                <a:gd name="csX29" fmla="*/ 337022 w 337021"/>
                <a:gd name="csY29" fmla="*/ 178809 h 346166"/>
                <a:gd name="csX30" fmla="*/ 337022 w 337021"/>
                <a:gd name="csY30" fmla="*/ 179293 h 346166"/>
                <a:gd name="csX31" fmla="*/ 250143 w 337021"/>
                <a:gd name="csY31" fmla="*/ 322987 h 346166"/>
                <a:gd name="csX32" fmla="*/ 168138 w 337021"/>
                <a:gd name="csY32" fmla="*/ 346167 h 3461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</a:cxnLst>
              <a:rect l="l" t="t" r="r" b="b"/>
              <a:pathLst>
                <a:path w="337021" h="346166">
                  <a:moveTo>
                    <a:pt x="336836" y="127492"/>
                  </a:moveTo>
                  <a:lnTo>
                    <a:pt x="336874" y="127492"/>
                  </a:lnTo>
                  <a:close/>
                  <a:moveTo>
                    <a:pt x="19568" y="178540"/>
                  </a:moveTo>
                  <a:cubicBezTo>
                    <a:pt x="21354" y="216305"/>
                    <a:pt x="38246" y="254033"/>
                    <a:pt x="65928" y="282048"/>
                  </a:cubicBezTo>
                  <a:cubicBezTo>
                    <a:pt x="74188" y="290494"/>
                    <a:pt x="83490" y="297973"/>
                    <a:pt x="94355" y="304967"/>
                  </a:cubicBezTo>
                  <a:cubicBezTo>
                    <a:pt x="116902" y="319069"/>
                    <a:pt x="142426" y="326547"/>
                    <a:pt x="168136" y="326547"/>
                  </a:cubicBezTo>
                  <a:cubicBezTo>
                    <a:pt x="193214" y="326547"/>
                    <a:pt x="218068" y="319515"/>
                    <a:pt x="239983" y="306195"/>
                  </a:cubicBezTo>
                  <a:cubicBezTo>
                    <a:pt x="285227" y="278811"/>
                    <a:pt x="314881" y="229921"/>
                    <a:pt x="317448" y="178541"/>
                  </a:cubicBezTo>
                  <a:lnTo>
                    <a:pt x="317448" y="129428"/>
                  </a:lnTo>
                  <a:cubicBezTo>
                    <a:pt x="317337" y="128796"/>
                    <a:pt x="317262" y="128126"/>
                    <a:pt x="317262" y="127456"/>
                  </a:cubicBezTo>
                  <a:cubicBezTo>
                    <a:pt x="317262" y="107178"/>
                    <a:pt x="313021" y="87310"/>
                    <a:pt x="304946" y="70009"/>
                  </a:cubicBezTo>
                  <a:cubicBezTo>
                    <a:pt x="294678" y="47760"/>
                    <a:pt x="279534" y="31686"/>
                    <a:pt x="258772" y="20896"/>
                  </a:cubicBezTo>
                  <a:cubicBezTo>
                    <a:pt x="240280" y="47611"/>
                    <a:pt x="210216" y="63423"/>
                    <a:pt x="177437" y="63423"/>
                  </a:cubicBezTo>
                  <a:lnTo>
                    <a:pt x="106706" y="63423"/>
                  </a:lnTo>
                  <a:cubicBezTo>
                    <a:pt x="58635" y="63423"/>
                    <a:pt x="19531" y="102528"/>
                    <a:pt x="19531" y="150562"/>
                  </a:cubicBezTo>
                  <a:lnTo>
                    <a:pt x="19531" y="178505"/>
                  </a:lnTo>
                  <a:close/>
                  <a:moveTo>
                    <a:pt x="168139" y="346123"/>
                  </a:moveTo>
                  <a:cubicBezTo>
                    <a:pt x="138783" y="346123"/>
                    <a:pt x="109650" y="337602"/>
                    <a:pt x="83865" y="321529"/>
                  </a:cubicBezTo>
                  <a:cubicBezTo>
                    <a:pt x="71623" y="313679"/>
                    <a:pt x="61243" y="305270"/>
                    <a:pt x="51941" y="295782"/>
                  </a:cubicBezTo>
                  <a:cubicBezTo>
                    <a:pt x="20464" y="263858"/>
                    <a:pt x="2009" y="222485"/>
                    <a:pt x="0" y="179253"/>
                  </a:cubicBezTo>
                  <a:lnTo>
                    <a:pt x="0" y="178807"/>
                  </a:lnTo>
                  <a:lnTo>
                    <a:pt x="0" y="150642"/>
                  </a:lnTo>
                  <a:cubicBezTo>
                    <a:pt x="0" y="91780"/>
                    <a:pt x="47885" y="43933"/>
                    <a:pt x="106747" y="43933"/>
                  </a:cubicBezTo>
                  <a:lnTo>
                    <a:pt x="177477" y="43933"/>
                  </a:lnTo>
                  <a:cubicBezTo>
                    <a:pt x="205010" y="43933"/>
                    <a:pt x="230125" y="30055"/>
                    <a:pt x="244711" y="6801"/>
                  </a:cubicBezTo>
                  <a:cubicBezTo>
                    <a:pt x="248468" y="699"/>
                    <a:pt x="256505" y="-1720"/>
                    <a:pt x="263128" y="1294"/>
                  </a:cubicBezTo>
                  <a:cubicBezTo>
                    <a:pt x="289992" y="13944"/>
                    <a:pt x="310009" y="34296"/>
                    <a:pt x="322734" y="61830"/>
                  </a:cubicBezTo>
                  <a:cubicBezTo>
                    <a:pt x="331701" y="81140"/>
                    <a:pt x="336574" y="103093"/>
                    <a:pt x="336835" y="125529"/>
                  </a:cubicBezTo>
                  <a:cubicBezTo>
                    <a:pt x="336984" y="126161"/>
                    <a:pt x="337022" y="126831"/>
                    <a:pt x="337022" y="127538"/>
                  </a:cubicBezTo>
                  <a:lnTo>
                    <a:pt x="337022" y="178809"/>
                  </a:lnTo>
                  <a:lnTo>
                    <a:pt x="337022" y="179293"/>
                  </a:lnTo>
                  <a:cubicBezTo>
                    <a:pt x="334231" y="237187"/>
                    <a:pt x="300930" y="292250"/>
                    <a:pt x="250143" y="322987"/>
                  </a:cubicBezTo>
                  <a:cubicBezTo>
                    <a:pt x="225177" y="338130"/>
                    <a:pt x="196825" y="346167"/>
                    <a:pt x="168138" y="34616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E7FBCC9-BABC-0BCF-37E1-A8CCCD10F2C6}"/>
                </a:ext>
              </a:extLst>
            </p:cNvPr>
            <p:cNvSpPr/>
            <p:nvPr/>
          </p:nvSpPr>
          <p:spPr>
            <a:xfrm>
              <a:off x="10494700" y="2654050"/>
              <a:ext cx="416783" cy="354112"/>
            </a:xfrm>
            <a:custGeom>
              <a:avLst/>
              <a:gdLst>
                <a:gd name="csX0" fmla="*/ 364467 w 416783"/>
                <a:gd name="csY0" fmla="*/ 354102 h 354112"/>
                <a:gd name="csX1" fmla="*/ 359965 w 416783"/>
                <a:gd name="csY1" fmla="*/ 353023 h 354112"/>
                <a:gd name="csX2" fmla="*/ 355760 w 416783"/>
                <a:gd name="csY2" fmla="*/ 339852 h 354112"/>
                <a:gd name="csX3" fmla="*/ 390661 w 416783"/>
                <a:gd name="csY3" fmla="*/ 158172 h 354112"/>
                <a:gd name="csX4" fmla="*/ 352524 w 416783"/>
                <a:gd name="csY4" fmla="*/ 108984 h 354112"/>
                <a:gd name="csX5" fmla="*/ 348245 w 416783"/>
                <a:gd name="csY5" fmla="*/ 105040 h 354112"/>
                <a:gd name="csX6" fmla="*/ 247042 w 416783"/>
                <a:gd name="csY6" fmla="*/ 23110 h 354112"/>
                <a:gd name="csX7" fmla="*/ 90508 w 416783"/>
                <a:gd name="csY7" fmla="*/ 59424 h 354112"/>
                <a:gd name="csX8" fmla="*/ 22010 w 416783"/>
                <a:gd name="csY8" fmla="*/ 232998 h 354112"/>
                <a:gd name="csX9" fmla="*/ 55831 w 416783"/>
                <a:gd name="csY9" fmla="*/ 339487 h 354112"/>
                <a:gd name="csX10" fmla="*/ 51887 w 416783"/>
                <a:gd name="csY10" fmla="*/ 352770 h 354112"/>
                <a:gd name="csX11" fmla="*/ 38604 w 416783"/>
                <a:gd name="csY11" fmla="*/ 348826 h 354112"/>
                <a:gd name="csX12" fmla="*/ 2663 w 416783"/>
                <a:gd name="csY12" fmla="*/ 236202 h 354112"/>
                <a:gd name="csX13" fmla="*/ 79347 w 416783"/>
                <a:gd name="csY13" fmla="*/ 43321 h 354112"/>
                <a:gd name="csX14" fmla="*/ 251282 w 416783"/>
                <a:gd name="csY14" fmla="*/ 4030 h 354112"/>
                <a:gd name="csX15" fmla="*/ 363763 w 416783"/>
                <a:gd name="csY15" fmla="*/ 92843 h 354112"/>
                <a:gd name="csX16" fmla="*/ 409193 w 416783"/>
                <a:gd name="csY16" fmla="*/ 151928 h 354112"/>
                <a:gd name="csX17" fmla="*/ 373177 w 416783"/>
                <a:gd name="csY17" fmla="*/ 348829 h 354112"/>
                <a:gd name="csX18" fmla="*/ 364470 w 416783"/>
                <a:gd name="csY18" fmla="*/ 354112 h 3541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416783" h="354112">
                  <a:moveTo>
                    <a:pt x="364467" y="354102"/>
                  </a:moveTo>
                  <a:cubicBezTo>
                    <a:pt x="362941" y="354102"/>
                    <a:pt x="361416" y="353767"/>
                    <a:pt x="359965" y="353023"/>
                  </a:cubicBezTo>
                  <a:cubicBezTo>
                    <a:pt x="355165" y="350530"/>
                    <a:pt x="353305" y="344614"/>
                    <a:pt x="355760" y="339852"/>
                  </a:cubicBezTo>
                  <a:cubicBezTo>
                    <a:pt x="393823" y="266219"/>
                    <a:pt x="405878" y="203416"/>
                    <a:pt x="390661" y="158172"/>
                  </a:cubicBezTo>
                  <a:cubicBezTo>
                    <a:pt x="378308" y="121598"/>
                    <a:pt x="352746" y="109096"/>
                    <a:pt x="352524" y="108984"/>
                  </a:cubicBezTo>
                  <a:cubicBezTo>
                    <a:pt x="350738" y="108128"/>
                    <a:pt x="349212" y="106751"/>
                    <a:pt x="348245" y="105040"/>
                  </a:cubicBezTo>
                  <a:cubicBezTo>
                    <a:pt x="322200" y="59908"/>
                    <a:pt x="288118" y="32337"/>
                    <a:pt x="247042" y="23110"/>
                  </a:cubicBezTo>
                  <a:cubicBezTo>
                    <a:pt x="169391" y="5660"/>
                    <a:pt x="91289" y="58865"/>
                    <a:pt x="90508" y="59424"/>
                  </a:cubicBezTo>
                  <a:cubicBezTo>
                    <a:pt x="34548" y="98082"/>
                    <a:pt x="11517" y="156464"/>
                    <a:pt x="22010" y="232998"/>
                  </a:cubicBezTo>
                  <a:cubicBezTo>
                    <a:pt x="30046" y="291450"/>
                    <a:pt x="55570" y="339001"/>
                    <a:pt x="55831" y="339487"/>
                  </a:cubicBezTo>
                  <a:cubicBezTo>
                    <a:pt x="58436" y="344213"/>
                    <a:pt x="56650" y="350166"/>
                    <a:pt x="51887" y="352770"/>
                  </a:cubicBezTo>
                  <a:cubicBezTo>
                    <a:pt x="47162" y="355337"/>
                    <a:pt x="41209" y="353588"/>
                    <a:pt x="38604" y="348826"/>
                  </a:cubicBezTo>
                  <a:cubicBezTo>
                    <a:pt x="37488" y="346780"/>
                    <a:pt x="11294" y="298076"/>
                    <a:pt x="2663" y="236202"/>
                  </a:cubicBezTo>
                  <a:cubicBezTo>
                    <a:pt x="-8946" y="152710"/>
                    <a:pt x="17546" y="85993"/>
                    <a:pt x="79347" y="43321"/>
                  </a:cubicBezTo>
                  <a:cubicBezTo>
                    <a:pt x="82807" y="40940"/>
                    <a:pt x="165332" y="-15280"/>
                    <a:pt x="251282" y="4030"/>
                  </a:cubicBezTo>
                  <a:cubicBezTo>
                    <a:pt x="297196" y="14337"/>
                    <a:pt x="334999" y="44215"/>
                    <a:pt x="363763" y="92843"/>
                  </a:cubicBezTo>
                  <a:cubicBezTo>
                    <a:pt x="372209" y="97755"/>
                    <a:pt x="396654" y="114759"/>
                    <a:pt x="409193" y="151928"/>
                  </a:cubicBezTo>
                  <a:cubicBezTo>
                    <a:pt x="426420" y="203013"/>
                    <a:pt x="414290" y="269276"/>
                    <a:pt x="373177" y="348829"/>
                  </a:cubicBezTo>
                  <a:cubicBezTo>
                    <a:pt x="371428" y="352177"/>
                    <a:pt x="368005" y="354112"/>
                    <a:pt x="364470" y="35411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CD372464-9B26-8B5E-351C-919A19AF62D1}"/>
                </a:ext>
              </a:extLst>
            </p:cNvPr>
            <p:cNvSpPr/>
            <p:nvPr/>
          </p:nvSpPr>
          <p:spPr>
            <a:xfrm>
              <a:off x="10551591" y="3218012"/>
              <a:ext cx="295110" cy="92634"/>
            </a:xfrm>
            <a:custGeom>
              <a:avLst/>
              <a:gdLst>
                <a:gd name="csX0" fmla="*/ 147518 w 295110"/>
                <a:gd name="csY0" fmla="*/ 92635 h 92634"/>
                <a:gd name="csX1" fmla="*/ 51744 w 295110"/>
                <a:gd name="csY1" fmla="*/ 71203 h 92634"/>
                <a:gd name="csX2" fmla="*/ 361 w 295110"/>
                <a:gd name="csY2" fmla="*/ 12416 h 92634"/>
                <a:gd name="csX3" fmla="*/ 7170 w 295110"/>
                <a:gd name="csY3" fmla="*/ 361 h 92634"/>
                <a:gd name="csX4" fmla="*/ 19225 w 295110"/>
                <a:gd name="csY4" fmla="*/ 7170 h 92634"/>
                <a:gd name="csX5" fmla="*/ 147555 w 295110"/>
                <a:gd name="csY5" fmla="*/ 73027 h 92634"/>
                <a:gd name="csX6" fmla="*/ 275886 w 295110"/>
                <a:gd name="csY6" fmla="*/ 7170 h 92634"/>
                <a:gd name="csX7" fmla="*/ 287940 w 295110"/>
                <a:gd name="csY7" fmla="*/ 361 h 92634"/>
                <a:gd name="csX8" fmla="*/ 294749 w 295110"/>
                <a:gd name="csY8" fmla="*/ 12416 h 92634"/>
                <a:gd name="csX9" fmla="*/ 243367 w 295110"/>
                <a:gd name="csY9" fmla="*/ 71203 h 92634"/>
                <a:gd name="csX10" fmla="*/ 147593 w 295110"/>
                <a:gd name="csY10" fmla="*/ 92635 h 926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95110" h="92634">
                  <a:moveTo>
                    <a:pt x="147518" y="92635"/>
                  </a:moveTo>
                  <a:cubicBezTo>
                    <a:pt x="111055" y="92635"/>
                    <a:pt x="77903" y="85231"/>
                    <a:pt x="51744" y="71203"/>
                  </a:cubicBezTo>
                  <a:cubicBezTo>
                    <a:pt x="24806" y="56767"/>
                    <a:pt x="7058" y="36452"/>
                    <a:pt x="361" y="12416"/>
                  </a:cubicBezTo>
                  <a:cubicBezTo>
                    <a:pt x="-1090" y="7207"/>
                    <a:pt x="1961" y="1812"/>
                    <a:pt x="7170" y="361"/>
                  </a:cubicBezTo>
                  <a:cubicBezTo>
                    <a:pt x="12379" y="-1090"/>
                    <a:pt x="17774" y="1961"/>
                    <a:pt x="19225" y="7170"/>
                  </a:cubicBezTo>
                  <a:cubicBezTo>
                    <a:pt x="30201" y="46572"/>
                    <a:pt x="81733" y="73027"/>
                    <a:pt x="147555" y="73027"/>
                  </a:cubicBezTo>
                  <a:cubicBezTo>
                    <a:pt x="213375" y="73027"/>
                    <a:pt x="264903" y="46536"/>
                    <a:pt x="275886" y="7170"/>
                  </a:cubicBezTo>
                  <a:cubicBezTo>
                    <a:pt x="277337" y="1961"/>
                    <a:pt x="282732" y="-1090"/>
                    <a:pt x="287940" y="361"/>
                  </a:cubicBezTo>
                  <a:cubicBezTo>
                    <a:pt x="293149" y="1812"/>
                    <a:pt x="296200" y="7207"/>
                    <a:pt x="294749" y="12416"/>
                  </a:cubicBezTo>
                  <a:cubicBezTo>
                    <a:pt x="288089" y="36452"/>
                    <a:pt x="270304" y="56766"/>
                    <a:pt x="243367" y="71203"/>
                  </a:cubicBezTo>
                  <a:cubicBezTo>
                    <a:pt x="217173" y="85231"/>
                    <a:pt x="184058" y="92635"/>
                    <a:pt x="147593" y="9263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EDB206DF-D2CE-C754-D324-A28A49DDA9FE}"/>
                </a:ext>
              </a:extLst>
            </p:cNvPr>
            <p:cNvSpPr/>
            <p:nvPr/>
          </p:nvSpPr>
          <p:spPr>
            <a:xfrm>
              <a:off x="10591767" y="3199539"/>
              <a:ext cx="214607" cy="68349"/>
            </a:xfrm>
            <a:custGeom>
              <a:avLst/>
              <a:gdLst>
                <a:gd name="csX0" fmla="*/ 107342 w 214607"/>
                <a:gd name="csY0" fmla="*/ 68350 h 68349"/>
                <a:gd name="csX1" fmla="*/ 34007 w 214607"/>
                <a:gd name="csY1" fmla="*/ 53057 h 68349"/>
                <a:gd name="csX2" fmla="*/ 0 w 214607"/>
                <a:gd name="csY2" fmla="*/ 9785 h 68349"/>
                <a:gd name="csX3" fmla="*/ 9785 w 214607"/>
                <a:gd name="csY3" fmla="*/ 0 h 68349"/>
                <a:gd name="csX4" fmla="*/ 19570 w 214607"/>
                <a:gd name="csY4" fmla="*/ 9785 h 68349"/>
                <a:gd name="csX5" fmla="*/ 107304 w 214607"/>
                <a:gd name="csY5" fmla="*/ 48740 h 68349"/>
                <a:gd name="csX6" fmla="*/ 195038 w 214607"/>
                <a:gd name="csY6" fmla="*/ 9785 h 68349"/>
                <a:gd name="csX7" fmla="*/ 204823 w 214607"/>
                <a:gd name="csY7" fmla="*/ 0 h 68349"/>
                <a:gd name="csX8" fmla="*/ 214608 w 214607"/>
                <a:gd name="csY8" fmla="*/ 9785 h 68349"/>
                <a:gd name="csX9" fmla="*/ 180601 w 214607"/>
                <a:gd name="csY9" fmla="*/ 53057 h 68349"/>
                <a:gd name="csX10" fmla="*/ 107303 w 214607"/>
                <a:gd name="csY10" fmla="*/ 68350 h 683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14607" h="68349">
                  <a:moveTo>
                    <a:pt x="107342" y="68350"/>
                  </a:moveTo>
                  <a:cubicBezTo>
                    <a:pt x="79809" y="68350"/>
                    <a:pt x="53764" y="62917"/>
                    <a:pt x="34007" y="53057"/>
                  </a:cubicBezTo>
                  <a:cubicBezTo>
                    <a:pt x="12092" y="42119"/>
                    <a:pt x="0" y="26715"/>
                    <a:pt x="0" y="9785"/>
                  </a:cubicBezTo>
                  <a:cubicBezTo>
                    <a:pt x="0" y="4390"/>
                    <a:pt x="4390" y="0"/>
                    <a:pt x="9785" y="0"/>
                  </a:cubicBezTo>
                  <a:cubicBezTo>
                    <a:pt x="15180" y="0"/>
                    <a:pt x="19570" y="4390"/>
                    <a:pt x="19570" y="9785"/>
                  </a:cubicBezTo>
                  <a:cubicBezTo>
                    <a:pt x="19570" y="28240"/>
                    <a:pt x="55586" y="48740"/>
                    <a:pt x="107304" y="48740"/>
                  </a:cubicBezTo>
                  <a:cubicBezTo>
                    <a:pt x="159022" y="48740"/>
                    <a:pt x="195038" y="28203"/>
                    <a:pt x="195038" y="9785"/>
                  </a:cubicBezTo>
                  <a:cubicBezTo>
                    <a:pt x="195038" y="4390"/>
                    <a:pt x="199428" y="0"/>
                    <a:pt x="204823" y="0"/>
                  </a:cubicBezTo>
                  <a:cubicBezTo>
                    <a:pt x="210218" y="0"/>
                    <a:pt x="214608" y="4390"/>
                    <a:pt x="214608" y="9785"/>
                  </a:cubicBezTo>
                  <a:cubicBezTo>
                    <a:pt x="214608" y="26714"/>
                    <a:pt x="202516" y="42118"/>
                    <a:pt x="180601" y="53057"/>
                  </a:cubicBezTo>
                  <a:cubicBezTo>
                    <a:pt x="160881" y="62917"/>
                    <a:pt x="134836" y="68350"/>
                    <a:pt x="107303" y="6835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C9E7CCB3-C4F3-53D7-F958-D00F504D284D}"/>
                </a:ext>
              </a:extLst>
            </p:cNvPr>
            <p:cNvSpPr/>
            <p:nvPr/>
          </p:nvSpPr>
          <p:spPr>
            <a:xfrm>
              <a:off x="10798895" y="3370543"/>
              <a:ext cx="74561" cy="19570"/>
            </a:xfrm>
            <a:custGeom>
              <a:avLst/>
              <a:gdLst>
                <a:gd name="csX0" fmla="*/ 64777 w 74561"/>
                <a:gd name="csY0" fmla="*/ 19570 h 19570"/>
                <a:gd name="csX1" fmla="*/ 9785 w 74561"/>
                <a:gd name="csY1" fmla="*/ 19570 h 19570"/>
                <a:gd name="csX2" fmla="*/ 0 w 74561"/>
                <a:gd name="csY2" fmla="*/ 9785 h 19570"/>
                <a:gd name="csX3" fmla="*/ 9785 w 74561"/>
                <a:gd name="csY3" fmla="*/ 0 h 19570"/>
                <a:gd name="csX4" fmla="*/ 64777 w 74561"/>
                <a:gd name="csY4" fmla="*/ 0 h 19570"/>
                <a:gd name="csX5" fmla="*/ 74562 w 74561"/>
                <a:gd name="csY5" fmla="*/ 9785 h 19570"/>
                <a:gd name="csX6" fmla="*/ 64777 w 74561"/>
                <a:gd name="csY6" fmla="*/ 19570 h 195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74561" h="19570">
                  <a:moveTo>
                    <a:pt x="64777" y="19570"/>
                  </a:moveTo>
                  <a:lnTo>
                    <a:pt x="9785" y="19570"/>
                  </a:lnTo>
                  <a:cubicBezTo>
                    <a:pt x="4390" y="19570"/>
                    <a:pt x="0" y="15180"/>
                    <a:pt x="0" y="9785"/>
                  </a:cubicBezTo>
                  <a:cubicBezTo>
                    <a:pt x="0" y="4353"/>
                    <a:pt x="4390" y="0"/>
                    <a:pt x="9785" y="0"/>
                  </a:cubicBezTo>
                  <a:lnTo>
                    <a:pt x="64777" y="0"/>
                  </a:lnTo>
                  <a:cubicBezTo>
                    <a:pt x="70172" y="0"/>
                    <a:pt x="74562" y="4353"/>
                    <a:pt x="74562" y="9785"/>
                  </a:cubicBezTo>
                  <a:cubicBezTo>
                    <a:pt x="74562" y="15180"/>
                    <a:pt x="70171" y="19570"/>
                    <a:pt x="64777" y="195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9C6E87BD-E8F4-ED84-432C-FE0ECFB4A06A}"/>
              </a:ext>
            </a:extLst>
          </p:cNvPr>
          <p:cNvSpPr/>
          <p:nvPr/>
        </p:nvSpPr>
        <p:spPr>
          <a:xfrm>
            <a:off x="4125651" y="3464238"/>
            <a:ext cx="467830" cy="467836"/>
          </a:xfrm>
          <a:custGeom>
            <a:avLst/>
            <a:gdLst>
              <a:gd name="csX0" fmla="*/ 58880 w 793740"/>
              <a:gd name="csY0" fmla="*/ 349023 h 793750"/>
              <a:gd name="csX1" fmla="*/ 50620 w 793740"/>
              <a:gd name="csY1" fmla="*/ 357283 h 793750"/>
              <a:gd name="csX2" fmla="*/ 42360 w 793740"/>
              <a:gd name="csY2" fmla="*/ 349023 h 793750"/>
              <a:gd name="csX3" fmla="*/ 42360 w 793740"/>
              <a:gd name="csY3" fmla="*/ 271633 h 793750"/>
              <a:gd name="csX4" fmla="*/ 109705 w 793740"/>
              <a:gd name="csY4" fmla="*/ 109708 h 793750"/>
              <a:gd name="csX5" fmla="*/ 271630 w 793740"/>
              <a:gd name="csY5" fmla="*/ 42363 h 793750"/>
              <a:gd name="csX6" fmla="*/ 371452 w 793740"/>
              <a:gd name="csY6" fmla="*/ 42363 h 793750"/>
              <a:gd name="csX7" fmla="*/ 333725 w 793740"/>
              <a:gd name="csY7" fmla="*/ 14942 h 793750"/>
              <a:gd name="csX8" fmla="*/ 331864 w 793740"/>
              <a:gd name="csY8" fmla="*/ 3408 h 793750"/>
              <a:gd name="csX9" fmla="*/ 343398 w 793740"/>
              <a:gd name="csY9" fmla="*/ 1547 h 793750"/>
              <a:gd name="csX10" fmla="*/ 401366 w 793740"/>
              <a:gd name="csY10" fmla="*/ 43666 h 793750"/>
              <a:gd name="csX11" fmla="*/ 405161 w 793740"/>
              <a:gd name="csY11" fmla="*/ 50624 h 793750"/>
              <a:gd name="csX12" fmla="*/ 401366 w 793740"/>
              <a:gd name="csY12" fmla="*/ 57582 h 793750"/>
              <a:gd name="csX13" fmla="*/ 343398 w 793740"/>
              <a:gd name="csY13" fmla="*/ 99700 h 793750"/>
              <a:gd name="csX14" fmla="*/ 331864 w 793740"/>
              <a:gd name="csY14" fmla="*/ 97840 h 793750"/>
              <a:gd name="csX15" fmla="*/ 333725 w 793740"/>
              <a:gd name="csY15" fmla="*/ 86306 h 793750"/>
              <a:gd name="csX16" fmla="*/ 371452 w 793740"/>
              <a:gd name="csY16" fmla="*/ 58884 h 793750"/>
              <a:gd name="csX17" fmla="*/ 271630 w 793740"/>
              <a:gd name="csY17" fmla="*/ 58884 h 793750"/>
              <a:gd name="csX18" fmla="*/ 121392 w 793740"/>
              <a:gd name="csY18" fmla="*/ 121392 h 793750"/>
              <a:gd name="csX19" fmla="*/ 58884 w 793740"/>
              <a:gd name="csY19" fmla="*/ 271630 h 793750"/>
              <a:gd name="csX20" fmla="*/ 450339 w 793740"/>
              <a:gd name="csY20" fmla="*/ 694047 h 793750"/>
              <a:gd name="csX21" fmla="*/ 461873 w 793740"/>
              <a:gd name="csY21" fmla="*/ 695871 h 793750"/>
              <a:gd name="csX22" fmla="*/ 460012 w 793740"/>
              <a:gd name="csY22" fmla="*/ 707404 h 793750"/>
              <a:gd name="csX23" fmla="*/ 422285 w 793740"/>
              <a:gd name="csY23" fmla="*/ 734826 h 793750"/>
              <a:gd name="csX24" fmla="*/ 522078 w 793740"/>
              <a:gd name="csY24" fmla="*/ 734826 h 793750"/>
              <a:gd name="csX25" fmla="*/ 672316 w 793740"/>
              <a:gd name="csY25" fmla="*/ 672318 h 793750"/>
              <a:gd name="csX26" fmla="*/ 734824 w 793740"/>
              <a:gd name="csY26" fmla="*/ 522080 h 793750"/>
              <a:gd name="csX27" fmla="*/ 734824 w 793740"/>
              <a:gd name="csY27" fmla="*/ 444690 h 793750"/>
              <a:gd name="csX28" fmla="*/ 743084 w 793740"/>
              <a:gd name="csY28" fmla="*/ 436430 h 793750"/>
              <a:gd name="csX29" fmla="*/ 751344 w 793740"/>
              <a:gd name="csY29" fmla="*/ 444690 h 793750"/>
              <a:gd name="csX30" fmla="*/ 751344 w 793740"/>
              <a:gd name="csY30" fmla="*/ 522080 h 793750"/>
              <a:gd name="csX31" fmla="*/ 683999 w 793740"/>
              <a:gd name="csY31" fmla="*/ 684005 h 793750"/>
              <a:gd name="csX32" fmla="*/ 522074 w 793740"/>
              <a:gd name="csY32" fmla="*/ 751350 h 793750"/>
              <a:gd name="csX33" fmla="*/ 422281 w 793740"/>
              <a:gd name="csY33" fmla="*/ 751387 h 793750"/>
              <a:gd name="csX34" fmla="*/ 460008 w 793740"/>
              <a:gd name="csY34" fmla="*/ 778809 h 793750"/>
              <a:gd name="csX35" fmla="*/ 461869 w 793740"/>
              <a:gd name="csY35" fmla="*/ 790343 h 793750"/>
              <a:gd name="csX36" fmla="*/ 450335 w 793740"/>
              <a:gd name="csY36" fmla="*/ 792203 h 793750"/>
              <a:gd name="csX37" fmla="*/ 392367 w 793740"/>
              <a:gd name="csY37" fmla="*/ 750084 h 793750"/>
              <a:gd name="csX38" fmla="*/ 388572 w 793740"/>
              <a:gd name="csY38" fmla="*/ 743127 h 793750"/>
              <a:gd name="csX39" fmla="*/ 392367 w 793740"/>
              <a:gd name="csY39" fmla="*/ 736169 h 793750"/>
              <a:gd name="csX40" fmla="*/ 14942 w 793740"/>
              <a:gd name="csY40" fmla="*/ 460056 h 793750"/>
              <a:gd name="csX41" fmla="*/ 3408 w 793740"/>
              <a:gd name="csY41" fmla="*/ 461917 h 793750"/>
              <a:gd name="csX42" fmla="*/ 1547 w 793740"/>
              <a:gd name="csY42" fmla="*/ 450383 h 793750"/>
              <a:gd name="csX43" fmla="*/ 43666 w 793740"/>
              <a:gd name="csY43" fmla="*/ 392415 h 793750"/>
              <a:gd name="csX44" fmla="*/ 50624 w 793740"/>
              <a:gd name="csY44" fmla="*/ 388620 h 793750"/>
              <a:gd name="csX45" fmla="*/ 57582 w 793740"/>
              <a:gd name="csY45" fmla="*/ 392415 h 793750"/>
              <a:gd name="csX46" fmla="*/ 99700 w 793740"/>
              <a:gd name="csY46" fmla="*/ 450383 h 793750"/>
              <a:gd name="csX47" fmla="*/ 97877 w 793740"/>
              <a:gd name="csY47" fmla="*/ 461917 h 793750"/>
              <a:gd name="csX48" fmla="*/ 86343 w 793740"/>
              <a:gd name="csY48" fmla="*/ 460056 h 793750"/>
              <a:gd name="csX49" fmla="*/ 58922 w 793740"/>
              <a:gd name="csY49" fmla="*/ 422329 h 793750"/>
              <a:gd name="csX50" fmla="*/ 58922 w 793740"/>
              <a:gd name="csY50" fmla="*/ 522122 h 793750"/>
              <a:gd name="csX51" fmla="*/ 121429 w 793740"/>
              <a:gd name="csY51" fmla="*/ 672360 h 793750"/>
              <a:gd name="csX52" fmla="*/ 271667 w 793740"/>
              <a:gd name="csY52" fmla="*/ 734868 h 793750"/>
              <a:gd name="csX53" fmla="*/ 349058 w 793740"/>
              <a:gd name="csY53" fmla="*/ 734868 h 793750"/>
              <a:gd name="csX54" fmla="*/ 357318 w 793740"/>
              <a:gd name="csY54" fmla="*/ 743128 h 793750"/>
              <a:gd name="csX55" fmla="*/ 349058 w 793740"/>
              <a:gd name="csY55" fmla="*/ 751388 h 793750"/>
              <a:gd name="csX56" fmla="*/ 271667 w 793740"/>
              <a:gd name="csY56" fmla="*/ 751388 h 793750"/>
              <a:gd name="csX57" fmla="*/ 109742 w 793740"/>
              <a:gd name="csY57" fmla="*/ 684043 h 793750"/>
              <a:gd name="csX58" fmla="*/ 42398 w 793740"/>
              <a:gd name="csY58" fmla="*/ 522118 h 793750"/>
              <a:gd name="csX59" fmla="*/ 42360 w 793740"/>
              <a:gd name="csY59" fmla="*/ 422296 h 793750"/>
              <a:gd name="csX60" fmla="*/ 694046 w 793740"/>
              <a:gd name="csY60" fmla="*/ 343413 h 793750"/>
              <a:gd name="csX61" fmla="*/ 695869 w 793740"/>
              <a:gd name="csY61" fmla="*/ 331879 h 793750"/>
              <a:gd name="csX62" fmla="*/ 707403 w 793740"/>
              <a:gd name="csY62" fmla="*/ 333740 h 793750"/>
              <a:gd name="csX63" fmla="*/ 734824 w 793740"/>
              <a:gd name="csY63" fmla="*/ 371467 h 793750"/>
              <a:gd name="csX64" fmla="*/ 734861 w 793740"/>
              <a:gd name="csY64" fmla="*/ 271645 h 793750"/>
              <a:gd name="csX65" fmla="*/ 672353 w 793740"/>
              <a:gd name="csY65" fmla="*/ 121407 h 793750"/>
              <a:gd name="csX66" fmla="*/ 522116 w 793740"/>
              <a:gd name="csY66" fmla="*/ 58900 h 793750"/>
              <a:gd name="csX67" fmla="*/ 444725 w 793740"/>
              <a:gd name="csY67" fmla="*/ 58900 h 793750"/>
              <a:gd name="csX68" fmla="*/ 436465 w 793740"/>
              <a:gd name="csY68" fmla="*/ 50640 h 793750"/>
              <a:gd name="csX69" fmla="*/ 444725 w 793740"/>
              <a:gd name="csY69" fmla="*/ 42380 h 793750"/>
              <a:gd name="csX70" fmla="*/ 522116 w 793740"/>
              <a:gd name="csY70" fmla="*/ 42380 h 793750"/>
              <a:gd name="csX71" fmla="*/ 684041 w 793740"/>
              <a:gd name="csY71" fmla="*/ 109724 h 793750"/>
              <a:gd name="csX72" fmla="*/ 751385 w 793740"/>
              <a:gd name="csY72" fmla="*/ 271649 h 793750"/>
              <a:gd name="csX73" fmla="*/ 751385 w 793740"/>
              <a:gd name="csY73" fmla="*/ 371471 h 793750"/>
              <a:gd name="csX74" fmla="*/ 778807 w 793740"/>
              <a:gd name="csY74" fmla="*/ 333744 h 793750"/>
              <a:gd name="csX75" fmla="*/ 790341 w 793740"/>
              <a:gd name="csY75" fmla="*/ 331883 h 793750"/>
              <a:gd name="csX76" fmla="*/ 792164 w 793740"/>
              <a:gd name="csY76" fmla="*/ 343417 h 793750"/>
              <a:gd name="csX77" fmla="*/ 750045 w 793740"/>
              <a:gd name="csY77" fmla="*/ 401385 h 793750"/>
              <a:gd name="csX78" fmla="*/ 743087 w 793740"/>
              <a:gd name="csY78" fmla="*/ 405181 h 793750"/>
              <a:gd name="csX79" fmla="*/ 736130 w 793740"/>
              <a:gd name="csY79" fmla="*/ 401385 h 793750"/>
              <a:gd name="csX80" fmla="*/ 460121 w 793740"/>
              <a:gd name="csY80" fmla="*/ 460133 h 793750"/>
              <a:gd name="csX81" fmla="*/ 486315 w 793740"/>
              <a:gd name="csY81" fmla="*/ 396881 h 793750"/>
              <a:gd name="csX82" fmla="*/ 460121 w 793740"/>
              <a:gd name="csY82" fmla="*/ 333629 h 793750"/>
              <a:gd name="csX83" fmla="*/ 396869 w 793740"/>
              <a:gd name="csY83" fmla="*/ 307435 h 793750"/>
              <a:gd name="csX84" fmla="*/ 396869 w 793740"/>
              <a:gd name="csY84" fmla="*/ 307398 h 793750"/>
              <a:gd name="csX85" fmla="*/ 333618 w 793740"/>
              <a:gd name="csY85" fmla="*/ 333629 h 793750"/>
              <a:gd name="csX86" fmla="*/ 307424 w 793740"/>
              <a:gd name="csY86" fmla="*/ 396881 h 793750"/>
              <a:gd name="csX87" fmla="*/ 333618 w 793740"/>
              <a:gd name="csY87" fmla="*/ 460132 h 793750"/>
              <a:gd name="csX88" fmla="*/ 396869 w 793740"/>
              <a:gd name="csY88" fmla="*/ 486326 h 793750"/>
              <a:gd name="csX89" fmla="*/ 396869 w 793740"/>
              <a:gd name="csY89" fmla="*/ 486363 h 793750"/>
              <a:gd name="csX90" fmla="*/ 460121 w 793740"/>
              <a:gd name="csY90" fmla="*/ 460133 h 793750"/>
              <a:gd name="csX91" fmla="*/ 471804 w 793740"/>
              <a:gd name="csY91" fmla="*/ 471816 h 793750"/>
              <a:gd name="csX92" fmla="*/ 502835 w 793740"/>
              <a:gd name="csY92" fmla="*/ 396881 h 793750"/>
              <a:gd name="csX93" fmla="*/ 471804 w 793740"/>
              <a:gd name="csY93" fmla="*/ 321946 h 793750"/>
              <a:gd name="csX94" fmla="*/ 396869 w 793740"/>
              <a:gd name="csY94" fmla="*/ 290915 h 793750"/>
              <a:gd name="csX95" fmla="*/ 396869 w 793740"/>
              <a:gd name="csY95" fmla="*/ 290952 h 793750"/>
              <a:gd name="csX96" fmla="*/ 321934 w 793740"/>
              <a:gd name="csY96" fmla="*/ 321946 h 793750"/>
              <a:gd name="csX97" fmla="*/ 290904 w 793740"/>
              <a:gd name="csY97" fmla="*/ 396881 h 793750"/>
              <a:gd name="csX98" fmla="*/ 321934 w 793740"/>
              <a:gd name="csY98" fmla="*/ 471816 h 793750"/>
              <a:gd name="csX99" fmla="*/ 396869 w 793740"/>
              <a:gd name="csY99" fmla="*/ 502847 h 793750"/>
              <a:gd name="csX100" fmla="*/ 396869 w 793740"/>
              <a:gd name="csY100" fmla="*/ 502809 h 793750"/>
              <a:gd name="csX101" fmla="*/ 471804 w 793740"/>
              <a:gd name="csY101" fmla="*/ 471816 h 793750"/>
              <a:gd name="csX102" fmla="*/ 555558 w 793740"/>
              <a:gd name="csY102" fmla="*/ 477732 h 793750"/>
              <a:gd name="csX103" fmla="*/ 561399 w 793740"/>
              <a:gd name="csY103" fmla="*/ 465044 h 793750"/>
              <a:gd name="csX104" fmla="*/ 566422 w 793740"/>
              <a:gd name="csY104" fmla="*/ 451352 h 793750"/>
              <a:gd name="csX105" fmla="*/ 572450 w 793740"/>
              <a:gd name="csY105" fmla="*/ 445846 h 793750"/>
              <a:gd name="csX106" fmla="*/ 624391 w 793740"/>
              <a:gd name="csY106" fmla="*/ 430851 h 793750"/>
              <a:gd name="csX107" fmla="*/ 624391 w 793740"/>
              <a:gd name="csY107" fmla="*/ 362874 h 793750"/>
              <a:gd name="csX108" fmla="*/ 572040 w 793740"/>
              <a:gd name="csY108" fmla="*/ 347769 h 793750"/>
              <a:gd name="csX109" fmla="*/ 566459 w 793740"/>
              <a:gd name="csY109" fmla="*/ 342374 h 793750"/>
              <a:gd name="csX110" fmla="*/ 561436 w 793740"/>
              <a:gd name="csY110" fmla="*/ 328681 h 793750"/>
              <a:gd name="csX111" fmla="*/ 555334 w 793740"/>
              <a:gd name="csY111" fmla="*/ 315473 h 793750"/>
              <a:gd name="csX112" fmla="*/ 555446 w 793740"/>
              <a:gd name="csY112" fmla="*/ 307771 h 793750"/>
              <a:gd name="csX113" fmla="*/ 581788 w 793740"/>
              <a:gd name="csY113" fmla="*/ 259998 h 793750"/>
              <a:gd name="csX114" fmla="*/ 533754 w 793740"/>
              <a:gd name="csY114" fmla="*/ 211963 h 793750"/>
              <a:gd name="csX115" fmla="*/ 485980 w 793740"/>
              <a:gd name="csY115" fmla="*/ 238305 h 793750"/>
              <a:gd name="csX116" fmla="*/ 477720 w 793740"/>
              <a:gd name="csY116" fmla="*/ 238119 h 793750"/>
              <a:gd name="csX117" fmla="*/ 465033 w 793740"/>
              <a:gd name="csY117" fmla="*/ 232278 h 793750"/>
              <a:gd name="csX118" fmla="*/ 451341 w 793740"/>
              <a:gd name="csY118" fmla="*/ 227255 h 793750"/>
              <a:gd name="csX119" fmla="*/ 445834 w 793740"/>
              <a:gd name="csY119" fmla="*/ 221228 h 793750"/>
              <a:gd name="csX120" fmla="*/ 430840 w 793740"/>
              <a:gd name="csY120" fmla="*/ 169287 h 793750"/>
              <a:gd name="csX121" fmla="*/ 362863 w 793740"/>
              <a:gd name="csY121" fmla="*/ 169287 h 793750"/>
              <a:gd name="csX122" fmla="*/ 347757 w 793740"/>
              <a:gd name="csY122" fmla="*/ 221637 h 793750"/>
              <a:gd name="csX123" fmla="*/ 342362 w 793740"/>
              <a:gd name="csY123" fmla="*/ 227218 h 793750"/>
              <a:gd name="csX124" fmla="*/ 328670 w 793740"/>
              <a:gd name="csY124" fmla="*/ 232241 h 793750"/>
              <a:gd name="csX125" fmla="*/ 315461 w 793740"/>
              <a:gd name="csY125" fmla="*/ 238343 h 793750"/>
              <a:gd name="csX126" fmla="*/ 307760 w 793740"/>
              <a:gd name="csY126" fmla="*/ 238231 h 793750"/>
              <a:gd name="csX127" fmla="*/ 259986 w 793740"/>
              <a:gd name="csY127" fmla="*/ 211889 h 793750"/>
              <a:gd name="csX128" fmla="*/ 211951 w 793740"/>
              <a:gd name="csY128" fmla="*/ 259924 h 793750"/>
              <a:gd name="csX129" fmla="*/ 238294 w 793740"/>
              <a:gd name="csY129" fmla="*/ 307697 h 793750"/>
              <a:gd name="csX130" fmla="*/ 238108 w 793740"/>
              <a:gd name="csY130" fmla="*/ 315957 h 793750"/>
              <a:gd name="csX131" fmla="*/ 232266 w 793740"/>
              <a:gd name="csY131" fmla="*/ 328644 h 793750"/>
              <a:gd name="csX132" fmla="*/ 227243 w 793740"/>
              <a:gd name="csY132" fmla="*/ 342337 h 793750"/>
              <a:gd name="csX133" fmla="*/ 221216 w 793740"/>
              <a:gd name="csY133" fmla="*/ 347843 h 793750"/>
              <a:gd name="csX134" fmla="*/ 169238 w 793740"/>
              <a:gd name="csY134" fmla="*/ 362838 h 793750"/>
              <a:gd name="csX135" fmla="*/ 169238 w 793740"/>
              <a:gd name="csY135" fmla="*/ 430777 h 793750"/>
              <a:gd name="csX136" fmla="*/ 221625 w 793740"/>
              <a:gd name="csY136" fmla="*/ 445920 h 793750"/>
              <a:gd name="csX137" fmla="*/ 227206 w 793740"/>
              <a:gd name="csY137" fmla="*/ 451315 h 793750"/>
              <a:gd name="csX138" fmla="*/ 232229 w 793740"/>
              <a:gd name="csY138" fmla="*/ 465008 h 793750"/>
              <a:gd name="csX139" fmla="*/ 238331 w 793740"/>
              <a:gd name="csY139" fmla="*/ 478216 h 793750"/>
              <a:gd name="csX140" fmla="*/ 238220 w 793740"/>
              <a:gd name="csY140" fmla="*/ 485918 h 793750"/>
              <a:gd name="csX141" fmla="*/ 211877 w 793740"/>
              <a:gd name="csY141" fmla="*/ 533691 h 793750"/>
              <a:gd name="csX142" fmla="*/ 259912 w 793740"/>
              <a:gd name="csY142" fmla="*/ 581726 h 793750"/>
              <a:gd name="csX143" fmla="*/ 307685 w 793740"/>
              <a:gd name="csY143" fmla="*/ 555383 h 793750"/>
              <a:gd name="csX144" fmla="*/ 315945 w 793740"/>
              <a:gd name="csY144" fmla="*/ 555570 h 793750"/>
              <a:gd name="csX145" fmla="*/ 328633 w 793740"/>
              <a:gd name="csY145" fmla="*/ 561411 h 793750"/>
              <a:gd name="csX146" fmla="*/ 342325 w 793740"/>
              <a:gd name="csY146" fmla="*/ 566434 h 793750"/>
              <a:gd name="csX147" fmla="*/ 347832 w 793740"/>
              <a:gd name="csY147" fmla="*/ 572461 h 793750"/>
              <a:gd name="csX148" fmla="*/ 362826 w 793740"/>
              <a:gd name="csY148" fmla="*/ 624402 h 793750"/>
              <a:gd name="csX149" fmla="*/ 430803 w 793740"/>
              <a:gd name="csY149" fmla="*/ 624402 h 793750"/>
              <a:gd name="csX150" fmla="*/ 445909 w 793740"/>
              <a:gd name="csY150" fmla="*/ 572015 h 793750"/>
              <a:gd name="csX151" fmla="*/ 451304 w 793740"/>
              <a:gd name="csY151" fmla="*/ 566434 h 793750"/>
              <a:gd name="csX152" fmla="*/ 464996 w 793740"/>
              <a:gd name="csY152" fmla="*/ 561411 h 793750"/>
              <a:gd name="csX153" fmla="*/ 478204 w 793740"/>
              <a:gd name="csY153" fmla="*/ 555309 h 793750"/>
              <a:gd name="csX154" fmla="*/ 485906 w 793740"/>
              <a:gd name="csY154" fmla="*/ 555420 h 793750"/>
              <a:gd name="csX155" fmla="*/ 485906 w 793740"/>
              <a:gd name="csY155" fmla="*/ 555383 h 793750"/>
              <a:gd name="csX156" fmla="*/ 533680 w 793740"/>
              <a:gd name="csY156" fmla="*/ 581725 h 793750"/>
              <a:gd name="csX157" fmla="*/ 581714 w 793740"/>
              <a:gd name="csY157" fmla="*/ 533691 h 793750"/>
              <a:gd name="csX158" fmla="*/ 555372 w 793740"/>
              <a:gd name="csY158" fmla="*/ 485917 h 793750"/>
              <a:gd name="csX159" fmla="*/ 555558 w 793740"/>
              <a:gd name="csY159" fmla="*/ 477732 h 793750"/>
              <a:gd name="csX160" fmla="*/ 576654 w 793740"/>
              <a:gd name="csY160" fmla="*/ 471332 h 793750"/>
              <a:gd name="csX161" fmla="*/ 580747 w 793740"/>
              <a:gd name="csY161" fmla="*/ 460579 h 793750"/>
              <a:gd name="csX162" fmla="*/ 634920 w 793740"/>
              <a:gd name="csY162" fmla="*/ 444953 h 793750"/>
              <a:gd name="csX163" fmla="*/ 640873 w 793740"/>
              <a:gd name="csY163" fmla="*/ 437028 h 793750"/>
              <a:gd name="csX164" fmla="*/ 640910 w 793740"/>
              <a:gd name="csY164" fmla="*/ 437028 h 793750"/>
              <a:gd name="csX165" fmla="*/ 640910 w 793740"/>
              <a:gd name="csY165" fmla="*/ 356698 h 793750"/>
              <a:gd name="csX166" fmla="*/ 634139 w 793740"/>
              <a:gd name="csY166" fmla="*/ 348549 h 793750"/>
              <a:gd name="csX167" fmla="*/ 580709 w 793740"/>
              <a:gd name="csY167" fmla="*/ 333145 h 793750"/>
              <a:gd name="csX168" fmla="*/ 576616 w 793740"/>
              <a:gd name="csY168" fmla="*/ 322430 h 793750"/>
              <a:gd name="csX169" fmla="*/ 571891 w 793740"/>
              <a:gd name="csY169" fmla="*/ 311974 h 793750"/>
              <a:gd name="csX170" fmla="*/ 599164 w 793740"/>
              <a:gd name="csY170" fmla="*/ 262526 h 793750"/>
              <a:gd name="csX171" fmla="*/ 597750 w 793740"/>
              <a:gd name="csY171" fmla="*/ 252704 h 793750"/>
              <a:gd name="csX172" fmla="*/ 540972 w 793740"/>
              <a:gd name="csY172" fmla="*/ 195926 h 793750"/>
              <a:gd name="csX173" fmla="*/ 530704 w 793740"/>
              <a:gd name="csY173" fmla="*/ 194773 h 793750"/>
              <a:gd name="csX174" fmla="*/ 481739 w 793740"/>
              <a:gd name="csY174" fmla="*/ 221822 h 793750"/>
              <a:gd name="csX175" fmla="*/ 471284 w 793740"/>
              <a:gd name="csY175" fmla="*/ 217134 h 793750"/>
              <a:gd name="csX176" fmla="*/ 460531 w 793740"/>
              <a:gd name="csY176" fmla="*/ 213041 h 793750"/>
              <a:gd name="csX177" fmla="*/ 444904 w 793740"/>
              <a:gd name="csY177" fmla="*/ 158868 h 793750"/>
              <a:gd name="csX178" fmla="*/ 436979 w 793740"/>
              <a:gd name="csY178" fmla="*/ 152915 h 793750"/>
              <a:gd name="csX179" fmla="*/ 436979 w 793740"/>
              <a:gd name="csY179" fmla="*/ 152877 h 793750"/>
              <a:gd name="csX180" fmla="*/ 356649 w 793740"/>
              <a:gd name="csY180" fmla="*/ 152877 h 793750"/>
              <a:gd name="csX181" fmla="*/ 348501 w 793740"/>
              <a:gd name="csY181" fmla="*/ 159649 h 793750"/>
              <a:gd name="csX182" fmla="*/ 333097 w 793740"/>
              <a:gd name="csY182" fmla="*/ 213079 h 793750"/>
              <a:gd name="csX183" fmla="*/ 322344 w 793740"/>
              <a:gd name="csY183" fmla="*/ 217171 h 793750"/>
              <a:gd name="csX184" fmla="*/ 311889 w 793740"/>
              <a:gd name="csY184" fmla="*/ 221859 h 793750"/>
              <a:gd name="csX185" fmla="*/ 262441 w 793740"/>
              <a:gd name="csY185" fmla="*/ 194587 h 793750"/>
              <a:gd name="csX186" fmla="*/ 252618 w 793740"/>
              <a:gd name="csY186" fmla="*/ 196000 h 793750"/>
              <a:gd name="csX187" fmla="*/ 195841 w 793740"/>
              <a:gd name="csY187" fmla="*/ 252778 h 793750"/>
              <a:gd name="csX188" fmla="*/ 194687 w 793740"/>
              <a:gd name="csY188" fmla="*/ 263047 h 793750"/>
              <a:gd name="csX189" fmla="*/ 221699 w 793740"/>
              <a:gd name="csY189" fmla="*/ 312048 h 793750"/>
              <a:gd name="csX190" fmla="*/ 217011 w 793740"/>
              <a:gd name="csY190" fmla="*/ 322504 h 793750"/>
              <a:gd name="csX191" fmla="*/ 212956 w 793740"/>
              <a:gd name="csY191" fmla="*/ 333219 h 793750"/>
              <a:gd name="csX192" fmla="*/ 158782 w 793740"/>
              <a:gd name="csY192" fmla="*/ 348846 h 793750"/>
              <a:gd name="csX193" fmla="*/ 152792 w 793740"/>
              <a:gd name="csY193" fmla="*/ 356771 h 793750"/>
              <a:gd name="csX194" fmla="*/ 152792 w 793740"/>
              <a:gd name="csY194" fmla="*/ 437101 h 793750"/>
              <a:gd name="csX195" fmla="*/ 159080 w 793740"/>
              <a:gd name="csY195" fmla="*/ 445101 h 793750"/>
              <a:gd name="csX196" fmla="*/ 212955 w 793740"/>
              <a:gd name="csY196" fmla="*/ 460653 h 793750"/>
              <a:gd name="csX197" fmla="*/ 217048 w 793740"/>
              <a:gd name="csY197" fmla="*/ 471369 h 793750"/>
              <a:gd name="csX198" fmla="*/ 221736 w 793740"/>
              <a:gd name="csY198" fmla="*/ 481824 h 793750"/>
              <a:gd name="csX199" fmla="*/ 194463 w 793740"/>
              <a:gd name="csY199" fmla="*/ 531273 h 793750"/>
              <a:gd name="csX200" fmla="*/ 195877 w 793740"/>
              <a:gd name="csY200" fmla="*/ 541095 h 793750"/>
              <a:gd name="csX201" fmla="*/ 252655 w 793740"/>
              <a:gd name="csY201" fmla="*/ 597872 h 793750"/>
              <a:gd name="csX202" fmla="*/ 262924 w 793740"/>
              <a:gd name="csY202" fmla="*/ 599026 h 793750"/>
              <a:gd name="csX203" fmla="*/ 311888 w 793740"/>
              <a:gd name="csY203" fmla="*/ 572014 h 793750"/>
              <a:gd name="csX204" fmla="*/ 322343 w 793740"/>
              <a:gd name="csY204" fmla="*/ 576702 h 793750"/>
              <a:gd name="csX205" fmla="*/ 333059 w 793740"/>
              <a:gd name="csY205" fmla="*/ 580757 h 793750"/>
              <a:gd name="csX206" fmla="*/ 348686 w 793740"/>
              <a:gd name="csY206" fmla="*/ 634931 h 793750"/>
              <a:gd name="csX207" fmla="*/ 356611 w 793740"/>
              <a:gd name="csY207" fmla="*/ 640884 h 793750"/>
              <a:gd name="csX208" fmla="*/ 356685 w 793740"/>
              <a:gd name="csY208" fmla="*/ 640921 h 793750"/>
              <a:gd name="csX209" fmla="*/ 437015 w 793740"/>
              <a:gd name="csY209" fmla="*/ 640921 h 793750"/>
              <a:gd name="csX210" fmla="*/ 445164 w 793740"/>
              <a:gd name="csY210" fmla="*/ 634149 h 793750"/>
              <a:gd name="csX211" fmla="*/ 460567 w 793740"/>
              <a:gd name="csY211" fmla="*/ 580720 h 793750"/>
              <a:gd name="csX212" fmla="*/ 471320 w 793740"/>
              <a:gd name="csY212" fmla="*/ 576627 h 793750"/>
              <a:gd name="csX213" fmla="*/ 481776 w 793740"/>
              <a:gd name="csY213" fmla="*/ 571939 h 793750"/>
              <a:gd name="csX214" fmla="*/ 531224 w 793740"/>
              <a:gd name="csY214" fmla="*/ 599212 h 793750"/>
              <a:gd name="csX215" fmla="*/ 541046 w 793740"/>
              <a:gd name="csY215" fmla="*/ 597798 h 793750"/>
              <a:gd name="csX216" fmla="*/ 597824 w 793740"/>
              <a:gd name="csY216" fmla="*/ 541020 h 793750"/>
              <a:gd name="csX217" fmla="*/ 598977 w 793740"/>
              <a:gd name="csY217" fmla="*/ 530752 h 793750"/>
              <a:gd name="csX218" fmla="*/ 571965 w 793740"/>
              <a:gd name="csY218" fmla="*/ 481787 h 793750"/>
              <a:gd name="csX219" fmla="*/ 576653 w 793740"/>
              <a:gd name="csY219" fmla="*/ 471332 h 793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</a:cxnLst>
            <a:rect l="l" t="t" r="r" b="b"/>
            <a:pathLst>
              <a:path w="793740" h="793750">
                <a:moveTo>
                  <a:pt x="58880" y="349023"/>
                </a:moveTo>
                <a:cubicBezTo>
                  <a:pt x="58880" y="353600"/>
                  <a:pt x="55197" y="357283"/>
                  <a:pt x="50620" y="357283"/>
                </a:cubicBezTo>
                <a:cubicBezTo>
                  <a:pt x="46044" y="357283"/>
                  <a:pt x="42360" y="353600"/>
                  <a:pt x="42360" y="349023"/>
                </a:cubicBezTo>
                <a:lnTo>
                  <a:pt x="42360" y="271633"/>
                </a:lnTo>
                <a:cubicBezTo>
                  <a:pt x="42360" y="208567"/>
                  <a:pt x="68145" y="151265"/>
                  <a:pt x="109705" y="109708"/>
                </a:cubicBezTo>
                <a:cubicBezTo>
                  <a:pt x="151266" y="68147"/>
                  <a:pt x="208565" y="42363"/>
                  <a:pt x="271630" y="42363"/>
                </a:cubicBezTo>
                <a:lnTo>
                  <a:pt x="371452" y="42363"/>
                </a:lnTo>
                <a:lnTo>
                  <a:pt x="333725" y="14942"/>
                </a:lnTo>
                <a:cubicBezTo>
                  <a:pt x="330041" y="12263"/>
                  <a:pt x="329222" y="7091"/>
                  <a:pt x="331864" y="3408"/>
                </a:cubicBezTo>
                <a:cubicBezTo>
                  <a:pt x="334543" y="-276"/>
                  <a:pt x="339715" y="-1094"/>
                  <a:pt x="343398" y="1547"/>
                </a:cubicBezTo>
                <a:lnTo>
                  <a:pt x="401366" y="43666"/>
                </a:lnTo>
                <a:cubicBezTo>
                  <a:pt x="403636" y="45154"/>
                  <a:pt x="405161" y="47684"/>
                  <a:pt x="405161" y="50624"/>
                </a:cubicBezTo>
                <a:cubicBezTo>
                  <a:pt x="405161" y="53526"/>
                  <a:pt x="403636" y="56093"/>
                  <a:pt x="401366" y="57582"/>
                </a:cubicBezTo>
                <a:lnTo>
                  <a:pt x="343398" y="99700"/>
                </a:lnTo>
                <a:cubicBezTo>
                  <a:pt x="339715" y="102379"/>
                  <a:pt x="334543" y="101560"/>
                  <a:pt x="331864" y="97840"/>
                </a:cubicBezTo>
                <a:cubicBezTo>
                  <a:pt x="329185" y="94156"/>
                  <a:pt x="330004" y="88985"/>
                  <a:pt x="333725" y="86306"/>
                </a:cubicBezTo>
                <a:lnTo>
                  <a:pt x="371452" y="58884"/>
                </a:lnTo>
                <a:lnTo>
                  <a:pt x="271630" y="58884"/>
                </a:lnTo>
                <a:cubicBezTo>
                  <a:pt x="213141" y="58884"/>
                  <a:pt x="159930" y="82808"/>
                  <a:pt x="121392" y="121392"/>
                </a:cubicBezTo>
                <a:cubicBezTo>
                  <a:pt x="82854" y="159976"/>
                  <a:pt x="58884" y="213145"/>
                  <a:pt x="58884" y="271630"/>
                </a:cubicBezTo>
                <a:close/>
                <a:moveTo>
                  <a:pt x="450339" y="694047"/>
                </a:moveTo>
                <a:cubicBezTo>
                  <a:pt x="454022" y="691369"/>
                  <a:pt x="459194" y="692187"/>
                  <a:pt x="461873" y="695871"/>
                </a:cubicBezTo>
                <a:cubicBezTo>
                  <a:pt x="464551" y="699554"/>
                  <a:pt x="463733" y="704726"/>
                  <a:pt x="460012" y="707404"/>
                </a:cubicBezTo>
                <a:lnTo>
                  <a:pt x="422285" y="734826"/>
                </a:lnTo>
                <a:lnTo>
                  <a:pt x="522078" y="734826"/>
                </a:lnTo>
                <a:cubicBezTo>
                  <a:pt x="580568" y="734826"/>
                  <a:pt x="633778" y="710902"/>
                  <a:pt x="672316" y="672318"/>
                </a:cubicBezTo>
                <a:cubicBezTo>
                  <a:pt x="710863" y="633771"/>
                  <a:pt x="734824" y="580566"/>
                  <a:pt x="734824" y="522080"/>
                </a:cubicBezTo>
                <a:lnTo>
                  <a:pt x="734824" y="444690"/>
                </a:lnTo>
                <a:cubicBezTo>
                  <a:pt x="734824" y="440113"/>
                  <a:pt x="738507" y="436430"/>
                  <a:pt x="743084" y="436430"/>
                </a:cubicBezTo>
                <a:cubicBezTo>
                  <a:pt x="747660" y="436430"/>
                  <a:pt x="751344" y="440150"/>
                  <a:pt x="751344" y="444690"/>
                </a:cubicBezTo>
                <a:lnTo>
                  <a:pt x="751344" y="522080"/>
                </a:lnTo>
                <a:cubicBezTo>
                  <a:pt x="751344" y="585146"/>
                  <a:pt x="725560" y="642448"/>
                  <a:pt x="683999" y="684005"/>
                </a:cubicBezTo>
                <a:cubicBezTo>
                  <a:pt x="642439" y="725563"/>
                  <a:pt x="585139" y="751350"/>
                  <a:pt x="522074" y="751350"/>
                </a:cubicBezTo>
                <a:lnTo>
                  <a:pt x="422281" y="751387"/>
                </a:lnTo>
                <a:lnTo>
                  <a:pt x="460008" y="778809"/>
                </a:lnTo>
                <a:cubicBezTo>
                  <a:pt x="463692" y="781488"/>
                  <a:pt x="464510" y="786659"/>
                  <a:pt x="461869" y="790343"/>
                </a:cubicBezTo>
                <a:cubicBezTo>
                  <a:pt x="459190" y="794026"/>
                  <a:pt x="454018" y="794845"/>
                  <a:pt x="450335" y="792203"/>
                </a:cubicBezTo>
                <a:lnTo>
                  <a:pt x="392367" y="750084"/>
                </a:lnTo>
                <a:cubicBezTo>
                  <a:pt x="390097" y="748596"/>
                  <a:pt x="388572" y="746066"/>
                  <a:pt x="388572" y="743127"/>
                </a:cubicBezTo>
                <a:cubicBezTo>
                  <a:pt x="388572" y="740224"/>
                  <a:pt x="390060" y="737657"/>
                  <a:pt x="392367" y="736169"/>
                </a:cubicBezTo>
                <a:close/>
                <a:moveTo>
                  <a:pt x="14942" y="460056"/>
                </a:moveTo>
                <a:cubicBezTo>
                  <a:pt x="12263" y="463740"/>
                  <a:pt x="7091" y="464558"/>
                  <a:pt x="3408" y="461917"/>
                </a:cubicBezTo>
                <a:cubicBezTo>
                  <a:pt x="-276" y="459238"/>
                  <a:pt x="-1094" y="454066"/>
                  <a:pt x="1547" y="450383"/>
                </a:cubicBezTo>
                <a:lnTo>
                  <a:pt x="43666" y="392415"/>
                </a:lnTo>
                <a:cubicBezTo>
                  <a:pt x="45154" y="390145"/>
                  <a:pt x="47684" y="388620"/>
                  <a:pt x="50624" y="388620"/>
                </a:cubicBezTo>
                <a:cubicBezTo>
                  <a:pt x="53526" y="388620"/>
                  <a:pt x="56093" y="390108"/>
                  <a:pt x="57582" y="392415"/>
                </a:cubicBezTo>
                <a:lnTo>
                  <a:pt x="99700" y="450383"/>
                </a:lnTo>
                <a:cubicBezTo>
                  <a:pt x="102379" y="454066"/>
                  <a:pt x="101560" y="459238"/>
                  <a:pt x="97877" y="461917"/>
                </a:cubicBezTo>
                <a:cubicBezTo>
                  <a:pt x="94193" y="464595"/>
                  <a:pt x="89022" y="463777"/>
                  <a:pt x="86343" y="460056"/>
                </a:cubicBezTo>
                <a:lnTo>
                  <a:pt x="58922" y="422329"/>
                </a:lnTo>
                <a:lnTo>
                  <a:pt x="58922" y="522122"/>
                </a:lnTo>
                <a:cubicBezTo>
                  <a:pt x="58922" y="580611"/>
                  <a:pt x="82846" y="633822"/>
                  <a:pt x="121429" y="672360"/>
                </a:cubicBezTo>
                <a:cubicBezTo>
                  <a:pt x="159976" y="710907"/>
                  <a:pt x="213182" y="734868"/>
                  <a:pt x="271667" y="734868"/>
                </a:cubicBezTo>
                <a:lnTo>
                  <a:pt x="349058" y="734868"/>
                </a:lnTo>
                <a:cubicBezTo>
                  <a:pt x="353634" y="734868"/>
                  <a:pt x="357318" y="738551"/>
                  <a:pt x="357318" y="743128"/>
                </a:cubicBezTo>
                <a:cubicBezTo>
                  <a:pt x="357318" y="747704"/>
                  <a:pt x="353634" y="751388"/>
                  <a:pt x="349058" y="751388"/>
                </a:cubicBezTo>
                <a:lnTo>
                  <a:pt x="271667" y="751388"/>
                </a:lnTo>
                <a:cubicBezTo>
                  <a:pt x="208601" y="751388"/>
                  <a:pt x="151300" y="725604"/>
                  <a:pt x="109742" y="684043"/>
                </a:cubicBezTo>
                <a:cubicBezTo>
                  <a:pt x="68182" y="642483"/>
                  <a:pt x="42398" y="585183"/>
                  <a:pt x="42398" y="522118"/>
                </a:cubicBezTo>
                <a:lnTo>
                  <a:pt x="42360" y="422296"/>
                </a:lnTo>
                <a:close/>
                <a:moveTo>
                  <a:pt x="694046" y="343413"/>
                </a:moveTo>
                <a:cubicBezTo>
                  <a:pt x="691367" y="339730"/>
                  <a:pt x="692185" y="334558"/>
                  <a:pt x="695869" y="331879"/>
                </a:cubicBezTo>
                <a:cubicBezTo>
                  <a:pt x="699552" y="329201"/>
                  <a:pt x="704724" y="330019"/>
                  <a:pt x="707403" y="333740"/>
                </a:cubicBezTo>
                <a:lnTo>
                  <a:pt x="734824" y="371467"/>
                </a:lnTo>
                <a:lnTo>
                  <a:pt x="734861" y="271645"/>
                </a:lnTo>
                <a:cubicBezTo>
                  <a:pt x="734861" y="213156"/>
                  <a:pt x="710937" y="159946"/>
                  <a:pt x="672353" y="121407"/>
                </a:cubicBezTo>
                <a:cubicBezTo>
                  <a:pt x="633807" y="82861"/>
                  <a:pt x="580601" y="58900"/>
                  <a:pt x="522116" y="58900"/>
                </a:cubicBezTo>
                <a:lnTo>
                  <a:pt x="444725" y="58900"/>
                </a:lnTo>
                <a:cubicBezTo>
                  <a:pt x="440149" y="58900"/>
                  <a:pt x="436465" y="55179"/>
                  <a:pt x="436465" y="50640"/>
                </a:cubicBezTo>
                <a:cubicBezTo>
                  <a:pt x="436465" y="46063"/>
                  <a:pt x="440186" y="42380"/>
                  <a:pt x="444725" y="42380"/>
                </a:cubicBezTo>
                <a:lnTo>
                  <a:pt x="522116" y="42380"/>
                </a:lnTo>
                <a:cubicBezTo>
                  <a:pt x="585182" y="42380"/>
                  <a:pt x="642483" y="68164"/>
                  <a:pt x="684041" y="109724"/>
                </a:cubicBezTo>
                <a:cubicBezTo>
                  <a:pt x="725601" y="151285"/>
                  <a:pt x="751385" y="208584"/>
                  <a:pt x="751385" y="271649"/>
                </a:cubicBezTo>
                <a:lnTo>
                  <a:pt x="751385" y="371471"/>
                </a:lnTo>
                <a:lnTo>
                  <a:pt x="778807" y="333744"/>
                </a:lnTo>
                <a:cubicBezTo>
                  <a:pt x="781486" y="330060"/>
                  <a:pt x="786657" y="329242"/>
                  <a:pt x="790341" y="331883"/>
                </a:cubicBezTo>
                <a:cubicBezTo>
                  <a:pt x="794024" y="334562"/>
                  <a:pt x="794843" y="339734"/>
                  <a:pt x="792164" y="343417"/>
                </a:cubicBezTo>
                <a:lnTo>
                  <a:pt x="750045" y="401385"/>
                </a:lnTo>
                <a:cubicBezTo>
                  <a:pt x="748557" y="403655"/>
                  <a:pt x="746027" y="405181"/>
                  <a:pt x="743087" y="405181"/>
                </a:cubicBezTo>
                <a:cubicBezTo>
                  <a:pt x="740185" y="405181"/>
                  <a:pt x="737618" y="403692"/>
                  <a:pt x="736130" y="401385"/>
                </a:cubicBezTo>
                <a:close/>
                <a:moveTo>
                  <a:pt x="460121" y="460133"/>
                </a:moveTo>
                <a:cubicBezTo>
                  <a:pt x="477571" y="442683"/>
                  <a:pt x="486315" y="419763"/>
                  <a:pt x="486315" y="396881"/>
                </a:cubicBezTo>
                <a:cubicBezTo>
                  <a:pt x="486315" y="373999"/>
                  <a:pt x="477571" y="351116"/>
                  <a:pt x="460121" y="333629"/>
                </a:cubicBezTo>
                <a:cubicBezTo>
                  <a:pt x="442671" y="316179"/>
                  <a:pt x="419751" y="307435"/>
                  <a:pt x="396869" y="307435"/>
                </a:cubicBezTo>
                <a:lnTo>
                  <a:pt x="396869" y="307398"/>
                </a:lnTo>
                <a:cubicBezTo>
                  <a:pt x="373987" y="307398"/>
                  <a:pt x="351105" y="316142"/>
                  <a:pt x="333618" y="333629"/>
                </a:cubicBezTo>
                <a:cubicBezTo>
                  <a:pt x="316168" y="351079"/>
                  <a:pt x="307424" y="373999"/>
                  <a:pt x="307424" y="396881"/>
                </a:cubicBezTo>
                <a:cubicBezTo>
                  <a:pt x="307424" y="419763"/>
                  <a:pt x="316168" y="442646"/>
                  <a:pt x="333618" y="460132"/>
                </a:cubicBezTo>
                <a:cubicBezTo>
                  <a:pt x="351067" y="477582"/>
                  <a:pt x="373987" y="486326"/>
                  <a:pt x="396869" y="486326"/>
                </a:cubicBezTo>
                <a:lnTo>
                  <a:pt x="396869" y="486363"/>
                </a:lnTo>
                <a:cubicBezTo>
                  <a:pt x="419751" y="486363"/>
                  <a:pt x="442634" y="477620"/>
                  <a:pt x="460121" y="460133"/>
                </a:cubicBezTo>
                <a:close/>
                <a:moveTo>
                  <a:pt x="471804" y="471816"/>
                </a:moveTo>
                <a:cubicBezTo>
                  <a:pt x="492492" y="451129"/>
                  <a:pt x="502835" y="424005"/>
                  <a:pt x="502835" y="396881"/>
                </a:cubicBezTo>
                <a:cubicBezTo>
                  <a:pt x="502835" y="369756"/>
                  <a:pt x="492492" y="342633"/>
                  <a:pt x="471804" y="321946"/>
                </a:cubicBezTo>
                <a:cubicBezTo>
                  <a:pt x="451117" y="301258"/>
                  <a:pt x="423994" y="290915"/>
                  <a:pt x="396869" y="290915"/>
                </a:cubicBezTo>
                <a:lnTo>
                  <a:pt x="396869" y="290952"/>
                </a:lnTo>
                <a:cubicBezTo>
                  <a:pt x="369745" y="290952"/>
                  <a:pt x="342622" y="301296"/>
                  <a:pt x="321934" y="321946"/>
                </a:cubicBezTo>
                <a:cubicBezTo>
                  <a:pt x="301247" y="342633"/>
                  <a:pt x="290904" y="369757"/>
                  <a:pt x="290904" y="396881"/>
                </a:cubicBezTo>
                <a:cubicBezTo>
                  <a:pt x="290904" y="424005"/>
                  <a:pt x="301247" y="451129"/>
                  <a:pt x="321934" y="471816"/>
                </a:cubicBezTo>
                <a:cubicBezTo>
                  <a:pt x="342622" y="492503"/>
                  <a:pt x="369745" y="502847"/>
                  <a:pt x="396869" y="502847"/>
                </a:cubicBezTo>
                <a:lnTo>
                  <a:pt x="396869" y="502809"/>
                </a:lnTo>
                <a:cubicBezTo>
                  <a:pt x="423994" y="502809"/>
                  <a:pt x="451117" y="492466"/>
                  <a:pt x="471804" y="471816"/>
                </a:cubicBezTo>
                <a:close/>
                <a:moveTo>
                  <a:pt x="555558" y="477732"/>
                </a:moveTo>
                <a:cubicBezTo>
                  <a:pt x="557641" y="473639"/>
                  <a:pt x="559576" y="469397"/>
                  <a:pt x="561399" y="465044"/>
                </a:cubicBezTo>
                <a:cubicBezTo>
                  <a:pt x="563260" y="460542"/>
                  <a:pt x="564934" y="456003"/>
                  <a:pt x="566422" y="451352"/>
                </a:cubicBezTo>
                <a:cubicBezTo>
                  <a:pt x="567352" y="448487"/>
                  <a:pt x="569696" y="446478"/>
                  <a:pt x="572450" y="445846"/>
                </a:cubicBezTo>
                <a:lnTo>
                  <a:pt x="624391" y="430851"/>
                </a:lnTo>
                <a:lnTo>
                  <a:pt x="624391" y="362874"/>
                </a:lnTo>
                <a:lnTo>
                  <a:pt x="572040" y="347769"/>
                </a:lnTo>
                <a:cubicBezTo>
                  <a:pt x="569287" y="346987"/>
                  <a:pt x="567278" y="344904"/>
                  <a:pt x="566459" y="342374"/>
                </a:cubicBezTo>
                <a:cubicBezTo>
                  <a:pt x="564971" y="337760"/>
                  <a:pt x="563296" y="333184"/>
                  <a:pt x="561436" y="328681"/>
                </a:cubicBezTo>
                <a:cubicBezTo>
                  <a:pt x="559576" y="324142"/>
                  <a:pt x="557529" y="319752"/>
                  <a:pt x="555334" y="315473"/>
                </a:cubicBezTo>
                <a:cubicBezTo>
                  <a:pt x="554032" y="312943"/>
                  <a:pt x="554181" y="310078"/>
                  <a:pt x="555446" y="307771"/>
                </a:cubicBezTo>
                <a:lnTo>
                  <a:pt x="581788" y="259998"/>
                </a:lnTo>
                <a:lnTo>
                  <a:pt x="533754" y="211963"/>
                </a:lnTo>
                <a:lnTo>
                  <a:pt x="485980" y="238305"/>
                </a:lnTo>
                <a:cubicBezTo>
                  <a:pt x="483301" y="239756"/>
                  <a:pt x="480176" y="239608"/>
                  <a:pt x="477720" y="238119"/>
                </a:cubicBezTo>
                <a:cubicBezTo>
                  <a:pt x="473627" y="236036"/>
                  <a:pt x="469386" y="234064"/>
                  <a:pt x="465033" y="232278"/>
                </a:cubicBezTo>
                <a:cubicBezTo>
                  <a:pt x="460531" y="230418"/>
                  <a:pt x="455991" y="228743"/>
                  <a:pt x="451341" y="227255"/>
                </a:cubicBezTo>
                <a:cubicBezTo>
                  <a:pt x="448476" y="226325"/>
                  <a:pt x="446466" y="223981"/>
                  <a:pt x="445834" y="221228"/>
                </a:cubicBezTo>
                <a:lnTo>
                  <a:pt x="430840" y="169287"/>
                </a:lnTo>
                <a:lnTo>
                  <a:pt x="362863" y="169287"/>
                </a:lnTo>
                <a:lnTo>
                  <a:pt x="347757" y="221637"/>
                </a:lnTo>
                <a:cubicBezTo>
                  <a:pt x="346976" y="224390"/>
                  <a:pt x="344892" y="226400"/>
                  <a:pt x="342362" y="227218"/>
                </a:cubicBezTo>
                <a:cubicBezTo>
                  <a:pt x="337711" y="228706"/>
                  <a:pt x="333172" y="230381"/>
                  <a:pt x="328670" y="232241"/>
                </a:cubicBezTo>
                <a:cubicBezTo>
                  <a:pt x="324130" y="234101"/>
                  <a:pt x="319740" y="236148"/>
                  <a:pt x="315461" y="238343"/>
                </a:cubicBezTo>
                <a:cubicBezTo>
                  <a:pt x="312931" y="239645"/>
                  <a:pt x="310066" y="239496"/>
                  <a:pt x="307760" y="238231"/>
                </a:cubicBezTo>
                <a:lnTo>
                  <a:pt x="259986" y="211889"/>
                </a:lnTo>
                <a:lnTo>
                  <a:pt x="211951" y="259924"/>
                </a:lnTo>
                <a:lnTo>
                  <a:pt x="238294" y="307697"/>
                </a:lnTo>
                <a:cubicBezTo>
                  <a:pt x="239745" y="310376"/>
                  <a:pt x="239596" y="313502"/>
                  <a:pt x="238108" y="315957"/>
                </a:cubicBezTo>
                <a:cubicBezTo>
                  <a:pt x="236024" y="320050"/>
                  <a:pt x="234052" y="324292"/>
                  <a:pt x="232266" y="328644"/>
                </a:cubicBezTo>
                <a:cubicBezTo>
                  <a:pt x="230406" y="333109"/>
                  <a:pt x="228732" y="337686"/>
                  <a:pt x="227243" y="342337"/>
                </a:cubicBezTo>
                <a:cubicBezTo>
                  <a:pt x="226313" y="345202"/>
                  <a:pt x="223969" y="347211"/>
                  <a:pt x="221216" y="347843"/>
                </a:cubicBezTo>
                <a:lnTo>
                  <a:pt x="169238" y="362838"/>
                </a:lnTo>
                <a:lnTo>
                  <a:pt x="169238" y="430777"/>
                </a:lnTo>
                <a:lnTo>
                  <a:pt x="221625" y="445920"/>
                </a:lnTo>
                <a:cubicBezTo>
                  <a:pt x="224379" y="446702"/>
                  <a:pt x="226388" y="448785"/>
                  <a:pt x="227206" y="451315"/>
                </a:cubicBezTo>
                <a:cubicBezTo>
                  <a:pt x="228695" y="455966"/>
                  <a:pt x="230369" y="460505"/>
                  <a:pt x="232229" y="465008"/>
                </a:cubicBezTo>
                <a:cubicBezTo>
                  <a:pt x="234090" y="469547"/>
                  <a:pt x="236136" y="473937"/>
                  <a:pt x="238331" y="478216"/>
                </a:cubicBezTo>
                <a:cubicBezTo>
                  <a:pt x="239634" y="480746"/>
                  <a:pt x="239485" y="483611"/>
                  <a:pt x="238220" y="485918"/>
                </a:cubicBezTo>
                <a:lnTo>
                  <a:pt x="211877" y="533691"/>
                </a:lnTo>
                <a:lnTo>
                  <a:pt x="259912" y="581726"/>
                </a:lnTo>
                <a:lnTo>
                  <a:pt x="307685" y="555383"/>
                </a:lnTo>
                <a:cubicBezTo>
                  <a:pt x="310364" y="553932"/>
                  <a:pt x="313490" y="554081"/>
                  <a:pt x="315945" y="555570"/>
                </a:cubicBezTo>
                <a:cubicBezTo>
                  <a:pt x="320038" y="557653"/>
                  <a:pt x="324280" y="559625"/>
                  <a:pt x="328633" y="561411"/>
                </a:cubicBezTo>
                <a:cubicBezTo>
                  <a:pt x="333135" y="563271"/>
                  <a:pt x="337674" y="564946"/>
                  <a:pt x="342325" y="566434"/>
                </a:cubicBezTo>
                <a:cubicBezTo>
                  <a:pt x="345190" y="567364"/>
                  <a:pt x="347199" y="569708"/>
                  <a:pt x="347832" y="572461"/>
                </a:cubicBezTo>
                <a:lnTo>
                  <a:pt x="362826" y="624402"/>
                </a:lnTo>
                <a:lnTo>
                  <a:pt x="430803" y="624402"/>
                </a:lnTo>
                <a:lnTo>
                  <a:pt x="445909" y="572015"/>
                </a:lnTo>
                <a:cubicBezTo>
                  <a:pt x="446690" y="569261"/>
                  <a:pt x="448773" y="567252"/>
                  <a:pt x="451304" y="566434"/>
                </a:cubicBezTo>
                <a:cubicBezTo>
                  <a:pt x="455954" y="564945"/>
                  <a:pt x="460494" y="563271"/>
                  <a:pt x="464996" y="561411"/>
                </a:cubicBezTo>
                <a:cubicBezTo>
                  <a:pt x="469535" y="559550"/>
                  <a:pt x="473925" y="557504"/>
                  <a:pt x="478204" y="555309"/>
                </a:cubicBezTo>
                <a:cubicBezTo>
                  <a:pt x="480734" y="554006"/>
                  <a:pt x="483599" y="554155"/>
                  <a:pt x="485906" y="555420"/>
                </a:cubicBezTo>
                <a:lnTo>
                  <a:pt x="485906" y="555383"/>
                </a:lnTo>
                <a:lnTo>
                  <a:pt x="533680" y="581725"/>
                </a:lnTo>
                <a:lnTo>
                  <a:pt x="581714" y="533691"/>
                </a:lnTo>
                <a:lnTo>
                  <a:pt x="555372" y="485917"/>
                </a:lnTo>
                <a:cubicBezTo>
                  <a:pt x="553921" y="483313"/>
                  <a:pt x="554107" y="480187"/>
                  <a:pt x="555558" y="477732"/>
                </a:cubicBezTo>
                <a:close/>
                <a:moveTo>
                  <a:pt x="576654" y="471332"/>
                </a:moveTo>
                <a:cubicBezTo>
                  <a:pt x="578105" y="467797"/>
                  <a:pt x="579482" y="464226"/>
                  <a:pt x="580747" y="460579"/>
                </a:cubicBezTo>
                <a:lnTo>
                  <a:pt x="634920" y="444953"/>
                </a:lnTo>
                <a:cubicBezTo>
                  <a:pt x="638529" y="443911"/>
                  <a:pt x="640910" y="440637"/>
                  <a:pt x="640873" y="437028"/>
                </a:cubicBezTo>
                <a:lnTo>
                  <a:pt x="640910" y="437028"/>
                </a:lnTo>
                <a:lnTo>
                  <a:pt x="640910" y="356698"/>
                </a:lnTo>
                <a:cubicBezTo>
                  <a:pt x="640910" y="352642"/>
                  <a:pt x="638008" y="349293"/>
                  <a:pt x="634139" y="348549"/>
                </a:cubicBezTo>
                <a:lnTo>
                  <a:pt x="580709" y="333145"/>
                </a:lnTo>
                <a:cubicBezTo>
                  <a:pt x="579444" y="329536"/>
                  <a:pt x="578105" y="325964"/>
                  <a:pt x="576616" y="322430"/>
                </a:cubicBezTo>
                <a:cubicBezTo>
                  <a:pt x="575165" y="318932"/>
                  <a:pt x="573602" y="315435"/>
                  <a:pt x="571891" y="311974"/>
                </a:cubicBezTo>
                <a:lnTo>
                  <a:pt x="599164" y="262526"/>
                </a:lnTo>
                <a:cubicBezTo>
                  <a:pt x="600987" y="259215"/>
                  <a:pt x="600280" y="255233"/>
                  <a:pt x="597750" y="252704"/>
                </a:cubicBezTo>
                <a:lnTo>
                  <a:pt x="540972" y="195926"/>
                </a:lnTo>
                <a:cubicBezTo>
                  <a:pt x="538182" y="193136"/>
                  <a:pt x="533903" y="192764"/>
                  <a:pt x="530704" y="194773"/>
                </a:cubicBezTo>
                <a:lnTo>
                  <a:pt x="481739" y="221822"/>
                </a:lnTo>
                <a:cubicBezTo>
                  <a:pt x="478279" y="220148"/>
                  <a:pt x="474782" y="218585"/>
                  <a:pt x="471284" y="217134"/>
                </a:cubicBezTo>
                <a:cubicBezTo>
                  <a:pt x="467749" y="215683"/>
                  <a:pt x="464177" y="214306"/>
                  <a:pt x="460531" y="213041"/>
                </a:cubicBezTo>
                <a:lnTo>
                  <a:pt x="444904" y="158868"/>
                </a:lnTo>
                <a:cubicBezTo>
                  <a:pt x="443862" y="155259"/>
                  <a:pt x="440588" y="152915"/>
                  <a:pt x="436979" y="152915"/>
                </a:cubicBezTo>
                <a:lnTo>
                  <a:pt x="436979" y="152877"/>
                </a:lnTo>
                <a:lnTo>
                  <a:pt x="356649" y="152877"/>
                </a:lnTo>
                <a:cubicBezTo>
                  <a:pt x="352594" y="152877"/>
                  <a:pt x="349245" y="155779"/>
                  <a:pt x="348501" y="159649"/>
                </a:cubicBezTo>
                <a:lnTo>
                  <a:pt x="333097" y="213079"/>
                </a:lnTo>
                <a:cubicBezTo>
                  <a:pt x="329488" y="214344"/>
                  <a:pt x="325916" y="215683"/>
                  <a:pt x="322344" y="217171"/>
                </a:cubicBezTo>
                <a:cubicBezTo>
                  <a:pt x="318847" y="218622"/>
                  <a:pt x="315349" y="220185"/>
                  <a:pt x="311889" y="221859"/>
                </a:cubicBezTo>
                <a:lnTo>
                  <a:pt x="262441" y="194587"/>
                </a:lnTo>
                <a:cubicBezTo>
                  <a:pt x="259129" y="192763"/>
                  <a:pt x="255148" y="193470"/>
                  <a:pt x="252618" y="196000"/>
                </a:cubicBezTo>
                <a:lnTo>
                  <a:pt x="195841" y="252778"/>
                </a:lnTo>
                <a:cubicBezTo>
                  <a:pt x="193050" y="255569"/>
                  <a:pt x="192678" y="259847"/>
                  <a:pt x="194687" y="263047"/>
                </a:cubicBezTo>
                <a:lnTo>
                  <a:pt x="221699" y="312048"/>
                </a:lnTo>
                <a:cubicBezTo>
                  <a:pt x="220025" y="315508"/>
                  <a:pt x="218462" y="319006"/>
                  <a:pt x="217011" y="322504"/>
                </a:cubicBezTo>
                <a:cubicBezTo>
                  <a:pt x="215560" y="326038"/>
                  <a:pt x="214183" y="329610"/>
                  <a:pt x="212956" y="333219"/>
                </a:cubicBezTo>
                <a:lnTo>
                  <a:pt x="158782" y="348846"/>
                </a:lnTo>
                <a:cubicBezTo>
                  <a:pt x="155173" y="349888"/>
                  <a:pt x="152829" y="353162"/>
                  <a:pt x="152792" y="356771"/>
                </a:cubicBezTo>
                <a:lnTo>
                  <a:pt x="152792" y="437101"/>
                </a:lnTo>
                <a:cubicBezTo>
                  <a:pt x="152792" y="440971"/>
                  <a:pt x="155471" y="444245"/>
                  <a:pt x="159080" y="445101"/>
                </a:cubicBezTo>
                <a:lnTo>
                  <a:pt x="212955" y="460653"/>
                </a:lnTo>
                <a:cubicBezTo>
                  <a:pt x="214220" y="464262"/>
                  <a:pt x="215560" y="467834"/>
                  <a:pt x="217048" y="471369"/>
                </a:cubicBezTo>
                <a:cubicBezTo>
                  <a:pt x="218499" y="474866"/>
                  <a:pt x="220062" y="478364"/>
                  <a:pt x="221736" y="481824"/>
                </a:cubicBezTo>
                <a:lnTo>
                  <a:pt x="194463" y="531273"/>
                </a:lnTo>
                <a:cubicBezTo>
                  <a:pt x="192640" y="534584"/>
                  <a:pt x="193347" y="538565"/>
                  <a:pt x="195877" y="541095"/>
                </a:cubicBezTo>
                <a:lnTo>
                  <a:pt x="252655" y="597872"/>
                </a:lnTo>
                <a:cubicBezTo>
                  <a:pt x="255445" y="600663"/>
                  <a:pt x="259724" y="601035"/>
                  <a:pt x="262924" y="599026"/>
                </a:cubicBezTo>
                <a:lnTo>
                  <a:pt x="311888" y="572014"/>
                </a:lnTo>
                <a:cubicBezTo>
                  <a:pt x="315348" y="573688"/>
                  <a:pt x="318845" y="575251"/>
                  <a:pt x="322343" y="576702"/>
                </a:cubicBezTo>
                <a:cubicBezTo>
                  <a:pt x="325878" y="578153"/>
                  <a:pt x="329450" y="579530"/>
                  <a:pt x="333059" y="580757"/>
                </a:cubicBezTo>
                <a:lnTo>
                  <a:pt x="348686" y="634931"/>
                </a:lnTo>
                <a:cubicBezTo>
                  <a:pt x="349728" y="638540"/>
                  <a:pt x="353002" y="640921"/>
                  <a:pt x="356611" y="640884"/>
                </a:cubicBezTo>
                <a:lnTo>
                  <a:pt x="356685" y="640921"/>
                </a:lnTo>
                <a:lnTo>
                  <a:pt x="437015" y="640921"/>
                </a:lnTo>
                <a:cubicBezTo>
                  <a:pt x="441071" y="640921"/>
                  <a:pt x="444419" y="638019"/>
                  <a:pt x="445164" y="634149"/>
                </a:cubicBezTo>
                <a:lnTo>
                  <a:pt x="460567" y="580720"/>
                </a:lnTo>
                <a:cubicBezTo>
                  <a:pt x="464177" y="579455"/>
                  <a:pt x="467748" y="578115"/>
                  <a:pt x="471320" y="576627"/>
                </a:cubicBezTo>
                <a:cubicBezTo>
                  <a:pt x="474818" y="575176"/>
                  <a:pt x="478315" y="573613"/>
                  <a:pt x="481776" y="571939"/>
                </a:cubicBezTo>
                <a:lnTo>
                  <a:pt x="531224" y="599212"/>
                </a:lnTo>
                <a:cubicBezTo>
                  <a:pt x="534535" y="601035"/>
                  <a:pt x="538516" y="600328"/>
                  <a:pt x="541046" y="597798"/>
                </a:cubicBezTo>
                <a:lnTo>
                  <a:pt x="597824" y="541020"/>
                </a:lnTo>
                <a:cubicBezTo>
                  <a:pt x="600614" y="538230"/>
                  <a:pt x="600986" y="533951"/>
                  <a:pt x="598977" y="530752"/>
                </a:cubicBezTo>
                <a:lnTo>
                  <a:pt x="571965" y="481787"/>
                </a:lnTo>
                <a:cubicBezTo>
                  <a:pt x="573639" y="478327"/>
                  <a:pt x="575202" y="474830"/>
                  <a:pt x="576653" y="471332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50EDFCB9-E34B-AE19-6714-8E471885CDC4}"/>
              </a:ext>
            </a:extLst>
          </p:cNvPr>
          <p:cNvGrpSpPr/>
          <p:nvPr/>
        </p:nvGrpSpPr>
        <p:grpSpPr>
          <a:xfrm>
            <a:off x="4131284" y="4902800"/>
            <a:ext cx="456564" cy="462902"/>
            <a:chOff x="3784892" y="476250"/>
            <a:chExt cx="4622120" cy="4686300"/>
          </a:xfrm>
          <a:solidFill>
            <a:schemeClr val="bg1"/>
          </a:solidFill>
        </p:grpSpPr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82E0FFF1-BC84-F352-3BC9-A39D64916862}"/>
                </a:ext>
              </a:extLst>
            </p:cNvPr>
            <p:cNvSpPr/>
            <p:nvPr/>
          </p:nvSpPr>
          <p:spPr>
            <a:xfrm>
              <a:off x="3784892" y="476250"/>
              <a:ext cx="4622120" cy="4686300"/>
            </a:xfrm>
            <a:custGeom>
              <a:avLst/>
              <a:gdLst>
                <a:gd name="csX0" fmla="*/ 51664 w 4622120"/>
                <a:gd name="csY0" fmla="*/ 1478652 h 4686300"/>
                <a:gd name="csX1" fmla="*/ 0 w 4622120"/>
                <a:gd name="csY1" fmla="*/ 1535535 h 4686300"/>
                <a:gd name="csX2" fmla="*/ 0 w 4622120"/>
                <a:gd name="csY2" fmla="*/ 2043446 h 4686300"/>
                <a:gd name="csX3" fmla="*/ 51664 w 4622120"/>
                <a:gd name="csY3" fmla="*/ 2100329 h 4686300"/>
                <a:gd name="csX4" fmla="*/ 387172 w 4622120"/>
                <a:gd name="csY4" fmla="*/ 2132648 h 4686300"/>
                <a:gd name="csX5" fmla="*/ 557870 w 4622120"/>
                <a:gd name="csY5" fmla="*/ 2538022 h 4686300"/>
                <a:gd name="csX6" fmla="*/ 344195 w 4622120"/>
                <a:gd name="csY6" fmla="*/ 2796064 h 4686300"/>
                <a:gd name="csX7" fmla="*/ 347805 w 4622120"/>
                <a:gd name="csY7" fmla="*/ 2872921 h 4686300"/>
                <a:gd name="csX8" fmla="*/ 706050 w 4622120"/>
                <a:gd name="csY8" fmla="*/ 3231175 h 4686300"/>
                <a:gd name="csX9" fmla="*/ 782917 w 4622120"/>
                <a:gd name="csY9" fmla="*/ 3234785 h 4686300"/>
                <a:gd name="csX10" fmla="*/ 1041330 w 4622120"/>
                <a:gd name="csY10" fmla="*/ 3020787 h 4686300"/>
                <a:gd name="csX11" fmla="*/ 1446305 w 4622120"/>
                <a:gd name="csY11" fmla="*/ 3191828 h 4686300"/>
                <a:gd name="csX12" fmla="*/ 1478690 w 4622120"/>
                <a:gd name="csY12" fmla="*/ 3527355 h 4686300"/>
                <a:gd name="csX13" fmla="*/ 1535573 w 4622120"/>
                <a:gd name="csY13" fmla="*/ 3579019 h 4686300"/>
                <a:gd name="csX14" fmla="*/ 2043455 w 4622120"/>
                <a:gd name="csY14" fmla="*/ 3579019 h 4686300"/>
                <a:gd name="csX15" fmla="*/ 2100348 w 4622120"/>
                <a:gd name="csY15" fmla="*/ 3527355 h 4686300"/>
                <a:gd name="csX16" fmla="*/ 2132733 w 4622120"/>
                <a:gd name="csY16" fmla="*/ 3191856 h 4686300"/>
                <a:gd name="csX17" fmla="*/ 2198303 w 4622120"/>
                <a:gd name="csY17" fmla="*/ 3173863 h 4686300"/>
                <a:gd name="csX18" fmla="*/ 2292601 w 4622120"/>
                <a:gd name="csY18" fmla="*/ 3495980 h 4686300"/>
                <a:gd name="csX19" fmla="*/ 2292458 w 4622120"/>
                <a:gd name="csY19" fmla="*/ 4625816 h 4686300"/>
                <a:gd name="csX20" fmla="*/ 2346179 w 4622120"/>
                <a:gd name="csY20" fmla="*/ 4686205 h 4686300"/>
                <a:gd name="csX21" fmla="*/ 2349465 w 4622120"/>
                <a:gd name="csY21" fmla="*/ 4686300 h 4686300"/>
                <a:gd name="csX22" fmla="*/ 3394158 w 4622120"/>
                <a:gd name="csY22" fmla="*/ 4686300 h 4686300"/>
                <a:gd name="csX23" fmla="*/ 3451308 w 4622120"/>
                <a:gd name="csY23" fmla="*/ 4629150 h 4686300"/>
                <a:gd name="csX24" fmla="*/ 3451308 w 4622120"/>
                <a:gd name="csY24" fmla="*/ 4247265 h 4686300"/>
                <a:gd name="csX25" fmla="*/ 3557121 w 4622120"/>
                <a:gd name="csY25" fmla="*/ 4169531 h 4686300"/>
                <a:gd name="csX26" fmla="*/ 3557578 w 4622120"/>
                <a:gd name="csY26" fmla="*/ 4169531 h 4686300"/>
                <a:gd name="csX27" fmla="*/ 3898202 w 4622120"/>
                <a:gd name="csY27" fmla="*/ 4171521 h 4686300"/>
                <a:gd name="csX28" fmla="*/ 4224776 w 4622120"/>
                <a:gd name="csY28" fmla="*/ 3863597 h 4686300"/>
                <a:gd name="csX29" fmla="*/ 4224909 w 4622120"/>
                <a:gd name="csY29" fmla="*/ 3854282 h 4686300"/>
                <a:gd name="csX30" fmla="*/ 4224909 w 4622120"/>
                <a:gd name="csY30" fmla="*/ 3527108 h 4686300"/>
                <a:gd name="csX31" fmla="*/ 4512926 w 4622120"/>
                <a:gd name="csY31" fmla="*/ 3527108 h 4686300"/>
                <a:gd name="csX32" fmla="*/ 4622121 w 4622120"/>
                <a:gd name="csY32" fmla="*/ 3417913 h 4686300"/>
                <a:gd name="csX33" fmla="*/ 4614939 w 4622120"/>
                <a:gd name="csY33" fmla="*/ 3378975 h 4686300"/>
                <a:gd name="csX34" fmla="*/ 4394016 w 4622120"/>
                <a:gd name="csY34" fmla="*/ 2800274 h 4686300"/>
                <a:gd name="csX35" fmla="*/ 4392111 w 4622120"/>
                <a:gd name="csY35" fmla="*/ 2564654 h 4686300"/>
                <a:gd name="csX36" fmla="*/ 3176092 w 4622120"/>
                <a:gd name="csY36" fmla="*/ 1404233 h 4686300"/>
                <a:gd name="csX37" fmla="*/ 3016577 w 4622120"/>
                <a:gd name="csY37" fmla="*/ 1040940 h 4686300"/>
                <a:gd name="csX38" fmla="*/ 3230271 w 4622120"/>
                <a:gd name="csY38" fmla="*/ 782955 h 4686300"/>
                <a:gd name="csX39" fmla="*/ 3226918 w 4622120"/>
                <a:gd name="csY39" fmla="*/ 706355 h 4686300"/>
                <a:gd name="csX40" fmla="*/ 2873188 w 4622120"/>
                <a:gd name="csY40" fmla="*/ 348053 h 4686300"/>
                <a:gd name="csX41" fmla="*/ 2796035 w 4622120"/>
                <a:gd name="csY41" fmla="*/ 344186 h 4686300"/>
                <a:gd name="csX42" fmla="*/ 2537641 w 4622120"/>
                <a:gd name="csY42" fmla="*/ 558165 h 4686300"/>
                <a:gd name="csX43" fmla="*/ 2132676 w 4622120"/>
                <a:gd name="csY43" fmla="*/ 387191 h 4686300"/>
                <a:gd name="csX44" fmla="*/ 2100291 w 4622120"/>
                <a:gd name="csY44" fmla="*/ 51664 h 4686300"/>
                <a:gd name="csX45" fmla="*/ 2043455 w 4622120"/>
                <a:gd name="csY45" fmla="*/ 0 h 4686300"/>
                <a:gd name="csX46" fmla="*/ 1535535 w 4622120"/>
                <a:gd name="csY46" fmla="*/ 0 h 4686300"/>
                <a:gd name="csX47" fmla="*/ 1478652 w 4622120"/>
                <a:gd name="csY47" fmla="*/ 51664 h 4686300"/>
                <a:gd name="csX48" fmla="*/ 1446267 w 4622120"/>
                <a:gd name="csY48" fmla="*/ 387172 h 4686300"/>
                <a:gd name="csX49" fmla="*/ 1040892 w 4622120"/>
                <a:gd name="csY49" fmla="*/ 557860 h 4686300"/>
                <a:gd name="csX50" fmla="*/ 782917 w 4622120"/>
                <a:gd name="csY50" fmla="*/ 344186 h 4686300"/>
                <a:gd name="csX51" fmla="*/ 706050 w 4622120"/>
                <a:gd name="csY51" fmla="*/ 347786 h 4686300"/>
                <a:gd name="csX52" fmla="*/ 347796 w 4622120"/>
                <a:gd name="csY52" fmla="*/ 706041 h 4686300"/>
                <a:gd name="csX53" fmla="*/ 344195 w 4622120"/>
                <a:gd name="csY53" fmla="*/ 782955 h 4686300"/>
                <a:gd name="csX54" fmla="*/ 558203 w 4622120"/>
                <a:gd name="csY54" fmla="*/ 1041378 h 4686300"/>
                <a:gd name="csX55" fmla="*/ 387210 w 4622120"/>
                <a:gd name="csY55" fmla="*/ 1446352 h 4686300"/>
                <a:gd name="csX56" fmla="*/ 2039217 w 4622120"/>
                <a:gd name="csY56" fmla="*/ 2687241 h 4686300"/>
                <a:gd name="csX57" fmla="*/ 891892 w 4622120"/>
                <a:gd name="csY57" fmla="*/ 2039122 h 4686300"/>
                <a:gd name="csX58" fmla="*/ 1540012 w 4622120"/>
                <a:gd name="csY58" fmla="*/ 891797 h 4686300"/>
                <a:gd name="csX59" fmla="*/ 2679221 w 4622120"/>
                <a:gd name="csY59" fmla="*/ 1512389 h 4686300"/>
                <a:gd name="csX60" fmla="*/ 2187378 w 4622120"/>
                <a:gd name="csY60" fmla="*/ 1966732 h 4686300"/>
                <a:gd name="csX61" fmla="*/ 2039217 w 4622120"/>
                <a:gd name="csY61" fmla="*/ 2687241 h 4686300"/>
                <a:gd name="csX62" fmla="*/ 4278068 w 4622120"/>
                <a:gd name="csY62" fmla="*/ 2571226 h 4686300"/>
                <a:gd name="csX63" fmla="*/ 4279792 w 4622120"/>
                <a:gd name="csY63" fmla="*/ 2811028 h 4686300"/>
                <a:gd name="csX64" fmla="*/ 4283545 w 4622120"/>
                <a:gd name="csY64" fmla="*/ 2831278 h 4686300"/>
                <a:gd name="csX65" fmla="*/ 4505563 w 4622120"/>
                <a:gd name="csY65" fmla="*/ 3412808 h 4686300"/>
                <a:gd name="csX66" fmla="*/ 4167807 w 4622120"/>
                <a:gd name="csY66" fmla="*/ 3412808 h 4686300"/>
                <a:gd name="csX67" fmla="*/ 4110657 w 4622120"/>
                <a:gd name="csY67" fmla="*/ 3469958 h 4686300"/>
                <a:gd name="csX68" fmla="*/ 4110657 w 4622120"/>
                <a:gd name="csY68" fmla="*/ 3854263 h 4686300"/>
                <a:gd name="csX69" fmla="*/ 3907574 w 4622120"/>
                <a:gd name="csY69" fmla="*/ 4057364 h 4686300"/>
                <a:gd name="csX70" fmla="*/ 3901783 w 4622120"/>
                <a:gd name="csY70" fmla="*/ 4057279 h 4686300"/>
                <a:gd name="csX71" fmla="*/ 3558064 w 4622120"/>
                <a:gd name="csY71" fmla="*/ 4055231 h 4686300"/>
                <a:gd name="csX72" fmla="*/ 3557111 w 4622120"/>
                <a:gd name="csY72" fmla="*/ 4055231 h 4686300"/>
                <a:gd name="csX73" fmla="*/ 3338741 w 4622120"/>
                <a:gd name="csY73" fmla="*/ 4225509 h 4686300"/>
                <a:gd name="csX74" fmla="*/ 3337008 w 4622120"/>
                <a:gd name="csY74" fmla="*/ 4239454 h 4686300"/>
                <a:gd name="csX75" fmla="*/ 3337008 w 4622120"/>
                <a:gd name="csY75" fmla="*/ 4572000 h 4686300"/>
                <a:gd name="csX76" fmla="*/ 2409778 w 4622120"/>
                <a:gd name="csY76" fmla="*/ 4572000 h 4686300"/>
                <a:gd name="csX77" fmla="*/ 2406377 w 4622120"/>
                <a:gd name="csY77" fmla="*/ 3485341 h 4686300"/>
                <a:gd name="csX78" fmla="*/ 2264959 w 4622120"/>
                <a:gd name="csY78" fmla="*/ 3028960 h 4686300"/>
                <a:gd name="csX79" fmla="*/ 2262645 w 4622120"/>
                <a:gd name="csY79" fmla="*/ 3023959 h 4686300"/>
                <a:gd name="csX80" fmla="*/ 2286181 w 4622120"/>
                <a:gd name="csY80" fmla="*/ 2024224 h 4686300"/>
                <a:gd name="csX81" fmla="*/ 3124619 w 4622120"/>
                <a:gd name="csY81" fmla="*/ 1519161 h 4686300"/>
                <a:gd name="csX82" fmla="*/ 3153423 w 4622120"/>
                <a:gd name="csY82" fmla="*/ 1518485 h 4686300"/>
                <a:gd name="csX83" fmla="*/ 4278068 w 4622120"/>
                <a:gd name="csY83" fmla="*/ 2571226 h 4686300"/>
                <a:gd name="csX84" fmla="*/ 489404 w 4622120"/>
                <a:gd name="csY84" fmla="*/ 1511332 h 4686300"/>
                <a:gd name="csX85" fmla="*/ 676618 w 4622120"/>
                <a:gd name="csY85" fmla="*/ 1067676 h 4686300"/>
                <a:gd name="csX86" fmla="*/ 672608 w 4622120"/>
                <a:gd name="csY86" fmla="*/ 1000239 h 4686300"/>
                <a:gd name="csX87" fmla="*/ 465411 w 4622120"/>
                <a:gd name="csY87" fmla="*/ 750084 h 4686300"/>
                <a:gd name="csX88" fmla="*/ 750075 w 4622120"/>
                <a:gd name="csY88" fmla="*/ 465401 h 4686300"/>
                <a:gd name="csX89" fmla="*/ 1000239 w 4622120"/>
                <a:gd name="csY89" fmla="*/ 672560 h 4686300"/>
                <a:gd name="csX90" fmla="*/ 1068391 w 4622120"/>
                <a:gd name="csY90" fmla="*/ 676094 h 4686300"/>
                <a:gd name="csX91" fmla="*/ 1511303 w 4622120"/>
                <a:gd name="csY91" fmla="*/ 489404 h 4686300"/>
                <a:gd name="csX92" fmla="*/ 1556118 w 4622120"/>
                <a:gd name="csY92" fmla="*/ 439036 h 4686300"/>
                <a:gd name="csX93" fmla="*/ 1587437 w 4622120"/>
                <a:gd name="csY93" fmla="*/ 114300 h 4686300"/>
                <a:gd name="csX94" fmla="*/ 1991535 w 4622120"/>
                <a:gd name="csY94" fmla="*/ 114300 h 4686300"/>
                <a:gd name="csX95" fmla="*/ 2022834 w 4622120"/>
                <a:gd name="csY95" fmla="*/ 439036 h 4686300"/>
                <a:gd name="csX96" fmla="*/ 2067601 w 4622120"/>
                <a:gd name="csY96" fmla="*/ 489404 h 4686300"/>
                <a:gd name="csX97" fmla="*/ 2511257 w 4622120"/>
                <a:gd name="csY97" fmla="*/ 676570 h 4686300"/>
                <a:gd name="csX98" fmla="*/ 2578694 w 4622120"/>
                <a:gd name="csY98" fmla="*/ 672560 h 4686300"/>
                <a:gd name="csX99" fmla="*/ 2828592 w 4622120"/>
                <a:gd name="csY99" fmla="*/ 465611 h 4686300"/>
                <a:gd name="csX100" fmla="*/ 3109303 w 4622120"/>
                <a:gd name="csY100" fmla="*/ 749827 h 4686300"/>
                <a:gd name="csX101" fmla="*/ 2901925 w 4622120"/>
                <a:gd name="csY101" fmla="*/ 1000239 h 4686300"/>
                <a:gd name="csX102" fmla="*/ 2898391 w 4622120"/>
                <a:gd name="csY102" fmla="*/ 1068391 h 4686300"/>
                <a:gd name="csX103" fmla="*/ 3058411 w 4622120"/>
                <a:gd name="csY103" fmla="*/ 1408986 h 4686300"/>
                <a:gd name="csX104" fmla="*/ 2785215 w 4622120"/>
                <a:gd name="csY104" fmla="*/ 1468688 h 4686300"/>
                <a:gd name="csX105" fmla="*/ 1468812 w 4622120"/>
                <a:gd name="csY105" fmla="*/ 794008 h 4686300"/>
                <a:gd name="csX106" fmla="*/ 794135 w 4622120"/>
                <a:gd name="csY106" fmla="*/ 2110407 h 4686300"/>
                <a:gd name="csX107" fmla="*/ 2059153 w 4622120"/>
                <a:gd name="csY107" fmla="*/ 2800207 h 4686300"/>
                <a:gd name="csX108" fmla="*/ 2156308 w 4622120"/>
                <a:gd name="csY108" fmla="*/ 3066907 h 4686300"/>
                <a:gd name="csX109" fmla="*/ 2067639 w 4622120"/>
                <a:gd name="csY109" fmla="*/ 3089529 h 4686300"/>
                <a:gd name="csX110" fmla="*/ 2022872 w 4622120"/>
                <a:gd name="csY110" fmla="*/ 3139897 h 4686300"/>
                <a:gd name="csX111" fmla="*/ 1991573 w 4622120"/>
                <a:gd name="csY111" fmla="*/ 3464633 h 4686300"/>
                <a:gd name="csX112" fmla="*/ 1587437 w 4622120"/>
                <a:gd name="csY112" fmla="*/ 3464633 h 4686300"/>
                <a:gd name="csX113" fmla="*/ 1556137 w 4622120"/>
                <a:gd name="csY113" fmla="*/ 3139897 h 4686300"/>
                <a:gd name="csX114" fmla="*/ 1511322 w 4622120"/>
                <a:gd name="csY114" fmla="*/ 3089529 h 4686300"/>
                <a:gd name="csX115" fmla="*/ 1067676 w 4622120"/>
                <a:gd name="csY115" fmla="*/ 2902363 h 4686300"/>
                <a:gd name="csX116" fmla="*/ 1000239 w 4622120"/>
                <a:gd name="csY116" fmla="*/ 2906373 h 4686300"/>
                <a:gd name="csX117" fmla="*/ 750075 w 4622120"/>
                <a:gd name="csY117" fmla="*/ 3113570 h 4686300"/>
                <a:gd name="csX118" fmla="*/ 465411 w 4622120"/>
                <a:gd name="csY118" fmla="*/ 2828925 h 4686300"/>
                <a:gd name="csX119" fmla="*/ 672570 w 4622120"/>
                <a:gd name="csY119" fmla="*/ 2578760 h 4686300"/>
                <a:gd name="csX120" fmla="*/ 676104 w 4622120"/>
                <a:gd name="csY120" fmla="*/ 2510609 h 4686300"/>
                <a:gd name="csX121" fmla="*/ 489414 w 4622120"/>
                <a:gd name="csY121" fmla="*/ 2067697 h 4686300"/>
                <a:gd name="csX122" fmla="*/ 439045 w 4622120"/>
                <a:gd name="csY122" fmla="*/ 2022929 h 4686300"/>
                <a:gd name="csX123" fmla="*/ 114310 w 4622120"/>
                <a:gd name="csY123" fmla="*/ 1991620 h 4686300"/>
                <a:gd name="csX124" fmla="*/ 114310 w 4622120"/>
                <a:gd name="csY124" fmla="*/ 1587437 h 4686300"/>
                <a:gd name="csX125" fmla="*/ 439045 w 4622120"/>
                <a:gd name="csY125" fmla="*/ 1556137 h 4686300"/>
                <a:gd name="csX126" fmla="*/ 489404 w 4622120"/>
                <a:gd name="csY126" fmla="*/ 1511332 h 46863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</a:cxnLst>
              <a:rect l="l" t="t" r="r" b="b"/>
              <a:pathLst>
                <a:path w="4622120" h="4686300">
                  <a:moveTo>
                    <a:pt x="51664" y="1478652"/>
                  </a:moveTo>
                  <a:cubicBezTo>
                    <a:pt x="22363" y="1481480"/>
                    <a:pt x="1" y="1506103"/>
                    <a:pt x="0" y="1535535"/>
                  </a:cubicBezTo>
                  <a:lnTo>
                    <a:pt x="0" y="2043446"/>
                  </a:lnTo>
                  <a:cubicBezTo>
                    <a:pt x="1" y="2072878"/>
                    <a:pt x="22363" y="2097500"/>
                    <a:pt x="51664" y="2100329"/>
                  </a:cubicBezTo>
                  <a:lnTo>
                    <a:pt x="387172" y="2132648"/>
                  </a:lnTo>
                  <a:cubicBezTo>
                    <a:pt x="422688" y="2275808"/>
                    <a:pt x="480276" y="2412578"/>
                    <a:pt x="557870" y="2538022"/>
                  </a:cubicBezTo>
                  <a:lnTo>
                    <a:pt x="344195" y="2796064"/>
                  </a:lnTo>
                  <a:cubicBezTo>
                    <a:pt x="325390" y="2818781"/>
                    <a:pt x="326954" y="2852071"/>
                    <a:pt x="347805" y="2872921"/>
                  </a:cubicBezTo>
                  <a:lnTo>
                    <a:pt x="706050" y="3231175"/>
                  </a:lnTo>
                  <a:cubicBezTo>
                    <a:pt x="726902" y="3252035"/>
                    <a:pt x="760202" y="3253597"/>
                    <a:pt x="782917" y="3234785"/>
                  </a:cubicBezTo>
                  <a:lnTo>
                    <a:pt x="1041330" y="3020787"/>
                  </a:lnTo>
                  <a:cubicBezTo>
                    <a:pt x="1166879" y="3097987"/>
                    <a:pt x="1303430" y="3155661"/>
                    <a:pt x="1446305" y="3191828"/>
                  </a:cubicBezTo>
                  <a:lnTo>
                    <a:pt x="1478690" y="3527355"/>
                  </a:lnTo>
                  <a:cubicBezTo>
                    <a:pt x="1481519" y="3556654"/>
                    <a:pt x="1506141" y="3579019"/>
                    <a:pt x="1535573" y="3579019"/>
                  </a:cubicBezTo>
                  <a:lnTo>
                    <a:pt x="2043455" y="3579019"/>
                  </a:lnTo>
                  <a:cubicBezTo>
                    <a:pt x="2072897" y="3579019"/>
                    <a:pt x="2097519" y="3556664"/>
                    <a:pt x="2100348" y="3527355"/>
                  </a:cubicBezTo>
                  <a:lnTo>
                    <a:pt x="2132733" y="3191856"/>
                  </a:lnTo>
                  <a:cubicBezTo>
                    <a:pt x="2154669" y="3186408"/>
                    <a:pt x="2176520" y="3180407"/>
                    <a:pt x="2198303" y="3173863"/>
                  </a:cubicBezTo>
                  <a:cubicBezTo>
                    <a:pt x="2237623" y="3280334"/>
                    <a:pt x="2285933" y="3423990"/>
                    <a:pt x="2292601" y="3495980"/>
                  </a:cubicBezTo>
                  <a:cubicBezTo>
                    <a:pt x="2333006" y="3930063"/>
                    <a:pt x="2292868" y="4618901"/>
                    <a:pt x="2292458" y="4625816"/>
                  </a:cubicBezTo>
                  <a:cubicBezTo>
                    <a:pt x="2290620" y="4657325"/>
                    <a:pt x="2314670" y="4684357"/>
                    <a:pt x="2346179" y="4686205"/>
                  </a:cubicBezTo>
                  <a:cubicBezTo>
                    <a:pt x="2347274" y="4686262"/>
                    <a:pt x="2348370" y="4686300"/>
                    <a:pt x="2349465" y="4686300"/>
                  </a:cubicBezTo>
                  <a:lnTo>
                    <a:pt x="3394158" y="4686300"/>
                  </a:lnTo>
                  <a:cubicBezTo>
                    <a:pt x="3425723" y="4686300"/>
                    <a:pt x="3451308" y="4660716"/>
                    <a:pt x="3451308" y="4629150"/>
                  </a:cubicBezTo>
                  <a:lnTo>
                    <a:pt x="3451308" y="4247265"/>
                  </a:lnTo>
                  <a:cubicBezTo>
                    <a:pt x="3465738" y="4200973"/>
                    <a:pt x="3508629" y="4169464"/>
                    <a:pt x="3557121" y="4169531"/>
                  </a:cubicBezTo>
                  <a:lnTo>
                    <a:pt x="3557578" y="4169531"/>
                  </a:lnTo>
                  <a:cubicBezTo>
                    <a:pt x="3760699" y="4170378"/>
                    <a:pt x="3884857" y="4171103"/>
                    <a:pt x="3898202" y="4171521"/>
                  </a:cubicBezTo>
                  <a:cubicBezTo>
                    <a:pt x="4073414" y="4176675"/>
                    <a:pt x="4219623" y="4038810"/>
                    <a:pt x="4224776" y="3863597"/>
                  </a:cubicBezTo>
                  <a:cubicBezTo>
                    <a:pt x="4224862" y="3860492"/>
                    <a:pt x="4224909" y="3857387"/>
                    <a:pt x="4224909" y="3854282"/>
                  </a:cubicBezTo>
                  <a:lnTo>
                    <a:pt x="4224909" y="3527108"/>
                  </a:lnTo>
                  <a:lnTo>
                    <a:pt x="4512926" y="3527108"/>
                  </a:lnTo>
                  <a:cubicBezTo>
                    <a:pt x="4573229" y="3527108"/>
                    <a:pt x="4622121" y="3478216"/>
                    <a:pt x="4622121" y="3417913"/>
                  </a:cubicBezTo>
                  <a:cubicBezTo>
                    <a:pt x="4622121" y="3404607"/>
                    <a:pt x="4619682" y="3391405"/>
                    <a:pt x="4614939" y="3378975"/>
                  </a:cubicBezTo>
                  <a:lnTo>
                    <a:pt x="4394016" y="2800274"/>
                  </a:lnTo>
                  <a:cubicBezTo>
                    <a:pt x="4393873" y="2746934"/>
                    <a:pt x="4393349" y="2584571"/>
                    <a:pt x="4392111" y="2564654"/>
                  </a:cubicBezTo>
                  <a:cubicBezTo>
                    <a:pt x="4356640" y="1917497"/>
                    <a:pt x="3824202" y="1409405"/>
                    <a:pt x="3176092" y="1404233"/>
                  </a:cubicBezTo>
                  <a:cubicBezTo>
                    <a:pt x="3140126" y="1276283"/>
                    <a:pt x="3086433" y="1154001"/>
                    <a:pt x="3016577" y="1040940"/>
                  </a:cubicBezTo>
                  <a:lnTo>
                    <a:pt x="3230271" y="782955"/>
                  </a:lnTo>
                  <a:cubicBezTo>
                    <a:pt x="3248987" y="760348"/>
                    <a:pt x="3247539" y="727240"/>
                    <a:pt x="3226918" y="706355"/>
                  </a:cubicBezTo>
                  <a:lnTo>
                    <a:pt x="2873188" y="348053"/>
                  </a:lnTo>
                  <a:cubicBezTo>
                    <a:pt x="2852366" y="326947"/>
                    <a:pt x="2818867" y="325267"/>
                    <a:pt x="2796035" y="344186"/>
                  </a:cubicBezTo>
                  <a:lnTo>
                    <a:pt x="2537641" y="558165"/>
                  </a:lnTo>
                  <a:cubicBezTo>
                    <a:pt x="2412092" y="480985"/>
                    <a:pt x="2275551" y="423336"/>
                    <a:pt x="2132676" y="387191"/>
                  </a:cubicBezTo>
                  <a:lnTo>
                    <a:pt x="2100291" y="51664"/>
                  </a:lnTo>
                  <a:cubicBezTo>
                    <a:pt x="2097462" y="22381"/>
                    <a:pt x="2072878" y="26"/>
                    <a:pt x="2043455" y="0"/>
                  </a:cubicBezTo>
                  <a:lnTo>
                    <a:pt x="1535535" y="0"/>
                  </a:lnTo>
                  <a:cubicBezTo>
                    <a:pt x="1506103" y="1"/>
                    <a:pt x="1481480" y="22363"/>
                    <a:pt x="1478652" y="51664"/>
                  </a:cubicBezTo>
                  <a:lnTo>
                    <a:pt x="1446267" y="387172"/>
                  </a:lnTo>
                  <a:cubicBezTo>
                    <a:pt x="1303106" y="422697"/>
                    <a:pt x="1166346" y="480281"/>
                    <a:pt x="1040892" y="557860"/>
                  </a:cubicBezTo>
                  <a:lnTo>
                    <a:pt x="782917" y="344186"/>
                  </a:lnTo>
                  <a:cubicBezTo>
                    <a:pt x="760204" y="325372"/>
                    <a:pt x="726905" y="326932"/>
                    <a:pt x="706050" y="347786"/>
                  </a:cubicBezTo>
                  <a:lnTo>
                    <a:pt x="347796" y="706041"/>
                  </a:lnTo>
                  <a:cubicBezTo>
                    <a:pt x="326913" y="726902"/>
                    <a:pt x="325353" y="760234"/>
                    <a:pt x="344195" y="782955"/>
                  </a:cubicBezTo>
                  <a:lnTo>
                    <a:pt x="558203" y="1041378"/>
                  </a:lnTo>
                  <a:cubicBezTo>
                    <a:pt x="481013" y="1166927"/>
                    <a:pt x="423358" y="1303477"/>
                    <a:pt x="387210" y="1446352"/>
                  </a:cubicBezTo>
                  <a:close/>
                  <a:moveTo>
                    <a:pt x="2039217" y="2687241"/>
                  </a:moveTo>
                  <a:cubicBezTo>
                    <a:pt x="1543422" y="2825096"/>
                    <a:pt x="1029748" y="2534917"/>
                    <a:pt x="891892" y="2039122"/>
                  </a:cubicBezTo>
                  <a:cubicBezTo>
                    <a:pt x="754043" y="1543326"/>
                    <a:pt x="1044216" y="1029653"/>
                    <a:pt x="1540012" y="891797"/>
                  </a:cubicBezTo>
                  <a:cubicBezTo>
                    <a:pt x="2025044" y="756942"/>
                    <a:pt x="2529488" y="1031739"/>
                    <a:pt x="2679221" y="1512389"/>
                  </a:cubicBezTo>
                  <a:cubicBezTo>
                    <a:pt x="2473100" y="1610620"/>
                    <a:pt x="2301612" y="1769031"/>
                    <a:pt x="2187378" y="1966732"/>
                  </a:cubicBezTo>
                  <a:cubicBezTo>
                    <a:pt x="2060172" y="2184102"/>
                    <a:pt x="2008108" y="2437314"/>
                    <a:pt x="2039217" y="2687241"/>
                  </a:cubicBezTo>
                  <a:close/>
                  <a:moveTo>
                    <a:pt x="4278068" y="2571226"/>
                  </a:moveTo>
                  <a:cubicBezTo>
                    <a:pt x="4278954" y="2585971"/>
                    <a:pt x="4279592" y="2726141"/>
                    <a:pt x="4279792" y="2811028"/>
                  </a:cubicBezTo>
                  <a:cubicBezTo>
                    <a:pt x="4279811" y="2817952"/>
                    <a:pt x="4281078" y="2824810"/>
                    <a:pt x="4283545" y="2831278"/>
                  </a:cubicBezTo>
                  <a:lnTo>
                    <a:pt x="4505563" y="3412808"/>
                  </a:lnTo>
                  <a:lnTo>
                    <a:pt x="4167807" y="3412808"/>
                  </a:lnTo>
                  <a:cubicBezTo>
                    <a:pt x="4136241" y="3412808"/>
                    <a:pt x="4110657" y="3438392"/>
                    <a:pt x="4110657" y="3469958"/>
                  </a:cubicBezTo>
                  <a:lnTo>
                    <a:pt x="4110657" y="3854263"/>
                  </a:lnTo>
                  <a:cubicBezTo>
                    <a:pt x="4110657" y="3966429"/>
                    <a:pt x="4019731" y="4057355"/>
                    <a:pt x="3907574" y="4057364"/>
                  </a:cubicBezTo>
                  <a:cubicBezTo>
                    <a:pt x="3905641" y="4057364"/>
                    <a:pt x="3903707" y="4057336"/>
                    <a:pt x="3901783" y="4057279"/>
                  </a:cubicBezTo>
                  <a:cubicBezTo>
                    <a:pt x="3886829" y="4056812"/>
                    <a:pt x="3771186" y="4056126"/>
                    <a:pt x="3558064" y="4055231"/>
                  </a:cubicBezTo>
                  <a:lnTo>
                    <a:pt x="3557111" y="4055231"/>
                  </a:lnTo>
                  <a:cubicBezTo>
                    <a:pt x="3453851" y="4055097"/>
                    <a:pt x="3363782" y="4125335"/>
                    <a:pt x="3338741" y="4225509"/>
                  </a:cubicBezTo>
                  <a:cubicBezTo>
                    <a:pt x="3337589" y="4230072"/>
                    <a:pt x="3337008" y="4234748"/>
                    <a:pt x="3337008" y="4239454"/>
                  </a:cubicBezTo>
                  <a:lnTo>
                    <a:pt x="3337008" y="4572000"/>
                  </a:lnTo>
                  <a:lnTo>
                    <a:pt x="2409778" y="4572000"/>
                  </a:lnTo>
                  <a:cubicBezTo>
                    <a:pt x="2418817" y="4392244"/>
                    <a:pt x="2440953" y="3856816"/>
                    <a:pt x="2406377" y="3485341"/>
                  </a:cubicBezTo>
                  <a:cubicBezTo>
                    <a:pt x="2393566" y="3347809"/>
                    <a:pt x="2270170" y="3041914"/>
                    <a:pt x="2264959" y="3028960"/>
                  </a:cubicBezTo>
                  <a:cubicBezTo>
                    <a:pt x="2264274" y="3027255"/>
                    <a:pt x="2263502" y="3025588"/>
                    <a:pt x="2262645" y="3023959"/>
                  </a:cubicBezTo>
                  <a:cubicBezTo>
                    <a:pt x="2097329" y="2709005"/>
                    <a:pt x="2106225" y="2331044"/>
                    <a:pt x="2286181" y="2024224"/>
                  </a:cubicBezTo>
                  <a:cubicBezTo>
                    <a:pt x="2459688" y="1722377"/>
                    <a:pt x="2776671" y="1531430"/>
                    <a:pt x="3124619" y="1519161"/>
                  </a:cubicBezTo>
                  <a:cubicBezTo>
                    <a:pt x="3134192" y="1518818"/>
                    <a:pt x="3143793" y="1518590"/>
                    <a:pt x="3153423" y="1518485"/>
                  </a:cubicBezTo>
                  <a:cubicBezTo>
                    <a:pt x="3749726" y="1511618"/>
                    <a:pt x="4245578" y="1975771"/>
                    <a:pt x="4278068" y="2571226"/>
                  </a:cubicBezTo>
                  <a:close/>
                  <a:moveTo>
                    <a:pt x="489404" y="1511332"/>
                  </a:moveTo>
                  <a:cubicBezTo>
                    <a:pt x="524530" y="1353360"/>
                    <a:pt x="587957" y="1203055"/>
                    <a:pt x="676618" y="1067676"/>
                  </a:cubicBezTo>
                  <a:cubicBezTo>
                    <a:pt x="690132" y="1046731"/>
                    <a:pt x="688510" y="1019442"/>
                    <a:pt x="672608" y="1000239"/>
                  </a:cubicBezTo>
                  <a:lnTo>
                    <a:pt x="465411" y="750084"/>
                  </a:lnTo>
                  <a:lnTo>
                    <a:pt x="750075" y="465401"/>
                  </a:lnTo>
                  <a:lnTo>
                    <a:pt x="1000239" y="672560"/>
                  </a:lnTo>
                  <a:cubicBezTo>
                    <a:pt x="1019680" y="688660"/>
                    <a:pt x="1047388" y="690098"/>
                    <a:pt x="1068391" y="676094"/>
                  </a:cubicBezTo>
                  <a:cubicBezTo>
                    <a:pt x="1203169" y="586923"/>
                    <a:pt x="1353360" y="523615"/>
                    <a:pt x="1511303" y="489404"/>
                  </a:cubicBezTo>
                  <a:cubicBezTo>
                    <a:pt x="1535611" y="484152"/>
                    <a:pt x="1553728" y="463787"/>
                    <a:pt x="1556118" y="439036"/>
                  </a:cubicBezTo>
                  <a:lnTo>
                    <a:pt x="1587437" y="114300"/>
                  </a:lnTo>
                  <a:lnTo>
                    <a:pt x="1991535" y="114300"/>
                  </a:lnTo>
                  <a:lnTo>
                    <a:pt x="2022834" y="439036"/>
                  </a:lnTo>
                  <a:cubicBezTo>
                    <a:pt x="2025215" y="463773"/>
                    <a:pt x="2043313" y="484134"/>
                    <a:pt x="2067601" y="489404"/>
                  </a:cubicBezTo>
                  <a:cubicBezTo>
                    <a:pt x="2225564" y="524521"/>
                    <a:pt x="2375869" y="587931"/>
                    <a:pt x="2511257" y="676570"/>
                  </a:cubicBezTo>
                  <a:cubicBezTo>
                    <a:pt x="2532202" y="690084"/>
                    <a:pt x="2559491" y="688462"/>
                    <a:pt x="2578694" y="672560"/>
                  </a:cubicBezTo>
                  <a:lnTo>
                    <a:pt x="2828592" y="465611"/>
                  </a:lnTo>
                  <a:lnTo>
                    <a:pt x="3109303" y="749827"/>
                  </a:lnTo>
                  <a:lnTo>
                    <a:pt x="2901925" y="1000239"/>
                  </a:lnTo>
                  <a:cubicBezTo>
                    <a:pt x="2885828" y="1019680"/>
                    <a:pt x="2884389" y="1047388"/>
                    <a:pt x="2898391" y="1068391"/>
                  </a:cubicBezTo>
                  <a:cubicBezTo>
                    <a:pt x="2967971" y="1173556"/>
                    <a:pt x="3021873" y="1288294"/>
                    <a:pt x="3058411" y="1408986"/>
                  </a:cubicBezTo>
                  <a:cubicBezTo>
                    <a:pt x="2965209" y="1417415"/>
                    <a:pt x="2873435" y="1437475"/>
                    <a:pt x="2785215" y="1468688"/>
                  </a:cubicBezTo>
                  <a:cubicBezTo>
                    <a:pt x="2608012" y="918867"/>
                    <a:pt x="2018633" y="616802"/>
                    <a:pt x="1468812" y="794008"/>
                  </a:cubicBezTo>
                  <a:cubicBezTo>
                    <a:pt x="918991" y="971217"/>
                    <a:pt x="616929" y="1560586"/>
                    <a:pt x="794135" y="2110407"/>
                  </a:cubicBezTo>
                  <a:cubicBezTo>
                    <a:pt x="964959" y="2640425"/>
                    <a:pt x="1521085" y="2943673"/>
                    <a:pt x="2059153" y="2800207"/>
                  </a:cubicBezTo>
                  <a:cubicBezTo>
                    <a:pt x="2080451" y="2892762"/>
                    <a:pt x="2113083" y="2982344"/>
                    <a:pt x="2156308" y="3066907"/>
                  </a:cubicBezTo>
                  <a:cubicBezTo>
                    <a:pt x="2126895" y="3075480"/>
                    <a:pt x="2097253" y="3083100"/>
                    <a:pt x="2067639" y="3089529"/>
                  </a:cubicBezTo>
                  <a:cubicBezTo>
                    <a:pt x="2043351" y="3094796"/>
                    <a:pt x="2025253" y="3115161"/>
                    <a:pt x="2022872" y="3139897"/>
                  </a:cubicBezTo>
                  <a:lnTo>
                    <a:pt x="1991573" y="3464633"/>
                  </a:lnTo>
                  <a:lnTo>
                    <a:pt x="1587437" y="3464633"/>
                  </a:lnTo>
                  <a:lnTo>
                    <a:pt x="1556137" y="3139897"/>
                  </a:lnTo>
                  <a:cubicBezTo>
                    <a:pt x="1553747" y="3115142"/>
                    <a:pt x="1535630" y="3094778"/>
                    <a:pt x="1511322" y="3089529"/>
                  </a:cubicBezTo>
                  <a:cubicBezTo>
                    <a:pt x="1353360" y="3054410"/>
                    <a:pt x="1203055" y="2991002"/>
                    <a:pt x="1067676" y="2902363"/>
                  </a:cubicBezTo>
                  <a:cubicBezTo>
                    <a:pt x="1046731" y="2888847"/>
                    <a:pt x="1019442" y="2890476"/>
                    <a:pt x="1000239" y="2906373"/>
                  </a:cubicBezTo>
                  <a:lnTo>
                    <a:pt x="750075" y="3113570"/>
                  </a:lnTo>
                  <a:lnTo>
                    <a:pt x="465411" y="2828925"/>
                  </a:lnTo>
                  <a:lnTo>
                    <a:pt x="672570" y="2578760"/>
                  </a:lnTo>
                  <a:cubicBezTo>
                    <a:pt x="688670" y="2559320"/>
                    <a:pt x="690107" y="2531612"/>
                    <a:pt x="676104" y="2510609"/>
                  </a:cubicBezTo>
                  <a:cubicBezTo>
                    <a:pt x="586924" y="2375840"/>
                    <a:pt x="523615" y="2225640"/>
                    <a:pt x="489414" y="2067697"/>
                  </a:cubicBezTo>
                  <a:cubicBezTo>
                    <a:pt x="484143" y="2043408"/>
                    <a:pt x="463783" y="2025310"/>
                    <a:pt x="439045" y="2022929"/>
                  </a:cubicBezTo>
                  <a:lnTo>
                    <a:pt x="114310" y="1991620"/>
                  </a:lnTo>
                  <a:lnTo>
                    <a:pt x="114310" y="1587437"/>
                  </a:lnTo>
                  <a:lnTo>
                    <a:pt x="439045" y="1556137"/>
                  </a:lnTo>
                  <a:cubicBezTo>
                    <a:pt x="463790" y="1553747"/>
                    <a:pt x="484150" y="1535630"/>
                    <a:pt x="489404" y="151133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995A3277-A599-F827-8CDA-43CEC4B25AD8}"/>
                </a:ext>
              </a:extLst>
            </p:cNvPr>
            <p:cNvSpPr/>
            <p:nvPr/>
          </p:nvSpPr>
          <p:spPr>
            <a:xfrm>
              <a:off x="5105474" y="1951338"/>
              <a:ext cx="933558" cy="628840"/>
            </a:xfrm>
            <a:custGeom>
              <a:avLst/>
              <a:gdLst>
                <a:gd name="csX0" fmla="*/ 917288 w 933558"/>
                <a:gd name="csY0" fmla="*/ 17222 h 628840"/>
                <a:gd name="csX1" fmla="*/ 836468 w 933558"/>
                <a:gd name="csY1" fmla="*/ 16269 h 628840"/>
                <a:gd name="csX2" fmla="*/ 836468 w 933558"/>
                <a:gd name="csY2" fmla="*/ 16269 h 628840"/>
                <a:gd name="csX3" fmla="*/ 349398 w 933558"/>
                <a:gd name="csY3" fmla="*/ 491824 h 628840"/>
                <a:gd name="csX4" fmla="*/ 96814 w 933558"/>
                <a:gd name="csY4" fmla="*/ 245222 h 628840"/>
                <a:gd name="csX5" fmla="*/ 16004 w 933558"/>
                <a:gd name="csY5" fmla="*/ 246708 h 628840"/>
                <a:gd name="csX6" fmla="*/ 16966 w 933558"/>
                <a:gd name="csY6" fmla="*/ 327003 h 628840"/>
                <a:gd name="csX7" fmla="*/ 309478 w 933558"/>
                <a:gd name="csY7" fmla="*/ 612582 h 628840"/>
                <a:gd name="csX8" fmla="*/ 389327 w 933558"/>
                <a:gd name="csY8" fmla="*/ 612582 h 628840"/>
                <a:gd name="csX9" fmla="*/ 916316 w 933558"/>
                <a:gd name="csY9" fmla="*/ 98070 h 628840"/>
                <a:gd name="csX10" fmla="*/ 917316 w 933558"/>
                <a:gd name="csY10" fmla="*/ 17250 h 628840"/>
                <a:gd name="csX11" fmla="*/ 917288 w 933558"/>
                <a:gd name="csY11" fmla="*/ 17222 h 6288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933558" h="628840">
                  <a:moveTo>
                    <a:pt x="917288" y="17222"/>
                  </a:moveTo>
                  <a:cubicBezTo>
                    <a:pt x="895238" y="-5362"/>
                    <a:pt x="859052" y="-5791"/>
                    <a:pt x="836468" y="16269"/>
                  </a:cubicBezTo>
                  <a:cubicBezTo>
                    <a:pt x="836468" y="16269"/>
                    <a:pt x="836468" y="16269"/>
                    <a:pt x="836468" y="16269"/>
                  </a:cubicBezTo>
                  <a:lnTo>
                    <a:pt x="349398" y="491824"/>
                  </a:lnTo>
                  <a:lnTo>
                    <a:pt x="96814" y="245222"/>
                  </a:lnTo>
                  <a:cubicBezTo>
                    <a:pt x="74087" y="223314"/>
                    <a:pt x="37911" y="223981"/>
                    <a:pt x="16004" y="246708"/>
                  </a:cubicBezTo>
                  <a:cubicBezTo>
                    <a:pt x="-5704" y="269225"/>
                    <a:pt x="-5275" y="305010"/>
                    <a:pt x="16966" y="327003"/>
                  </a:cubicBezTo>
                  <a:lnTo>
                    <a:pt x="309478" y="612582"/>
                  </a:lnTo>
                  <a:cubicBezTo>
                    <a:pt x="331681" y="634261"/>
                    <a:pt x="367124" y="634261"/>
                    <a:pt x="389327" y="612582"/>
                  </a:cubicBezTo>
                  <a:lnTo>
                    <a:pt x="916316" y="98070"/>
                  </a:lnTo>
                  <a:cubicBezTo>
                    <a:pt x="938910" y="76029"/>
                    <a:pt x="939357" y="39844"/>
                    <a:pt x="917316" y="17250"/>
                  </a:cubicBezTo>
                  <a:cubicBezTo>
                    <a:pt x="917307" y="17241"/>
                    <a:pt x="917297" y="17231"/>
                    <a:pt x="917288" y="1722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2" name="Text Placeholder 4">
            <a:extLst>
              <a:ext uri="{FF2B5EF4-FFF2-40B4-BE49-F238E27FC236}">
                <a16:creationId xmlns:a16="http://schemas.microsoft.com/office/drawing/2014/main" id="{1D623DAD-7F0F-8CDF-464F-AC78ECE91A44}"/>
              </a:ext>
            </a:extLst>
          </p:cNvPr>
          <p:cNvSpPr txBox="1">
            <a:spLocks/>
          </p:cNvSpPr>
          <p:nvPr/>
        </p:nvSpPr>
        <p:spPr>
          <a:xfrm>
            <a:off x="3760727" y="6543246"/>
            <a:ext cx="8024400" cy="153888"/>
          </a:xfrm>
          <a:prstGeom prst="rect">
            <a:avLst/>
          </a:prstGeom>
        </p:spPr>
        <p:txBody>
          <a:bodyPr lIns="0" tIns="0" rIns="0" bIns="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b="1" dirty="0"/>
              <a:t>Source:</a:t>
            </a:r>
            <a:r>
              <a:rPr lang="en-US" sz="1000" dirty="0"/>
              <a:t> Content taken from random online source.</a:t>
            </a:r>
            <a:endParaRPr lang="en-IN" sz="1000" dirty="0"/>
          </a:p>
        </p:txBody>
      </p:sp>
    </p:spTree>
    <p:extLst>
      <p:ext uri="{BB962C8B-B14F-4D97-AF65-F5344CB8AC3E}">
        <p14:creationId xmlns:p14="http://schemas.microsoft.com/office/powerpoint/2010/main" val="40259262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5824F-C9B6-2333-873C-233745575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3" name="thinkcell data - do not delete" hidden="1">
            <a:extLst>
              <a:ext uri="{FF2B5EF4-FFF2-40B4-BE49-F238E27FC236}">
                <a16:creationId xmlns:a16="http://schemas.microsoft.com/office/drawing/2014/main" id="{DC275551-4449-37D3-59AE-6B1951652B3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8023986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104" imgW="473" imgH="473" progId="TCLayout.ActiveDocument.1">
                  <p:embed/>
                </p:oleObj>
              </mc:Choice>
              <mc:Fallback>
                <p:oleObj name="thinkcell Slide" r:id="rId104" imgW="473" imgH="47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99" name="Straight Connector 398">
            <a:extLst>
              <a:ext uri="{FF2B5EF4-FFF2-40B4-BE49-F238E27FC236}">
                <a16:creationId xmlns:a16="http://schemas.microsoft.com/office/drawing/2014/main" id="{28A8DB2D-AB0F-A38F-EA09-65FD710ED2B4}"/>
              </a:ext>
            </a:extLst>
          </p:cNvPr>
          <p:cNvCxnSpPr>
            <a:cxnSpLocks/>
          </p:cNvCxnSpPr>
          <p:nvPr/>
        </p:nvCxnSpPr>
        <p:spPr>
          <a:xfrm>
            <a:off x="407988" y="3962667"/>
            <a:ext cx="11379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>
            <a:extLst>
              <a:ext uri="{FF2B5EF4-FFF2-40B4-BE49-F238E27FC236}">
                <a16:creationId xmlns:a16="http://schemas.microsoft.com/office/drawing/2014/main" id="{FF59EADA-BAA4-F0BB-520D-5FD6097A3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9" y="385555"/>
            <a:ext cx="11379600" cy="430887"/>
          </a:xfrm>
        </p:spPr>
        <p:txBody>
          <a:bodyPr vert="horz" rIns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Sales network sizing |</a:t>
            </a:r>
            <a:r>
              <a:rPr lang="en-US" dirty="0"/>
              <a:t> ABC online sales expected at ~20% penetration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DF37B9-352C-572C-231A-8292F514B4C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Source: </a:t>
            </a:r>
            <a:r>
              <a:rPr lang="en-US" b="0" dirty="0"/>
              <a:t>Content taken from random online source.</a:t>
            </a:r>
            <a:endParaRPr lang="en-IN" b="0" dirty="0"/>
          </a:p>
        </p:txBody>
      </p:sp>
      <p:graphicFrame>
        <p:nvGraphicFramePr>
          <p:cNvPr id="404" name="Chart 403">
            <a:extLst>
              <a:ext uri="{FF2B5EF4-FFF2-40B4-BE49-F238E27FC236}">
                <a16:creationId xmlns:a16="http://schemas.microsoft.com/office/drawing/2014/main" id="{2FF0E406-C7F8-F93C-A0E7-5074DA8308B2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61720816"/>
              </p:ext>
            </p:extLst>
          </p:nvPr>
        </p:nvGraphicFramePr>
        <p:xfrm>
          <a:off x="325438" y="2246313"/>
          <a:ext cx="5653087" cy="12477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6"/>
          </a:graphicData>
        </a:graphic>
      </p:graphicFrame>
      <p:sp>
        <p:nvSpPr>
          <p:cNvPr id="110" name="Text Placeholder 3">
            <a:extLst>
              <a:ext uri="{FF2B5EF4-FFF2-40B4-BE49-F238E27FC236}">
                <a16:creationId xmlns:a16="http://schemas.microsoft.com/office/drawing/2014/main" id="{0B955181-8348-696D-98DE-4CEB7FE3BE67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gray">
          <a:xfrm>
            <a:off x="579438" y="3033713"/>
            <a:ext cx="206375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2225" tIns="0" rIns="22225" bIns="0" numCol="1" spcCol="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1600" kern="1200">
                <a:solidFill>
                  <a:schemeClr val="accent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16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440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5400" kern="1200" baseline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2400" kern="1200" baseline="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1B397DA6-5996-45F1-AAB2-D11CCD82A6AB}" type="datetime'''''''''''''''''''''''''''''25'''''''''''''''''''''''''">
              <a:rPr lang="en-US" altLang="en-US" smtClean="0"/>
              <a:pPr algn="ctr">
                <a:spcBef>
                  <a:spcPct val="0"/>
                </a:spcBef>
                <a:spcAft>
                  <a:spcPct val="0"/>
                </a:spcAft>
              </a:pPr>
              <a:t>25</a:t>
            </a:fld>
            <a:endParaRPr lang="en-US" dirty="0"/>
          </a:p>
        </p:txBody>
      </p:sp>
      <p:sp>
        <p:nvSpPr>
          <p:cNvPr id="112" name="Text Placeholder 3">
            <a:extLst>
              <a:ext uri="{FF2B5EF4-FFF2-40B4-BE49-F238E27FC236}">
                <a16:creationId xmlns:a16="http://schemas.microsoft.com/office/drawing/2014/main" id="{9A78F737-7C6A-D3D6-4190-FA71C6393D74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gray">
          <a:xfrm>
            <a:off x="1676400" y="2854325"/>
            <a:ext cx="206375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2225" tIns="0" rIns="22225" bIns="0" numCol="1" spcCol="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1600" kern="1200">
                <a:solidFill>
                  <a:schemeClr val="accent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16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440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5400" kern="1200" baseline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2400" kern="1200" baseline="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70B0B5DD-510F-4F76-9769-0753FBC43CF0}" type="datetime'''''5''5'''''''''''''''''''''''''''''''''">
              <a:rPr lang="en-US" altLang="en-US" smtClean="0"/>
              <a:pPr algn="ctr">
                <a:spcBef>
                  <a:spcPct val="0"/>
                </a:spcBef>
                <a:spcAft>
                  <a:spcPct val="0"/>
                </a:spcAft>
              </a:pPr>
              <a:t>55</a:t>
            </a:fld>
            <a:endParaRPr lang="en-US" dirty="0"/>
          </a:p>
        </p:txBody>
      </p:sp>
      <p:sp>
        <p:nvSpPr>
          <p:cNvPr id="113" name="Text Placeholder 3">
            <a:extLst>
              <a:ext uri="{FF2B5EF4-FFF2-40B4-BE49-F238E27FC236}">
                <a16:creationId xmlns:a16="http://schemas.microsoft.com/office/drawing/2014/main" id="{BA35EA18-8E93-AE78-A615-685193DF2507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gray">
          <a:xfrm>
            <a:off x="2225675" y="2676525"/>
            <a:ext cx="206375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2225" tIns="0" rIns="22225" bIns="0" numCol="1" spcCol="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1600" kern="1200">
                <a:solidFill>
                  <a:schemeClr val="accent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16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440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5400" kern="1200" baseline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2400" kern="1200" baseline="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E33A730D-AE03-4EF6-8BBD-4A9F0BB26574}" type="datetime'''''''''''''''''''8''''''''''''''5'''''''''''''''''''''''''''">
              <a:rPr lang="en-US" altLang="en-US" smtClean="0"/>
              <a:pPr algn="ctr">
                <a:spcBef>
                  <a:spcPct val="0"/>
                </a:spcBef>
                <a:spcAft>
                  <a:spcPct val="0"/>
                </a:spcAft>
              </a:pPr>
              <a:t>85</a:t>
            </a:fld>
            <a:endParaRPr lang="en-US" dirty="0"/>
          </a:p>
        </p:txBody>
      </p:sp>
      <p:sp>
        <p:nvSpPr>
          <p:cNvPr id="114" name="Text Placeholder 3">
            <a:extLst>
              <a:ext uri="{FF2B5EF4-FFF2-40B4-BE49-F238E27FC236}">
                <a16:creationId xmlns:a16="http://schemas.microsoft.com/office/drawing/2014/main" id="{7CBEBE4C-32B8-3459-598A-AE08966D6A61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gray">
          <a:xfrm>
            <a:off x="2735263" y="2524125"/>
            <a:ext cx="287338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2225" tIns="0" rIns="22225" bIns="0" numCol="1" spcCol="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1600" kern="1200">
                <a:solidFill>
                  <a:schemeClr val="accent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16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440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5400" kern="1200" baseline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2400" kern="1200" baseline="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0D4FAA75-42A0-42DB-9BF3-5579D0E834D7}" type="datetime'''''''''''''''''''''''11''''''''''''''''''''1'''''''''">
              <a:rPr lang="en-US" altLang="en-US" smtClean="0"/>
              <a:pPr algn="ctr">
                <a:spcBef>
                  <a:spcPct val="0"/>
                </a:spcBef>
                <a:spcAft>
                  <a:spcPct val="0"/>
                </a:spcAft>
              </a:pPr>
              <a:t>111</a:t>
            </a:fld>
            <a:endParaRPr lang="en-US" dirty="0"/>
          </a:p>
        </p:txBody>
      </p:sp>
      <p:sp>
        <p:nvSpPr>
          <p:cNvPr id="115" name="Text Placeholder 3">
            <a:extLst>
              <a:ext uri="{FF2B5EF4-FFF2-40B4-BE49-F238E27FC236}">
                <a16:creationId xmlns:a16="http://schemas.microsoft.com/office/drawing/2014/main" id="{43E13176-EA3D-14A6-DC57-CEB2F27F358B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gray">
          <a:xfrm>
            <a:off x="3282950" y="2424113"/>
            <a:ext cx="287338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2225" tIns="0" rIns="22225" bIns="0" numCol="1" spcCol="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1600" kern="1200">
                <a:solidFill>
                  <a:schemeClr val="accent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16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440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5400" kern="1200" baseline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2400" kern="1200" baseline="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99409D10-BA4E-47CA-A76C-9BB79C044155}" type="datetime'''''''1''''''''''''''''''''''2''''''''''''''''''''''8'''''''">
              <a:rPr lang="en-US" altLang="en-US" smtClean="0"/>
              <a:pPr algn="ctr">
                <a:spcBef>
                  <a:spcPct val="0"/>
                </a:spcBef>
                <a:spcAft>
                  <a:spcPct val="0"/>
                </a:spcAft>
              </a:pPr>
              <a:t>128</a:t>
            </a:fld>
            <a:endParaRPr lang="en-US" dirty="0"/>
          </a:p>
        </p:txBody>
      </p:sp>
      <p:sp>
        <p:nvSpPr>
          <p:cNvPr id="103" name="Text Placeholder 3">
            <a:extLst>
              <a:ext uri="{FF2B5EF4-FFF2-40B4-BE49-F238E27FC236}">
                <a16:creationId xmlns:a16="http://schemas.microsoft.com/office/drawing/2014/main" id="{D3255661-D4BB-F5F7-F560-A986428D270F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gray">
          <a:xfrm>
            <a:off x="3832225" y="2316163"/>
            <a:ext cx="287338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2225" tIns="0" rIns="22225" bIns="0" numCol="1" spcCol="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1600" kern="1200">
                <a:solidFill>
                  <a:schemeClr val="accent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16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440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5400" kern="1200" baseline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2400" kern="1200" baseline="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CA32A0A7-366A-4406-B426-9543E5578215}" type="datetime'''1''''4''''''''''6'''''''''''''''''''''''''''''''''''">
              <a:rPr lang="en-US" altLang="en-US" smtClean="0"/>
              <a:pPr algn="ctr">
                <a:spcBef>
                  <a:spcPct val="0"/>
                </a:spcBef>
                <a:spcAft>
                  <a:spcPct val="0"/>
                </a:spcAft>
              </a:pPr>
              <a:t>146</a:t>
            </a:fld>
            <a:endParaRPr lang="en-US" dirty="0"/>
          </a:p>
        </p:txBody>
      </p:sp>
      <p:sp>
        <p:nvSpPr>
          <p:cNvPr id="116" name="Text Placeholder 3">
            <a:extLst>
              <a:ext uri="{FF2B5EF4-FFF2-40B4-BE49-F238E27FC236}">
                <a16:creationId xmlns:a16="http://schemas.microsoft.com/office/drawing/2014/main" id="{FEE8125A-0865-141B-D15B-1B61E7CD19CA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gray">
          <a:xfrm>
            <a:off x="4381500" y="2195513"/>
            <a:ext cx="287338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2225" tIns="0" rIns="22225" bIns="0" numCol="1" spcCol="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1600" kern="1200">
                <a:solidFill>
                  <a:schemeClr val="accent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16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440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5400" kern="1200" baseline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2400" kern="1200" baseline="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7601669F-2244-4254-93E3-174BC52C9EEE}" type="datetime'''''1''''''''''''6''''''''''''''''''''''''''''''6'''''''">
              <a:rPr lang="en-US" altLang="en-US" smtClean="0"/>
              <a:pPr algn="ctr">
                <a:spcBef>
                  <a:spcPct val="0"/>
                </a:spcBef>
                <a:spcAft>
                  <a:spcPct val="0"/>
                </a:spcAft>
              </a:pPr>
              <a:t>166</a:t>
            </a:fld>
            <a:endParaRPr lang="en-US" dirty="0"/>
          </a:p>
        </p:txBody>
      </p:sp>
      <p:sp>
        <p:nvSpPr>
          <p:cNvPr id="117" name="Text Placeholder 3">
            <a:extLst>
              <a:ext uri="{FF2B5EF4-FFF2-40B4-BE49-F238E27FC236}">
                <a16:creationId xmlns:a16="http://schemas.microsoft.com/office/drawing/2014/main" id="{69DB2DE5-FADD-0400-2179-C0E03CF5164A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gray">
          <a:xfrm>
            <a:off x="4929188" y="2122488"/>
            <a:ext cx="287338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2225" tIns="0" rIns="22225" bIns="0" numCol="1" spcCol="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1600" kern="1200">
                <a:solidFill>
                  <a:schemeClr val="accent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16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440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5400" kern="1200" baseline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2400" kern="1200" baseline="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8B14B7C6-5DDF-4600-A101-427A9BCD694A}" type="datetime'''''''''''''''''''1''''''''''''''''7''''''''8'''''">
              <a:rPr lang="en-US" altLang="en-US" smtClean="0"/>
              <a:pPr algn="ctr">
                <a:spcBef>
                  <a:spcPct val="0"/>
                </a:spcBef>
                <a:spcAft>
                  <a:spcPct val="0"/>
                </a:spcAft>
              </a:pPr>
              <a:t>178</a:t>
            </a:fld>
            <a:endParaRPr lang="en-US" dirty="0"/>
          </a:p>
        </p:txBody>
      </p:sp>
      <p:sp>
        <p:nvSpPr>
          <p:cNvPr id="118" name="Text Placeholder 3">
            <a:extLst>
              <a:ext uri="{FF2B5EF4-FFF2-40B4-BE49-F238E27FC236}">
                <a16:creationId xmlns:a16="http://schemas.microsoft.com/office/drawing/2014/main" id="{F2F64810-4BA4-59CA-71CF-3FF8507FCDF3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gray">
          <a:xfrm>
            <a:off x="5478463" y="2101850"/>
            <a:ext cx="287338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2225" tIns="0" rIns="22225" bIns="0" numCol="1" spcCol="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1600" kern="1200">
                <a:solidFill>
                  <a:schemeClr val="accent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16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440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5400" kern="1200" baseline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2400" kern="1200" baseline="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C7703BEF-D5C7-457D-AF1F-19DA119B61EF}" type="datetime'1''''''''''''''''''''''''''''''''''''''''82'''''''''">
              <a:rPr lang="en-US" altLang="en-US" smtClean="0"/>
              <a:pPr algn="ctr">
                <a:spcBef>
                  <a:spcPct val="0"/>
                </a:spcBef>
                <a:spcAft>
                  <a:spcPct val="0"/>
                </a:spcAft>
              </a:pPr>
              <a:t>182</a:t>
            </a:fld>
            <a:endParaRPr lang="en-US" dirty="0"/>
          </a:p>
        </p:txBody>
      </p:sp>
      <p:sp>
        <p:nvSpPr>
          <p:cNvPr id="371" name="Text Placeholder 3">
            <a:extLst>
              <a:ext uri="{FF2B5EF4-FFF2-40B4-BE49-F238E27FC236}">
                <a16:creationId xmlns:a16="http://schemas.microsoft.com/office/drawing/2014/main" id="{8167AC2F-364A-F55D-CF05-C62D5A3884D9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gray">
          <a:xfrm>
            <a:off x="1127125" y="2949575"/>
            <a:ext cx="206375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2225" tIns="0" rIns="22225" bIns="0" numCol="1" spcCol="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1600" kern="1200">
                <a:solidFill>
                  <a:schemeClr val="accent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16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440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5400" kern="1200" baseline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2400" kern="1200" baseline="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99F45742-8BD6-4907-9085-1A308A44764D}" type="datetime'''''''''''''''''''''''''''''''''''''''''39'''''''''">
              <a:rPr lang="en-IN" altLang="en-US" smtClean="0"/>
              <a:pPr algn="ctr">
                <a:spcBef>
                  <a:spcPct val="0"/>
                </a:spcBef>
                <a:spcAft>
                  <a:spcPct val="0"/>
                </a:spcAft>
              </a:pPr>
              <a:t>39</a:t>
            </a:fld>
            <a:endParaRPr lang="en-US" dirty="0"/>
          </a:p>
        </p:txBody>
      </p:sp>
      <p:sp>
        <p:nvSpPr>
          <p:cNvPr id="372" name="Rectangle 371">
            <a:extLst>
              <a:ext uri="{FF2B5EF4-FFF2-40B4-BE49-F238E27FC236}">
                <a16:creationId xmlns:a16="http://schemas.microsoft.com/office/drawing/2014/main" id="{D1AD7185-F1D8-FAF3-5D00-7BAADC3C260F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514350" y="3462338"/>
            <a:ext cx="336550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6557C9B6-15F7-47EC-97E3-BBE974213BFF}" type="datetime'20''''''''''''''''''''''''''''''''''2''''''''5'''''">
              <a:rPr lang="en-IN" altLang="en-US" sz="1200" smtClean="0">
                <a:solidFill>
                  <a:schemeClr val="tx1"/>
                </a:solidFill>
                <a:effectLst/>
                <a:sym typeface="+mn-lt"/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2025</a:t>
            </a:fld>
            <a:endParaRPr lang="en-IN" sz="1200">
              <a:solidFill>
                <a:schemeClr val="tx1"/>
              </a:solidFill>
              <a:sym typeface="+mn-lt"/>
            </a:endParaRPr>
          </a:p>
        </p:txBody>
      </p:sp>
      <p:sp>
        <p:nvSpPr>
          <p:cNvPr id="374" name="Rectangle 373">
            <a:extLst>
              <a:ext uri="{FF2B5EF4-FFF2-40B4-BE49-F238E27FC236}">
                <a16:creationId xmlns:a16="http://schemas.microsoft.com/office/drawing/2014/main" id="{8DADD3A6-724A-088A-FC98-01804811BBD5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1062038" y="3462338"/>
            <a:ext cx="336550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EA48A2D2-35D0-4F2D-98C1-F0C3007ACFB5}" type="datetime'''''''''''''''''''''''''''''2''''0''''''''''''2''''6'">
              <a:rPr lang="en-IN" altLang="en-US" sz="1200" smtClean="0">
                <a:solidFill>
                  <a:schemeClr val="tx1"/>
                </a:solidFill>
                <a:effectLst/>
                <a:sym typeface="+mn-lt"/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2026</a:t>
            </a:fld>
            <a:endParaRPr lang="en-IN" sz="1200">
              <a:solidFill>
                <a:schemeClr val="tx1"/>
              </a:solidFill>
              <a:sym typeface="+mn-lt"/>
            </a:endParaRPr>
          </a:p>
        </p:txBody>
      </p:sp>
      <p:sp>
        <p:nvSpPr>
          <p:cNvPr id="375" name="Rectangle 374">
            <a:extLst>
              <a:ext uri="{FF2B5EF4-FFF2-40B4-BE49-F238E27FC236}">
                <a16:creationId xmlns:a16="http://schemas.microsoft.com/office/drawing/2014/main" id="{5563F247-AA67-2568-E6F3-021079193E2D}"/>
              </a:ext>
            </a:extLst>
          </p:cNvPr>
          <p:cNvSpPr/>
          <p:nvPr>
            <p:custDataLst>
              <p:tags r:id="rId15"/>
            </p:custDataLst>
          </p:nvPr>
        </p:nvSpPr>
        <p:spPr bwMode="auto">
          <a:xfrm>
            <a:off x="1611313" y="3462338"/>
            <a:ext cx="336550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31C6D791-4DF4-4C22-959F-F991324BB2D9}" type="datetime'''''''2''''''''''''''''0''''''''''''''2''''''''''''7'''''">
              <a:rPr lang="en-IN" altLang="en-US" sz="1200" smtClean="0">
                <a:solidFill>
                  <a:schemeClr val="tx1"/>
                </a:solidFill>
                <a:effectLst/>
                <a:sym typeface="+mn-lt"/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2027</a:t>
            </a:fld>
            <a:endParaRPr lang="en-IN" sz="1200">
              <a:solidFill>
                <a:schemeClr val="tx1"/>
              </a:solidFill>
              <a:sym typeface="+mn-lt"/>
            </a:endParaRPr>
          </a:p>
        </p:txBody>
      </p:sp>
      <p:sp>
        <p:nvSpPr>
          <p:cNvPr id="376" name="Rectangle 375">
            <a:extLst>
              <a:ext uri="{FF2B5EF4-FFF2-40B4-BE49-F238E27FC236}">
                <a16:creationId xmlns:a16="http://schemas.microsoft.com/office/drawing/2014/main" id="{36FF46C1-5970-7D98-81A3-C241540CD8DD}"/>
              </a:ext>
            </a:extLst>
          </p:cNvPr>
          <p:cNvSpPr/>
          <p:nvPr>
            <p:custDataLst>
              <p:tags r:id="rId16"/>
            </p:custDataLst>
          </p:nvPr>
        </p:nvSpPr>
        <p:spPr bwMode="auto">
          <a:xfrm>
            <a:off x="2160588" y="3462338"/>
            <a:ext cx="336550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6DE80987-2377-4876-B6BA-F5CA8128598A}" type="datetime'''''''''''''''''''''2''''''0''''2''''8'''">
              <a:rPr lang="en-IN" altLang="en-US" sz="1200" smtClean="0">
                <a:solidFill>
                  <a:schemeClr val="tx1"/>
                </a:solidFill>
                <a:effectLst/>
                <a:sym typeface="+mn-lt"/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2028</a:t>
            </a:fld>
            <a:endParaRPr lang="en-IN" sz="1200">
              <a:solidFill>
                <a:schemeClr val="tx1"/>
              </a:solidFill>
              <a:sym typeface="+mn-lt"/>
            </a:endParaRPr>
          </a:p>
        </p:txBody>
      </p:sp>
      <p:sp>
        <p:nvSpPr>
          <p:cNvPr id="377" name="Rectangle 376">
            <a:extLst>
              <a:ext uri="{FF2B5EF4-FFF2-40B4-BE49-F238E27FC236}">
                <a16:creationId xmlns:a16="http://schemas.microsoft.com/office/drawing/2014/main" id="{37F7F741-4A53-7C46-9A1E-049E6E2F409D}"/>
              </a:ext>
            </a:extLst>
          </p:cNvPr>
          <p:cNvSpPr/>
          <p:nvPr>
            <p:custDataLst>
              <p:tags r:id="rId17"/>
            </p:custDataLst>
          </p:nvPr>
        </p:nvSpPr>
        <p:spPr bwMode="auto">
          <a:xfrm>
            <a:off x="2709863" y="3462338"/>
            <a:ext cx="336550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E5E49584-E86A-4685-A433-0BFFA264A12B}" type="datetime'''''''''''''''''2''''''''''''''''0''''''''2''9'''''''">
              <a:rPr lang="en-IN" altLang="en-US" sz="1200" smtClean="0">
                <a:solidFill>
                  <a:schemeClr val="tx1"/>
                </a:solidFill>
                <a:effectLst/>
                <a:sym typeface="+mn-lt"/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2029</a:t>
            </a:fld>
            <a:endParaRPr lang="en-IN" sz="1200">
              <a:solidFill>
                <a:schemeClr val="tx1"/>
              </a:solidFill>
              <a:sym typeface="+mn-lt"/>
            </a:endParaRPr>
          </a:p>
        </p:txBody>
      </p:sp>
      <p:sp>
        <p:nvSpPr>
          <p:cNvPr id="378" name="Rectangle 377">
            <a:extLst>
              <a:ext uri="{FF2B5EF4-FFF2-40B4-BE49-F238E27FC236}">
                <a16:creationId xmlns:a16="http://schemas.microsoft.com/office/drawing/2014/main" id="{A9FB66DE-9B1D-2861-B2D2-0C257FD85035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3257550" y="3462338"/>
            <a:ext cx="336550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FD139FA5-C339-4997-87B5-672BA2BDABEC}" type="datetime'''''''''2''''''''''0''''''''''''''3''''''''''''''''''0'''''">
              <a:rPr lang="en-IN" altLang="en-US" sz="1200" smtClean="0">
                <a:solidFill>
                  <a:schemeClr val="tx1"/>
                </a:solidFill>
                <a:effectLst/>
                <a:sym typeface="+mn-lt"/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2030</a:t>
            </a:fld>
            <a:endParaRPr lang="en-IN" sz="1200">
              <a:solidFill>
                <a:schemeClr val="tx1"/>
              </a:solidFill>
              <a:sym typeface="+mn-lt"/>
            </a:endParaRPr>
          </a:p>
        </p:txBody>
      </p:sp>
      <p:sp>
        <p:nvSpPr>
          <p:cNvPr id="379" name="Rectangle 378">
            <a:extLst>
              <a:ext uri="{FF2B5EF4-FFF2-40B4-BE49-F238E27FC236}">
                <a16:creationId xmlns:a16="http://schemas.microsoft.com/office/drawing/2014/main" id="{6253AE05-7E73-6B0D-EDAE-469BD0BBBC78}"/>
              </a:ext>
            </a:extLst>
          </p:cNvPr>
          <p:cNvSpPr/>
          <p:nvPr>
            <p:custDataLst>
              <p:tags r:id="rId19"/>
            </p:custDataLst>
          </p:nvPr>
        </p:nvSpPr>
        <p:spPr bwMode="auto">
          <a:xfrm>
            <a:off x="3806825" y="3462338"/>
            <a:ext cx="336550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17C03F28-4CC5-43CD-BFA3-53BE98CB1BA9}" type="datetime'2''''''''''''''''''''''''0''''''''''''''''''3''''''''''''''1'">
              <a:rPr lang="en-IN" altLang="en-US" sz="1200" smtClean="0">
                <a:solidFill>
                  <a:schemeClr val="tx1"/>
                </a:solidFill>
                <a:effectLst/>
                <a:sym typeface="+mn-lt"/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2031</a:t>
            </a:fld>
            <a:endParaRPr lang="en-IN" sz="1200">
              <a:solidFill>
                <a:schemeClr val="tx1"/>
              </a:solidFill>
              <a:sym typeface="+mn-lt"/>
            </a:endParaRPr>
          </a:p>
        </p:txBody>
      </p:sp>
      <p:sp>
        <p:nvSpPr>
          <p:cNvPr id="380" name="Rectangle 379">
            <a:extLst>
              <a:ext uri="{FF2B5EF4-FFF2-40B4-BE49-F238E27FC236}">
                <a16:creationId xmlns:a16="http://schemas.microsoft.com/office/drawing/2014/main" id="{906DA855-E992-4879-495E-A69F0EB46FE1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4356100" y="3462338"/>
            <a:ext cx="336550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7483E46D-BE7C-4242-921C-79888F2D21AB}" type="datetime'''''''''''''''''''2''0''''''''''''3''2'''''''''''''''''">
              <a:rPr lang="en-IN" altLang="en-US" sz="1200" smtClean="0">
                <a:solidFill>
                  <a:schemeClr val="tx1"/>
                </a:solidFill>
                <a:effectLst/>
                <a:sym typeface="+mn-lt"/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2032</a:t>
            </a:fld>
            <a:endParaRPr lang="en-IN" sz="1200">
              <a:solidFill>
                <a:schemeClr val="tx1"/>
              </a:solidFill>
              <a:sym typeface="+mn-lt"/>
            </a:endParaRPr>
          </a:p>
        </p:txBody>
      </p:sp>
      <p:sp>
        <p:nvSpPr>
          <p:cNvPr id="381" name="Rectangle 380">
            <a:extLst>
              <a:ext uri="{FF2B5EF4-FFF2-40B4-BE49-F238E27FC236}">
                <a16:creationId xmlns:a16="http://schemas.microsoft.com/office/drawing/2014/main" id="{B58491BF-C248-CD15-6C56-ED6CEE3A58E8}"/>
              </a:ext>
            </a:extLst>
          </p:cNvPr>
          <p:cNvSpPr/>
          <p:nvPr>
            <p:custDataLst>
              <p:tags r:id="rId21"/>
            </p:custDataLst>
          </p:nvPr>
        </p:nvSpPr>
        <p:spPr bwMode="auto">
          <a:xfrm>
            <a:off x="4903788" y="3462338"/>
            <a:ext cx="336550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FC7BFBDE-1304-4D96-9CAB-86FFB0FE5BA0}" type="datetime'''''''2''''''''''0''3''3'''''''''''''''''''''''''''''">
              <a:rPr lang="en-IN" altLang="en-US" sz="1200" smtClean="0">
                <a:solidFill>
                  <a:schemeClr val="tx1"/>
                </a:solidFill>
                <a:effectLst/>
                <a:sym typeface="+mn-lt"/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2033</a:t>
            </a:fld>
            <a:endParaRPr lang="en-IN" sz="1200">
              <a:solidFill>
                <a:schemeClr val="tx1"/>
              </a:solidFill>
              <a:sym typeface="+mn-lt"/>
            </a:endParaRPr>
          </a:p>
        </p:txBody>
      </p:sp>
      <p:sp>
        <p:nvSpPr>
          <p:cNvPr id="382" name="Rectangle 381">
            <a:extLst>
              <a:ext uri="{FF2B5EF4-FFF2-40B4-BE49-F238E27FC236}">
                <a16:creationId xmlns:a16="http://schemas.microsoft.com/office/drawing/2014/main" id="{F0D40CC1-2DEE-88B3-A9D1-8973521B2C72}"/>
              </a:ext>
            </a:extLst>
          </p:cNvPr>
          <p:cNvSpPr/>
          <p:nvPr>
            <p:custDataLst>
              <p:tags r:id="rId22"/>
            </p:custDataLst>
          </p:nvPr>
        </p:nvSpPr>
        <p:spPr bwMode="auto">
          <a:xfrm>
            <a:off x="5453063" y="3462338"/>
            <a:ext cx="336550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1FB8F7C7-232B-4BAA-AF24-55DCBEDAC66F}" type="datetime'''''''''''''''''''''''''''''20''''''''3''''''''''''''4'''">
              <a:rPr lang="en-IN" altLang="en-US" sz="1200" smtClean="0">
                <a:solidFill>
                  <a:schemeClr val="tx1"/>
                </a:solidFill>
                <a:effectLst/>
                <a:sym typeface="+mn-lt"/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2034</a:t>
            </a:fld>
            <a:endParaRPr lang="en-IN" sz="1200">
              <a:solidFill>
                <a:schemeClr val="tx1"/>
              </a:solidFill>
              <a:sym typeface="+mn-lt"/>
            </a:endParaRPr>
          </a:p>
        </p:txBody>
      </p:sp>
      <p:graphicFrame>
        <p:nvGraphicFramePr>
          <p:cNvPr id="405" name="Chart 404">
            <a:extLst>
              <a:ext uri="{FF2B5EF4-FFF2-40B4-BE49-F238E27FC236}">
                <a16:creationId xmlns:a16="http://schemas.microsoft.com/office/drawing/2014/main" id="{173F3B1A-EE00-0D0C-C13A-77F6E2184CC1}"/>
              </a:ext>
            </a:extLst>
          </p:cNvPr>
          <p:cNvGraphicFramePr/>
          <p:nvPr>
            <p:custDataLst>
              <p:tags r:id="rId23"/>
            </p:custDataLst>
            <p:extLst>
              <p:ext uri="{D42A27DB-BD31-4B8C-83A1-F6EECF244321}">
                <p14:modId xmlns:p14="http://schemas.microsoft.com/office/powerpoint/2010/main" val="3977149454"/>
              </p:ext>
            </p:extLst>
          </p:nvPr>
        </p:nvGraphicFramePr>
        <p:xfrm>
          <a:off x="6216650" y="2019300"/>
          <a:ext cx="5653088" cy="14557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7"/>
          </a:graphicData>
        </a:graphic>
      </p:graphicFrame>
      <p:sp>
        <p:nvSpPr>
          <p:cNvPr id="122" name="Text Placeholder 3">
            <a:extLst>
              <a:ext uri="{FF2B5EF4-FFF2-40B4-BE49-F238E27FC236}">
                <a16:creationId xmlns:a16="http://schemas.microsoft.com/office/drawing/2014/main" id="{B1DEC52B-FB90-3EC3-1278-45B970C0E027}"/>
              </a:ext>
            </a:extLst>
          </p:cNvPr>
          <p:cNvSpPr>
            <a:spLocks/>
          </p:cNvSpPr>
          <p:nvPr>
            <p:custDataLst>
              <p:tags r:id="rId24"/>
            </p:custDataLst>
          </p:nvPr>
        </p:nvSpPr>
        <p:spPr bwMode="gray">
          <a:xfrm>
            <a:off x="6408738" y="2292350"/>
            <a:ext cx="331788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numCol="1" spcCol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1600" kern="1200">
                <a:solidFill>
                  <a:schemeClr val="accent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16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440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5400" kern="1200" baseline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2400" kern="1200" baseline="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D0CAECA8-765B-4809-B45A-6E778A211331}" type="datetime'''''''''''''''4''''''''''''''''''''''''''''''''''''5''''%'''">
              <a:rPr lang="en-US" altLang="en-US" smtClean="0">
                <a:solidFill>
                  <a:schemeClr val="bg1"/>
                </a:solidFill>
                <a:effectLst/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45%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0" name="Text Placeholder 3">
            <a:extLst>
              <a:ext uri="{FF2B5EF4-FFF2-40B4-BE49-F238E27FC236}">
                <a16:creationId xmlns:a16="http://schemas.microsoft.com/office/drawing/2014/main" id="{13961896-A3AF-C1F8-C5EB-4455DBD626FC}"/>
              </a:ext>
            </a:extLst>
          </p:cNvPr>
          <p:cNvSpPr>
            <a:spLocks/>
          </p:cNvSpPr>
          <p:nvPr>
            <p:custDataLst>
              <p:tags r:id="rId25"/>
            </p:custDataLst>
          </p:nvPr>
        </p:nvSpPr>
        <p:spPr bwMode="gray">
          <a:xfrm>
            <a:off x="6408738" y="2936875"/>
            <a:ext cx="331788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txBody>
          <a:bodyPr vert="horz" wrap="none" lIns="22225" tIns="0" rIns="22225" bIns="0" numCol="1" spcCol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1600" kern="1200">
                <a:solidFill>
                  <a:schemeClr val="accent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16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440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5400" kern="1200" baseline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2400" kern="1200" baseline="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E87F37DC-6DF3-4E81-95FB-E66792E5E2C7}" type="datetime'''''''''''''''''5''''5''%'''''''''''''''''''">
              <a:rPr lang="en-US" altLang="en-US" smtClean="0">
                <a:solidFill>
                  <a:schemeClr val="bg1"/>
                </a:solidFill>
                <a:effectLst/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55%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3" name="Text Placeholder 3">
            <a:extLst>
              <a:ext uri="{FF2B5EF4-FFF2-40B4-BE49-F238E27FC236}">
                <a16:creationId xmlns:a16="http://schemas.microsoft.com/office/drawing/2014/main" id="{CB473934-BFDA-F4D2-8593-4DE75FA7C432}"/>
              </a:ext>
            </a:extLst>
          </p:cNvPr>
          <p:cNvSpPr>
            <a:spLocks/>
          </p:cNvSpPr>
          <p:nvPr>
            <p:custDataLst>
              <p:tags r:id="rId26"/>
            </p:custDataLst>
          </p:nvPr>
        </p:nvSpPr>
        <p:spPr bwMode="auto">
          <a:xfrm>
            <a:off x="6405563" y="3443288"/>
            <a:ext cx="336550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1600" kern="1200">
                <a:solidFill>
                  <a:schemeClr val="accent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16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440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5400" kern="1200" baseline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2400" kern="1200" baseline="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DAFF297B-EFD5-4263-AC03-D5A7793EA6A2}" type="datetime'''''''''''''''''''''''20''2''''''''''''''''''''5'''''''''''">
              <a:rPr lang="en-US" altLang="en-US" smtClean="0"/>
              <a:pPr algn="ctr">
                <a:spcBef>
                  <a:spcPct val="0"/>
                </a:spcBef>
                <a:spcAft>
                  <a:spcPct val="0"/>
                </a:spcAft>
              </a:pPr>
              <a:t>2025</a:t>
            </a:fld>
            <a:endParaRPr lang="en-US" dirty="0"/>
          </a:p>
        </p:txBody>
      </p:sp>
      <p:sp>
        <p:nvSpPr>
          <p:cNvPr id="125" name="Text Placeholder 3">
            <a:extLst>
              <a:ext uri="{FF2B5EF4-FFF2-40B4-BE49-F238E27FC236}">
                <a16:creationId xmlns:a16="http://schemas.microsoft.com/office/drawing/2014/main" id="{FC8968A7-3603-A06F-BB39-C4CC9CCCAE07}"/>
              </a:ext>
            </a:extLst>
          </p:cNvPr>
          <p:cNvSpPr>
            <a:spLocks/>
          </p:cNvSpPr>
          <p:nvPr>
            <p:custDataLst>
              <p:tags r:id="rId27"/>
            </p:custDataLst>
          </p:nvPr>
        </p:nvSpPr>
        <p:spPr bwMode="gray">
          <a:xfrm>
            <a:off x="6956425" y="2408238"/>
            <a:ext cx="331788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numCol="1" spcCol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1600" kern="1200">
                <a:solidFill>
                  <a:schemeClr val="accent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16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440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5400" kern="1200" baseline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2400" kern="1200" baseline="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6DC5DB65-4BB9-430F-B507-B6FDF0DF1388}" type="datetime'''''''''''''''''''''6''''''''''3''%'''''''''''''''''''''''''">
              <a:rPr lang="en-US" altLang="en-US" smtClean="0">
                <a:solidFill>
                  <a:schemeClr val="bg1"/>
                </a:solidFill>
                <a:effectLst/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63%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7" name="Text Placeholder 3">
            <a:extLst>
              <a:ext uri="{FF2B5EF4-FFF2-40B4-BE49-F238E27FC236}">
                <a16:creationId xmlns:a16="http://schemas.microsoft.com/office/drawing/2014/main" id="{B8B0EA23-10C0-31AB-7D97-99A46ADD1484}"/>
              </a:ext>
            </a:extLst>
          </p:cNvPr>
          <p:cNvSpPr>
            <a:spLocks/>
          </p:cNvSpPr>
          <p:nvPr>
            <p:custDataLst>
              <p:tags r:id="rId28"/>
            </p:custDataLst>
          </p:nvPr>
        </p:nvSpPr>
        <p:spPr bwMode="gray">
          <a:xfrm>
            <a:off x="6956425" y="3052763"/>
            <a:ext cx="331788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txBody>
          <a:bodyPr vert="horz" wrap="none" lIns="22225" tIns="0" rIns="22225" bIns="0" numCol="1" spcCol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1600" kern="1200">
                <a:solidFill>
                  <a:schemeClr val="accent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16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440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5400" kern="1200" baseline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2400" kern="1200" baseline="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AA02785C-FD95-40F4-A3E7-DB12B726CC5A}" type="datetime'''''3''''''''''''7''''''%'''''''''''''''''''''''''''''''''''''">
              <a:rPr lang="en-US" altLang="en-US" smtClean="0">
                <a:solidFill>
                  <a:schemeClr val="bg1"/>
                </a:solidFill>
                <a:effectLst/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37%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6" name="Text Placeholder 3">
            <a:extLst>
              <a:ext uri="{FF2B5EF4-FFF2-40B4-BE49-F238E27FC236}">
                <a16:creationId xmlns:a16="http://schemas.microsoft.com/office/drawing/2014/main" id="{DD2FA5C2-E245-AC52-63DC-7F5F19812C11}"/>
              </a:ext>
            </a:extLst>
          </p:cNvPr>
          <p:cNvSpPr>
            <a:spLocks/>
          </p:cNvSpPr>
          <p:nvPr>
            <p:custDataLst>
              <p:tags r:id="rId29"/>
            </p:custDataLst>
          </p:nvPr>
        </p:nvSpPr>
        <p:spPr bwMode="auto">
          <a:xfrm>
            <a:off x="6953250" y="3443288"/>
            <a:ext cx="336550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1600" kern="1200">
                <a:solidFill>
                  <a:schemeClr val="accent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16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440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5400" kern="1200" baseline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2400" kern="1200" baseline="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F26BB669-3203-4C1F-A171-46386199F8E3}" type="datetime'''''''''''''''''''''''20''''''2''''''''6'''''''''''''''''''">
              <a:rPr lang="en-US" altLang="en-US" smtClean="0"/>
              <a:pPr algn="ctr">
                <a:spcBef>
                  <a:spcPct val="0"/>
                </a:spcBef>
                <a:spcAft>
                  <a:spcPct val="0"/>
                </a:spcAft>
              </a:pPr>
              <a:t>2026</a:t>
            </a:fld>
            <a:endParaRPr lang="en-US" dirty="0"/>
          </a:p>
        </p:txBody>
      </p:sp>
      <p:sp>
        <p:nvSpPr>
          <p:cNvPr id="128" name="Text Placeholder 3">
            <a:extLst>
              <a:ext uri="{FF2B5EF4-FFF2-40B4-BE49-F238E27FC236}">
                <a16:creationId xmlns:a16="http://schemas.microsoft.com/office/drawing/2014/main" id="{1C1981F3-1D63-1BCE-5DC3-FFE181F05BFD}"/>
              </a:ext>
            </a:extLst>
          </p:cNvPr>
          <p:cNvSpPr>
            <a:spLocks/>
          </p:cNvSpPr>
          <p:nvPr>
            <p:custDataLst>
              <p:tags r:id="rId30"/>
            </p:custDataLst>
          </p:nvPr>
        </p:nvSpPr>
        <p:spPr bwMode="gray">
          <a:xfrm>
            <a:off x="7505700" y="2465388"/>
            <a:ext cx="331788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numCol="1" spcCol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1600" kern="1200">
                <a:solidFill>
                  <a:schemeClr val="accent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16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440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5400" kern="1200" baseline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2400" kern="1200" baseline="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D7473672-CF27-4661-9C56-E1CBBFC391D7}" type="datetime'''''7''''''''''2''''''''%'''''''''''''''''''''''''''">
              <a:rPr lang="en-US" altLang="en-US" smtClean="0">
                <a:solidFill>
                  <a:schemeClr val="bg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72%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4" name="Text Placeholder 3">
            <a:extLst>
              <a:ext uri="{FF2B5EF4-FFF2-40B4-BE49-F238E27FC236}">
                <a16:creationId xmlns:a16="http://schemas.microsoft.com/office/drawing/2014/main" id="{08506DED-1C38-63E1-EDB8-8B797E5E78C2}"/>
              </a:ext>
            </a:extLst>
          </p:cNvPr>
          <p:cNvSpPr>
            <a:spLocks/>
          </p:cNvSpPr>
          <p:nvPr>
            <p:custDataLst>
              <p:tags r:id="rId31"/>
            </p:custDataLst>
          </p:nvPr>
        </p:nvSpPr>
        <p:spPr bwMode="gray">
          <a:xfrm>
            <a:off x="7505700" y="3111500"/>
            <a:ext cx="331788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txBody>
          <a:bodyPr vert="horz" wrap="none" lIns="22225" tIns="0" rIns="22225" bIns="0" numCol="1" spcCol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1600" kern="1200">
                <a:solidFill>
                  <a:schemeClr val="accent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16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440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5400" kern="1200" baseline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2400" kern="1200" baseline="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337E1140-7E2F-4198-B67D-8AD0FE552C25}" type="datetime'''''''''''''2''''''''8''''''''''''''''''''''''''''''''''%'''''">
              <a:rPr lang="en-US" altLang="en-US" smtClean="0">
                <a:solidFill>
                  <a:schemeClr val="bg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28%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9" name="Text Placeholder 3">
            <a:extLst>
              <a:ext uri="{FF2B5EF4-FFF2-40B4-BE49-F238E27FC236}">
                <a16:creationId xmlns:a16="http://schemas.microsoft.com/office/drawing/2014/main" id="{60840C5E-D30E-ADAC-9560-DED4B2BF0D58}"/>
              </a:ext>
            </a:extLst>
          </p:cNvPr>
          <p:cNvSpPr>
            <a:spLocks/>
          </p:cNvSpPr>
          <p:nvPr>
            <p:custDataLst>
              <p:tags r:id="rId32"/>
            </p:custDataLst>
          </p:nvPr>
        </p:nvSpPr>
        <p:spPr bwMode="auto">
          <a:xfrm>
            <a:off x="7502525" y="3443288"/>
            <a:ext cx="336550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1600" kern="1200">
                <a:solidFill>
                  <a:schemeClr val="accent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16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440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5400" kern="1200" baseline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2400" kern="1200" baseline="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F5D492AD-CF30-4F45-96B3-543419622E8A}" type="datetime'''''''''2''02''7'''''''''''''''''''''''''''''''''''">
              <a:rPr lang="en-US" altLang="en-US" smtClean="0"/>
              <a:pPr algn="ctr">
                <a:spcBef>
                  <a:spcPct val="0"/>
                </a:spcBef>
                <a:spcAft>
                  <a:spcPct val="0"/>
                </a:spcAft>
              </a:pPr>
              <a:t>2027</a:t>
            </a:fld>
            <a:endParaRPr lang="en-US" dirty="0"/>
          </a:p>
        </p:txBody>
      </p:sp>
      <p:sp>
        <p:nvSpPr>
          <p:cNvPr id="130" name="Text Placeholder 3">
            <a:extLst>
              <a:ext uri="{FF2B5EF4-FFF2-40B4-BE49-F238E27FC236}">
                <a16:creationId xmlns:a16="http://schemas.microsoft.com/office/drawing/2014/main" id="{7F188565-B114-C5EF-5979-54623C24A91A}"/>
              </a:ext>
            </a:extLst>
          </p:cNvPr>
          <p:cNvSpPr>
            <a:spLocks/>
          </p:cNvSpPr>
          <p:nvPr>
            <p:custDataLst>
              <p:tags r:id="rId33"/>
            </p:custDataLst>
          </p:nvPr>
        </p:nvSpPr>
        <p:spPr bwMode="gray">
          <a:xfrm>
            <a:off x="8054975" y="2292350"/>
            <a:ext cx="331788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numCol="1" spcCol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1600" kern="1200">
                <a:solidFill>
                  <a:schemeClr val="accent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16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440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5400" kern="1200" baseline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2400" kern="1200" baseline="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519381B3-F51B-4B82-B8B5-03BB536F8D7D}" type="datetime'''''''''''''''4''''''5''''''''''''''''''''%'">
              <a:rPr lang="en-US" altLang="en-US" smtClean="0">
                <a:solidFill>
                  <a:schemeClr val="bg1"/>
                </a:solidFill>
                <a:effectLst/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45%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1" name="Text Placeholder 3">
            <a:extLst>
              <a:ext uri="{FF2B5EF4-FFF2-40B4-BE49-F238E27FC236}">
                <a16:creationId xmlns:a16="http://schemas.microsoft.com/office/drawing/2014/main" id="{9D00320E-C54E-ECE6-C44E-D83220151C61}"/>
              </a:ext>
            </a:extLst>
          </p:cNvPr>
          <p:cNvSpPr>
            <a:spLocks/>
          </p:cNvSpPr>
          <p:nvPr>
            <p:custDataLst>
              <p:tags r:id="rId34"/>
            </p:custDataLst>
          </p:nvPr>
        </p:nvSpPr>
        <p:spPr bwMode="gray">
          <a:xfrm>
            <a:off x="8054975" y="2936875"/>
            <a:ext cx="331788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txBody>
          <a:bodyPr vert="horz" wrap="none" lIns="22225" tIns="0" rIns="22225" bIns="0" numCol="1" spcCol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1600" kern="1200">
                <a:solidFill>
                  <a:schemeClr val="accent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16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440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5400" kern="1200" baseline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2400" kern="1200" baseline="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048892D8-0BD6-49B2-821B-E90BB5407841}" type="datetime'''''''''''''''''5''''''''''''''5''''''''''''%'''''''">
              <a:rPr lang="en-US" altLang="en-US" smtClean="0">
                <a:solidFill>
                  <a:schemeClr val="bg1"/>
                </a:solidFill>
                <a:effectLst/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55%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1" name="Text Placeholder 3">
            <a:extLst>
              <a:ext uri="{FF2B5EF4-FFF2-40B4-BE49-F238E27FC236}">
                <a16:creationId xmlns:a16="http://schemas.microsoft.com/office/drawing/2014/main" id="{5155FFF2-1062-E1B9-7D18-C241764C26A5}"/>
              </a:ext>
            </a:extLst>
          </p:cNvPr>
          <p:cNvSpPr>
            <a:spLocks/>
          </p:cNvSpPr>
          <p:nvPr>
            <p:custDataLst>
              <p:tags r:id="rId35"/>
            </p:custDataLst>
          </p:nvPr>
        </p:nvSpPr>
        <p:spPr bwMode="auto">
          <a:xfrm>
            <a:off x="8051800" y="3443288"/>
            <a:ext cx="336550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1600" kern="1200">
                <a:solidFill>
                  <a:schemeClr val="accent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16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440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5400" kern="1200" baseline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2400" kern="1200" baseline="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05FCE25E-7DEA-4353-8880-F5513C24837C}" type="datetime'2''''''''''0''''''''2''''''''''8'''''''''''''''''''''''''''''">
              <a:rPr lang="en-US" altLang="en-US" smtClean="0"/>
              <a:pPr algn="ctr">
                <a:spcBef>
                  <a:spcPct val="0"/>
                </a:spcBef>
                <a:spcAft>
                  <a:spcPct val="0"/>
                </a:spcAft>
              </a:pPr>
              <a:t>2028</a:t>
            </a:fld>
            <a:endParaRPr lang="en-US" dirty="0"/>
          </a:p>
        </p:txBody>
      </p:sp>
      <p:sp>
        <p:nvSpPr>
          <p:cNvPr id="134" name="Text Placeholder 3">
            <a:extLst>
              <a:ext uri="{FF2B5EF4-FFF2-40B4-BE49-F238E27FC236}">
                <a16:creationId xmlns:a16="http://schemas.microsoft.com/office/drawing/2014/main" id="{01156A3D-2BCB-7D24-5ED0-739AC0882272}"/>
              </a:ext>
            </a:extLst>
          </p:cNvPr>
          <p:cNvSpPr>
            <a:spLocks/>
          </p:cNvSpPr>
          <p:nvPr>
            <p:custDataLst>
              <p:tags r:id="rId36"/>
            </p:custDataLst>
          </p:nvPr>
        </p:nvSpPr>
        <p:spPr bwMode="gray">
          <a:xfrm>
            <a:off x="8604250" y="2239963"/>
            <a:ext cx="331788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numCol="1" spcCol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1600" kern="1200">
                <a:solidFill>
                  <a:schemeClr val="accent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16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440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5400" kern="1200" baseline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2400" kern="1200" baseline="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E94EEB8C-75D7-43ED-BBB8-2474D7A82FBF}" type="datetime'''''''''''3''''''''7''''''''''''''''''''%'">
              <a:rPr lang="en-US" altLang="en-US" smtClean="0">
                <a:solidFill>
                  <a:schemeClr val="bg1"/>
                </a:solidFill>
                <a:effectLst/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37%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5" name="Text Placeholder 3">
            <a:extLst>
              <a:ext uri="{FF2B5EF4-FFF2-40B4-BE49-F238E27FC236}">
                <a16:creationId xmlns:a16="http://schemas.microsoft.com/office/drawing/2014/main" id="{850A8AB1-5860-5665-7754-E4A7FAC37B6B}"/>
              </a:ext>
            </a:extLst>
          </p:cNvPr>
          <p:cNvSpPr>
            <a:spLocks/>
          </p:cNvSpPr>
          <p:nvPr>
            <p:custDataLst>
              <p:tags r:id="rId37"/>
            </p:custDataLst>
          </p:nvPr>
        </p:nvSpPr>
        <p:spPr bwMode="gray">
          <a:xfrm>
            <a:off x="8604250" y="2886075"/>
            <a:ext cx="331788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txBody>
          <a:bodyPr vert="horz" wrap="none" lIns="22225" tIns="0" rIns="22225" bIns="0" numCol="1" spcCol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1600" kern="1200">
                <a:solidFill>
                  <a:schemeClr val="accent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16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440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5400" kern="1200" baseline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2400" kern="1200" baseline="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F6CA64CF-7A57-4A7D-B7ED-5FBF5713B3D2}" type="datetime'''''''63''''''''''''''''''''''''%'''''''''''''''''''''''''''''">
              <a:rPr lang="en-US" altLang="en-US" smtClean="0">
                <a:solidFill>
                  <a:schemeClr val="bg1"/>
                </a:solidFill>
                <a:effectLst/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63%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6" name="Text Placeholder 3">
            <a:extLst>
              <a:ext uri="{FF2B5EF4-FFF2-40B4-BE49-F238E27FC236}">
                <a16:creationId xmlns:a16="http://schemas.microsoft.com/office/drawing/2014/main" id="{8D037D8F-3A2C-797F-5AAF-47C81BE801F7}"/>
              </a:ext>
            </a:extLst>
          </p:cNvPr>
          <p:cNvSpPr>
            <a:spLocks/>
          </p:cNvSpPr>
          <p:nvPr>
            <p:custDataLst>
              <p:tags r:id="rId38"/>
            </p:custDataLst>
          </p:nvPr>
        </p:nvSpPr>
        <p:spPr bwMode="auto">
          <a:xfrm>
            <a:off x="8601075" y="3443288"/>
            <a:ext cx="336550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1600" kern="1200">
                <a:solidFill>
                  <a:schemeClr val="accent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16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440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5400" kern="1200" baseline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2400" kern="1200" baseline="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6A928C5B-450B-49C5-AC4E-4F90EE92D4CF}" type="datetime'''''2''0''''''''''''''''''''''''2''''''''''''''''''9'''">
              <a:rPr lang="en-US" altLang="en-US" smtClean="0"/>
              <a:pPr algn="ctr">
                <a:spcBef>
                  <a:spcPct val="0"/>
                </a:spcBef>
                <a:spcAft>
                  <a:spcPct val="0"/>
                </a:spcAft>
              </a:pPr>
              <a:t>2029</a:t>
            </a:fld>
            <a:endParaRPr lang="en-US" dirty="0"/>
          </a:p>
        </p:txBody>
      </p:sp>
      <p:sp>
        <p:nvSpPr>
          <p:cNvPr id="137" name="Text Placeholder 3">
            <a:extLst>
              <a:ext uri="{FF2B5EF4-FFF2-40B4-BE49-F238E27FC236}">
                <a16:creationId xmlns:a16="http://schemas.microsoft.com/office/drawing/2014/main" id="{85C79900-3DB9-D548-A7A4-F73114AB0D28}"/>
              </a:ext>
            </a:extLst>
          </p:cNvPr>
          <p:cNvSpPr>
            <a:spLocks/>
          </p:cNvSpPr>
          <p:nvPr>
            <p:custDataLst>
              <p:tags r:id="rId39"/>
            </p:custDataLst>
          </p:nvPr>
        </p:nvSpPr>
        <p:spPr bwMode="gray">
          <a:xfrm>
            <a:off x="9151938" y="2401888"/>
            <a:ext cx="331788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numCol="1" spcCol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1600" kern="1200">
                <a:solidFill>
                  <a:schemeClr val="accent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16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440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5400" kern="1200" baseline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2400" kern="1200" baseline="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293C8A44-C958-4D2B-AF3F-EE0C6EA517FD}" type="datetime'''''''''''''6''''''''''''''2%'''''">
              <a:rPr lang="en-US" altLang="en-US" smtClean="0">
                <a:solidFill>
                  <a:schemeClr val="bg1"/>
                </a:solidFill>
                <a:effectLst/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62%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8" name="Text Placeholder 3">
            <a:extLst>
              <a:ext uri="{FF2B5EF4-FFF2-40B4-BE49-F238E27FC236}">
                <a16:creationId xmlns:a16="http://schemas.microsoft.com/office/drawing/2014/main" id="{5EE9A2B2-1518-586D-3B8C-9044ABC3FB66}"/>
              </a:ext>
            </a:extLst>
          </p:cNvPr>
          <p:cNvSpPr>
            <a:spLocks/>
          </p:cNvSpPr>
          <p:nvPr>
            <p:custDataLst>
              <p:tags r:id="rId40"/>
            </p:custDataLst>
          </p:nvPr>
        </p:nvSpPr>
        <p:spPr bwMode="gray">
          <a:xfrm>
            <a:off x="9151938" y="3046413"/>
            <a:ext cx="331788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txBody>
          <a:bodyPr vert="horz" wrap="none" lIns="22225" tIns="0" rIns="22225" bIns="0" numCol="1" spcCol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1600" kern="1200">
                <a:solidFill>
                  <a:schemeClr val="accent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16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440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5400" kern="1200" baseline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2400" kern="1200" baseline="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D3007206-3BD5-4A89-AAD1-CCA8BE98C89A}" type="datetime'''''3''''''''''''''''''''''''''''''''8''''%'''''''''''">
              <a:rPr lang="en-US" altLang="en-US" smtClean="0">
                <a:solidFill>
                  <a:schemeClr val="bg1"/>
                </a:solidFill>
                <a:effectLst/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38%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9" name="Text Placeholder 3">
            <a:extLst>
              <a:ext uri="{FF2B5EF4-FFF2-40B4-BE49-F238E27FC236}">
                <a16:creationId xmlns:a16="http://schemas.microsoft.com/office/drawing/2014/main" id="{2F52FC8F-831D-8F0E-AF10-5734280CBE48}"/>
              </a:ext>
            </a:extLst>
          </p:cNvPr>
          <p:cNvSpPr>
            <a:spLocks/>
          </p:cNvSpPr>
          <p:nvPr>
            <p:custDataLst>
              <p:tags r:id="rId41"/>
            </p:custDataLst>
          </p:nvPr>
        </p:nvSpPr>
        <p:spPr bwMode="auto">
          <a:xfrm>
            <a:off x="9148763" y="3443288"/>
            <a:ext cx="336550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1600" kern="1200">
                <a:solidFill>
                  <a:schemeClr val="accent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16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440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5400" kern="1200" baseline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2400" kern="1200" baseline="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06C5F817-FBC5-4513-97B3-567546E9BAE2}" type="datetime'''''''''2''''''03''''''''''0'''''''''''''''">
              <a:rPr lang="en-US" altLang="en-US" smtClean="0"/>
              <a:pPr algn="ctr">
                <a:spcBef>
                  <a:spcPct val="0"/>
                </a:spcBef>
                <a:spcAft>
                  <a:spcPct val="0"/>
                </a:spcAft>
              </a:pPr>
              <a:t>2030</a:t>
            </a:fld>
            <a:endParaRPr lang="en-US" dirty="0"/>
          </a:p>
        </p:txBody>
      </p:sp>
      <p:sp>
        <p:nvSpPr>
          <p:cNvPr id="140" name="Text Placeholder 3">
            <a:extLst>
              <a:ext uri="{FF2B5EF4-FFF2-40B4-BE49-F238E27FC236}">
                <a16:creationId xmlns:a16="http://schemas.microsoft.com/office/drawing/2014/main" id="{891F52AF-5547-79E8-EA91-CCBBE2ECEFA8}"/>
              </a:ext>
            </a:extLst>
          </p:cNvPr>
          <p:cNvSpPr>
            <a:spLocks/>
          </p:cNvSpPr>
          <p:nvPr>
            <p:custDataLst>
              <p:tags r:id="rId42"/>
            </p:custDataLst>
          </p:nvPr>
        </p:nvSpPr>
        <p:spPr bwMode="gray">
          <a:xfrm>
            <a:off x="9701213" y="2182813"/>
            <a:ext cx="331788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numCol="1" spcCol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1600" kern="1200">
                <a:solidFill>
                  <a:schemeClr val="accent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16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440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5400" kern="1200" baseline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2400" kern="1200" baseline="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B82974FF-A12D-454E-8D50-C6F76070AF16}" type="datetime'''''''''''''''''''''''''2''''''''8''%'''''''''''''''''''''''">
              <a:rPr lang="en-US" altLang="en-US" smtClean="0">
                <a:solidFill>
                  <a:schemeClr val="bg1"/>
                </a:solidFill>
                <a:effectLst/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28%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42" name="Text Placeholder 3">
            <a:extLst>
              <a:ext uri="{FF2B5EF4-FFF2-40B4-BE49-F238E27FC236}">
                <a16:creationId xmlns:a16="http://schemas.microsoft.com/office/drawing/2014/main" id="{344E2474-0E35-8274-9802-593913872928}"/>
              </a:ext>
            </a:extLst>
          </p:cNvPr>
          <p:cNvSpPr>
            <a:spLocks/>
          </p:cNvSpPr>
          <p:nvPr>
            <p:custDataLst>
              <p:tags r:id="rId43"/>
            </p:custDataLst>
          </p:nvPr>
        </p:nvSpPr>
        <p:spPr bwMode="gray">
          <a:xfrm>
            <a:off x="9701213" y="2827338"/>
            <a:ext cx="331788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txBody>
          <a:bodyPr vert="horz" wrap="none" lIns="22225" tIns="0" rIns="22225" bIns="0" numCol="1" spcCol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1600" kern="1200">
                <a:solidFill>
                  <a:schemeClr val="accent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16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440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5400" kern="1200" baseline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2400" kern="1200" baseline="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1F863024-63C9-41B7-AB56-07AED5B57929}" type="datetime'''''''''''''''''7''''''''''''''''''''''''2''''%'''">
              <a:rPr lang="en-US" altLang="en-US" smtClean="0">
                <a:solidFill>
                  <a:schemeClr val="bg1"/>
                </a:solidFill>
                <a:effectLst/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72%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43" name="Text Placeholder 3">
            <a:extLst>
              <a:ext uri="{FF2B5EF4-FFF2-40B4-BE49-F238E27FC236}">
                <a16:creationId xmlns:a16="http://schemas.microsoft.com/office/drawing/2014/main" id="{076E798B-4440-AB97-0DFF-C828FD9936EB}"/>
              </a:ext>
            </a:extLst>
          </p:cNvPr>
          <p:cNvSpPr>
            <a:spLocks/>
          </p:cNvSpPr>
          <p:nvPr>
            <p:custDataLst>
              <p:tags r:id="rId44"/>
            </p:custDataLst>
          </p:nvPr>
        </p:nvSpPr>
        <p:spPr bwMode="auto">
          <a:xfrm>
            <a:off x="9698038" y="3443288"/>
            <a:ext cx="336550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1600" kern="1200">
                <a:solidFill>
                  <a:schemeClr val="accent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16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440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5400" kern="1200" baseline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2400" kern="1200" baseline="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CC399BBC-E68D-46A1-AE63-A3423E897C68}" type="datetime'''2''''''''0''''''3''''''1'''''''''''''''''">
              <a:rPr lang="en-US" altLang="en-US" smtClean="0"/>
              <a:pPr algn="ctr">
                <a:spcBef>
                  <a:spcPct val="0"/>
                </a:spcBef>
                <a:spcAft>
                  <a:spcPct val="0"/>
                </a:spcAft>
              </a:pPr>
              <a:t>2031</a:t>
            </a:fld>
            <a:endParaRPr lang="en-US" dirty="0"/>
          </a:p>
        </p:txBody>
      </p:sp>
      <p:sp>
        <p:nvSpPr>
          <p:cNvPr id="144" name="Text Placeholder 3">
            <a:extLst>
              <a:ext uri="{FF2B5EF4-FFF2-40B4-BE49-F238E27FC236}">
                <a16:creationId xmlns:a16="http://schemas.microsoft.com/office/drawing/2014/main" id="{32F59509-562F-30B1-D6D4-F45F48C69ADF}"/>
              </a:ext>
            </a:extLst>
          </p:cNvPr>
          <p:cNvSpPr>
            <a:spLocks/>
          </p:cNvSpPr>
          <p:nvPr>
            <p:custDataLst>
              <p:tags r:id="rId45"/>
            </p:custDataLst>
          </p:nvPr>
        </p:nvSpPr>
        <p:spPr bwMode="gray">
          <a:xfrm>
            <a:off x="10250488" y="2292350"/>
            <a:ext cx="331788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numCol="1" spcCol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1600" kern="1200">
                <a:solidFill>
                  <a:schemeClr val="accent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16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440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5400" kern="1200" baseline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2400" kern="1200" baseline="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2DE575BB-AF26-4B0A-8671-B4419F82287E}" type="datetime'''''''''''''''4''5''''''''''''''''''''''%'''">
              <a:rPr lang="en-US" altLang="en-US" smtClean="0">
                <a:solidFill>
                  <a:schemeClr val="bg1"/>
                </a:solidFill>
                <a:effectLst/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45%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45" name="Text Placeholder 3">
            <a:extLst>
              <a:ext uri="{FF2B5EF4-FFF2-40B4-BE49-F238E27FC236}">
                <a16:creationId xmlns:a16="http://schemas.microsoft.com/office/drawing/2014/main" id="{2D88C1F1-2596-92F0-7ED2-D34EC2C9F7C3}"/>
              </a:ext>
            </a:extLst>
          </p:cNvPr>
          <p:cNvSpPr>
            <a:spLocks/>
          </p:cNvSpPr>
          <p:nvPr>
            <p:custDataLst>
              <p:tags r:id="rId46"/>
            </p:custDataLst>
          </p:nvPr>
        </p:nvSpPr>
        <p:spPr bwMode="gray">
          <a:xfrm>
            <a:off x="10250488" y="2936875"/>
            <a:ext cx="331788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txBody>
          <a:bodyPr vert="horz" wrap="none" lIns="22225" tIns="0" rIns="22225" bIns="0" numCol="1" spcCol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1600" kern="1200">
                <a:solidFill>
                  <a:schemeClr val="accent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16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440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5400" kern="1200" baseline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2400" kern="1200" baseline="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95888384-F9E8-4D7A-B84C-0AB9253217BE}" type="datetime'''''''''''''''''''''''''5''''''''''''''''''''''''''''5%'''''''">
              <a:rPr lang="en-US" altLang="en-US" smtClean="0">
                <a:solidFill>
                  <a:schemeClr val="bg1"/>
                </a:solidFill>
                <a:effectLst/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55%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41" name="Text Placeholder 3">
            <a:extLst>
              <a:ext uri="{FF2B5EF4-FFF2-40B4-BE49-F238E27FC236}">
                <a16:creationId xmlns:a16="http://schemas.microsoft.com/office/drawing/2014/main" id="{6B3868C3-A53A-C91D-C54E-664FE7D5AC9F}"/>
              </a:ext>
            </a:extLst>
          </p:cNvPr>
          <p:cNvSpPr>
            <a:spLocks/>
          </p:cNvSpPr>
          <p:nvPr>
            <p:custDataLst>
              <p:tags r:id="rId47"/>
            </p:custDataLst>
          </p:nvPr>
        </p:nvSpPr>
        <p:spPr bwMode="auto">
          <a:xfrm>
            <a:off x="10247313" y="3443288"/>
            <a:ext cx="336550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1600" kern="1200">
                <a:solidFill>
                  <a:schemeClr val="accent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16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440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5400" kern="1200" baseline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2400" kern="1200" baseline="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C4B09F30-21F2-4BED-90DC-C3C52E553B5C}" type="datetime'2''''''''''''''0''3''''''''''''''''''''''''''''2'''">
              <a:rPr lang="en-US" altLang="en-US" smtClean="0"/>
              <a:pPr algn="ctr">
                <a:spcBef>
                  <a:spcPct val="0"/>
                </a:spcBef>
                <a:spcAft>
                  <a:spcPct val="0"/>
                </a:spcAft>
              </a:pPr>
              <a:t>2032</a:t>
            </a:fld>
            <a:endParaRPr lang="en-US" dirty="0"/>
          </a:p>
        </p:txBody>
      </p:sp>
      <p:sp>
        <p:nvSpPr>
          <p:cNvPr id="133" name="Text Placeholder 3">
            <a:extLst>
              <a:ext uri="{FF2B5EF4-FFF2-40B4-BE49-F238E27FC236}">
                <a16:creationId xmlns:a16="http://schemas.microsoft.com/office/drawing/2014/main" id="{B0445E24-FC76-5A3D-6DC7-12B83F06C72F}"/>
              </a:ext>
            </a:extLst>
          </p:cNvPr>
          <p:cNvSpPr>
            <a:spLocks/>
          </p:cNvSpPr>
          <p:nvPr>
            <p:custDataLst>
              <p:tags r:id="rId48"/>
            </p:custDataLst>
          </p:nvPr>
        </p:nvSpPr>
        <p:spPr bwMode="gray">
          <a:xfrm>
            <a:off x="10798175" y="2528888"/>
            <a:ext cx="331788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numCol="1" spcCol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1600" kern="1200">
                <a:solidFill>
                  <a:schemeClr val="accent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16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440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5400" kern="1200" baseline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2400" kern="1200" baseline="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681EC70E-953B-4EA1-9E97-BFB3F4C6A0EF}" type="datetime'''''''''''''''''''''''8''2''''''''''''''''''''''''''''%'''''''">
              <a:rPr lang="en-US" altLang="en-US" smtClean="0">
                <a:solidFill>
                  <a:schemeClr val="bg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82%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47" name="Text Placeholder 3">
            <a:extLst>
              <a:ext uri="{FF2B5EF4-FFF2-40B4-BE49-F238E27FC236}">
                <a16:creationId xmlns:a16="http://schemas.microsoft.com/office/drawing/2014/main" id="{89E48206-52FD-BD4B-2F0A-774C3DDB7AB9}"/>
              </a:ext>
            </a:extLst>
          </p:cNvPr>
          <p:cNvSpPr>
            <a:spLocks/>
          </p:cNvSpPr>
          <p:nvPr>
            <p:custDataLst>
              <p:tags r:id="rId49"/>
            </p:custDataLst>
          </p:nvPr>
        </p:nvSpPr>
        <p:spPr bwMode="gray">
          <a:xfrm>
            <a:off x="10798175" y="3173413"/>
            <a:ext cx="331788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txBody>
          <a:bodyPr vert="horz" wrap="none" lIns="22225" tIns="0" rIns="22225" bIns="0" numCol="1" spcCol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1600" kern="1200">
                <a:solidFill>
                  <a:schemeClr val="accent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16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440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5400" kern="1200" baseline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2400" kern="1200" baseline="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4646351C-D524-4250-8FF5-61CBDD328E06}" type="datetime'''''1''''''''8''''''''''''''''''''''''''''''''%'''''''''''">
              <a:rPr lang="en-US" altLang="en-US" smtClean="0">
                <a:solidFill>
                  <a:schemeClr val="bg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18%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2" name="Text Placeholder 3">
            <a:extLst>
              <a:ext uri="{FF2B5EF4-FFF2-40B4-BE49-F238E27FC236}">
                <a16:creationId xmlns:a16="http://schemas.microsoft.com/office/drawing/2014/main" id="{B76C79A0-EE37-C1A4-D794-4A5F35170D32}"/>
              </a:ext>
            </a:extLst>
          </p:cNvPr>
          <p:cNvSpPr>
            <a:spLocks/>
          </p:cNvSpPr>
          <p:nvPr>
            <p:custDataLst>
              <p:tags r:id="rId50"/>
            </p:custDataLst>
          </p:nvPr>
        </p:nvSpPr>
        <p:spPr bwMode="auto">
          <a:xfrm>
            <a:off x="10795000" y="3443288"/>
            <a:ext cx="336550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1600" kern="1200">
                <a:solidFill>
                  <a:schemeClr val="accent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16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440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5400" kern="1200" baseline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2400" kern="1200" baseline="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1B40A2E8-500D-4C1C-9030-FACD3876E4ED}" type="datetime'''''2''''''''''''0''''''''''''''''''''''''''''''3''3'''''">
              <a:rPr lang="en-US" altLang="en-US" smtClean="0"/>
              <a:pPr algn="ctr">
                <a:spcBef>
                  <a:spcPct val="0"/>
                </a:spcBef>
                <a:spcAft>
                  <a:spcPct val="0"/>
                </a:spcAft>
              </a:pPr>
              <a:t>2033</a:t>
            </a:fld>
            <a:endParaRPr lang="en-US" dirty="0"/>
          </a:p>
        </p:txBody>
      </p:sp>
      <p:sp>
        <p:nvSpPr>
          <p:cNvPr id="148" name="Text Placeholder 3">
            <a:extLst>
              <a:ext uri="{FF2B5EF4-FFF2-40B4-BE49-F238E27FC236}">
                <a16:creationId xmlns:a16="http://schemas.microsoft.com/office/drawing/2014/main" id="{50C861A8-4F32-637C-1C35-AE388A0EDAFD}"/>
              </a:ext>
            </a:extLst>
          </p:cNvPr>
          <p:cNvSpPr>
            <a:spLocks/>
          </p:cNvSpPr>
          <p:nvPr>
            <p:custDataLst>
              <p:tags r:id="rId51"/>
            </p:custDataLst>
          </p:nvPr>
        </p:nvSpPr>
        <p:spPr bwMode="gray">
          <a:xfrm>
            <a:off x="11347450" y="2517775"/>
            <a:ext cx="331788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numCol="1" spcCol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1600" kern="1200">
                <a:solidFill>
                  <a:schemeClr val="accent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16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440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5400" kern="1200" baseline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2400" kern="1200" baseline="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09BEA4C5-5A69-4E64-973C-8FA9A5BFE10C}" type="datetime'''''''''''80''''''''%'''''''''''''''''''''''''''''''''''''">
              <a:rPr lang="en-US" altLang="en-US" smtClean="0">
                <a:solidFill>
                  <a:schemeClr val="bg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80%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46" name="Text Placeholder 3">
            <a:extLst>
              <a:ext uri="{FF2B5EF4-FFF2-40B4-BE49-F238E27FC236}">
                <a16:creationId xmlns:a16="http://schemas.microsoft.com/office/drawing/2014/main" id="{ADDAB8DA-ACC7-5163-F0EA-A1AE1B3D08E7}"/>
              </a:ext>
            </a:extLst>
          </p:cNvPr>
          <p:cNvSpPr>
            <a:spLocks/>
          </p:cNvSpPr>
          <p:nvPr>
            <p:custDataLst>
              <p:tags r:id="rId52"/>
            </p:custDataLst>
          </p:nvPr>
        </p:nvSpPr>
        <p:spPr bwMode="gray">
          <a:xfrm>
            <a:off x="11347450" y="3162300"/>
            <a:ext cx="331788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txBody>
          <a:bodyPr vert="horz" wrap="none" lIns="22225" tIns="0" rIns="22225" bIns="0" numCol="1" spcCol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1600" kern="1200">
                <a:solidFill>
                  <a:schemeClr val="accent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16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440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5400" kern="1200" baseline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2400" kern="1200" baseline="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019E692F-BCBD-45AB-BBBE-D83D1BE1856F}" type="datetime'''''''''''''''''''''''2''0%'''''''''''''''''">
              <a:rPr lang="en-US" altLang="en-US" smtClean="0">
                <a:solidFill>
                  <a:schemeClr val="bg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20%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49" name="Text Placeholder 3">
            <a:extLst>
              <a:ext uri="{FF2B5EF4-FFF2-40B4-BE49-F238E27FC236}">
                <a16:creationId xmlns:a16="http://schemas.microsoft.com/office/drawing/2014/main" id="{E947F216-476C-9484-07CE-E1BB606C1848}"/>
              </a:ext>
            </a:extLst>
          </p:cNvPr>
          <p:cNvSpPr>
            <a:spLocks/>
          </p:cNvSpPr>
          <p:nvPr>
            <p:custDataLst>
              <p:tags r:id="rId53"/>
            </p:custDataLst>
          </p:nvPr>
        </p:nvSpPr>
        <p:spPr bwMode="auto">
          <a:xfrm>
            <a:off x="11344275" y="3443288"/>
            <a:ext cx="336550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1600" kern="1200">
                <a:solidFill>
                  <a:schemeClr val="accent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16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440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5400" kern="1200" baseline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2400" kern="1200" baseline="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C339240C-6F5F-4E48-9965-FFAB5028A1AC}" type="datetime'''''''''''''''''''2''0''''''''''3''''''''''''4'''''''''''''">
              <a:rPr lang="en-US" altLang="en-US" smtClean="0"/>
              <a:pPr algn="ctr">
                <a:spcBef>
                  <a:spcPct val="0"/>
                </a:spcBef>
                <a:spcAft>
                  <a:spcPct val="0"/>
                </a:spcAft>
              </a:pPr>
              <a:t>2034</a:t>
            </a:fld>
            <a:endParaRPr lang="en-US" dirty="0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82772A43-B11C-10F7-2345-57CA30A84EDA}"/>
              </a:ext>
            </a:extLst>
          </p:cNvPr>
          <p:cNvSpPr/>
          <p:nvPr>
            <p:custDataLst>
              <p:tags r:id="rId54"/>
            </p:custDataLst>
          </p:nvPr>
        </p:nvSpPr>
        <p:spPr bwMode="gray">
          <a:xfrm>
            <a:off x="6300788" y="1795463"/>
            <a:ext cx="214313" cy="160338"/>
          </a:xfrm>
          <a:prstGeom prst="rect">
            <a:avLst/>
          </a:prstGeom>
          <a:solidFill>
            <a:schemeClr val="accent1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A842E64D-F0FF-C5C1-F564-67721A89A93A}"/>
              </a:ext>
            </a:extLst>
          </p:cNvPr>
          <p:cNvSpPr/>
          <p:nvPr>
            <p:custDataLst>
              <p:tags r:id="rId55"/>
            </p:custDataLst>
          </p:nvPr>
        </p:nvSpPr>
        <p:spPr bwMode="gray">
          <a:xfrm>
            <a:off x="6757988" y="1795463"/>
            <a:ext cx="214313" cy="160338"/>
          </a:xfrm>
          <a:prstGeom prst="rect">
            <a:avLst/>
          </a:prstGeom>
          <a:solidFill>
            <a:schemeClr val="accent2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152" name="Text Placeholder 3">
            <a:extLst>
              <a:ext uri="{FF2B5EF4-FFF2-40B4-BE49-F238E27FC236}">
                <a16:creationId xmlns:a16="http://schemas.microsoft.com/office/drawing/2014/main" id="{132640C8-F84C-1818-3815-514F365412B3}"/>
              </a:ext>
            </a:extLst>
          </p:cNvPr>
          <p:cNvSpPr>
            <a:spLocks/>
          </p:cNvSpPr>
          <p:nvPr>
            <p:custDataLst>
              <p:tags r:id="rId56"/>
            </p:custDataLst>
          </p:nvPr>
        </p:nvSpPr>
        <p:spPr bwMode="auto">
          <a:xfrm>
            <a:off x="6565900" y="1776413"/>
            <a:ext cx="90488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1600" kern="1200">
                <a:solidFill>
                  <a:schemeClr val="accent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16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440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5400" kern="1200" baseline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2400" kern="1200" baseline="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081C91A0-94E2-481C-A276-96CDDEA8D813}" type="datetime'''''''''''''''''''''''''''''''''''''''''''''''''A'''">
              <a:rPr lang="en-US" altLang="en-US" smtClean="0"/>
              <a:pPr/>
              <a:t>A</a:t>
            </a:fld>
            <a:endParaRPr lang="en-US" dirty="0"/>
          </a:p>
        </p:txBody>
      </p:sp>
      <p:sp>
        <p:nvSpPr>
          <p:cNvPr id="153" name="Text Placeholder 3">
            <a:extLst>
              <a:ext uri="{FF2B5EF4-FFF2-40B4-BE49-F238E27FC236}">
                <a16:creationId xmlns:a16="http://schemas.microsoft.com/office/drawing/2014/main" id="{67E714AC-ADB0-C415-AE49-6871674F160A}"/>
              </a:ext>
            </a:extLst>
          </p:cNvPr>
          <p:cNvSpPr>
            <a:spLocks/>
          </p:cNvSpPr>
          <p:nvPr>
            <p:custDataLst>
              <p:tags r:id="rId57"/>
            </p:custDataLst>
          </p:nvPr>
        </p:nvSpPr>
        <p:spPr bwMode="auto">
          <a:xfrm>
            <a:off x="7023100" y="1776413"/>
            <a:ext cx="92075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1600" kern="1200">
                <a:solidFill>
                  <a:schemeClr val="accent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16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440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5400" kern="1200" baseline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2400" kern="1200" baseline="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312F3220-85BC-49AB-B15C-5B57928A2D42}" type="datetime'''''''''''B'''">
              <a:rPr lang="en-US" altLang="en-US" smtClean="0"/>
              <a:pPr/>
              <a:t>B</a:t>
            </a:fld>
            <a:endParaRPr lang="en-US" dirty="0"/>
          </a:p>
        </p:txBody>
      </p:sp>
      <p:graphicFrame>
        <p:nvGraphicFramePr>
          <p:cNvPr id="409" name="Chart 408">
            <a:extLst>
              <a:ext uri="{FF2B5EF4-FFF2-40B4-BE49-F238E27FC236}">
                <a16:creationId xmlns:a16="http://schemas.microsoft.com/office/drawing/2014/main" id="{355A282F-7860-3B9D-710B-A2C970F87540}"/>
              </a:ext>
            </a:extLst>
          </p:cNvPr>
          <p:cNvGraphicFramePr/>
          <p:nvPr>
            <p:custDataLst>
              <p:tags r:id="rId58"/>
            </p:custDataLst>
            <p:extLst>
              <p:ext uri="{D42A27DB-BD31-4B8C-83A1-F6EECF244321}">
                <p14:modId xmlns:p14="http://schemas.microsoft.com/office/powerpoint/2010/main" val="2340516323"/>
              </p:ext>
            </p:extLst>
          </p:nvPr>
        </p:nvGraphicFramePr>
        <p:xfrm>
          <a:off x="325438" y="4857750"/>
          <a:ext cx="11544300" cy="12985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8"/>
          </a:graphicData>
        </a:graphic>
      </p:graphicFrame>
      <p:sp>
        <p:nvSpPr>
          <p:cNvPr id="156" name="Text Placeholder 3">
            <a:extLst>
              <a:ext uri="{FF2B5EF4-FFF2-40B4-BE49-F238E27FC236}">
                <a16:creationId xmlns:a16="http://schemas.microsoft.com/office/drawing/2014/main" id="{065BEF74-2859-7E9A-3A2D-4BBAB5B883FB}"/>
              </a:ext>
            </a:extLst>
          </p:cNvPr>
          <p:cNvSpPr>
            <a:spLocks/>
          </p:cNvSpPr>
          <p:nvPr>
            <p:custDataLst>
              <p:tags r:id="rId59"/>
            </p:custDataLst>
          </p:nvPr>
        </p:nvSpPr>
        <p:spPr bwMode="gray">
          <a:xfrm>
            <a:off x="736600" y="5953125"/>
            <a:ext cx="125413" cy="20161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vert="horz" wrap="none" lIns="22225" tIns="0" rIns="22225" bIns="0" numCol="1" spcCol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1600" kern="1200">
                <a:solidFill>
                  <a:schemeClr val="accent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16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440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5400" kern="1200" baseline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2400" kern="1200" baseline="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309405C3-D99A-4204-96AF-67331481AAB5}" type="datetime'''''''''''''''''''''''''''''''''''''''''6'''">
              <a:rPr lang="en-US" altLang="en-US" smtClean="0">
                <a:solidFill>
                  <a:schemeClr val="bg1"/>
                </a:solidFill>
                <a:effectLst/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57" name="Text Placeholder 3">
            <a:extLst>
              <a:ext uri="{FF2B5EF4-FFF2-40B4-BE49-F238E27FC236}">
                <a16:creationId xmlns:a16="http://schemas.microsoft.com/office/drawing/2014/main" id="{AC9D17BC-AB52-B4AD-9F0D-DFEA798040BE}"/>
              </a:ext>
            </a:extLst>
          </p:cNvPr>
          <p:cNvSpPr>
            <a:spLocks/>
          </p:cNvSpPr>
          <p:nvPr>
            <p:custDataLst>
              <p:tags r:id="rId60"/>
            </p:custDataLst>
          </p:nvPr>
        </p:nvSpPr>
        <p:spPr bwMode="auto">
          <a:xfrm>
            <a:off x="808038" y="6218238"/>
            <a:ext cx="336550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1600" kern="1200">
                <a:solidFill>
                  <a:schemeClr val="accent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16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440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5400" kern="1200" baseline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2400" kern="1200" baseline="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08349476-A03A-4172-BCB0-5AB50FBF953E}" type="datetime'''''2''''''''''''''''''''0''''''2''''''''''5'''''''''''''''">
              <a:rPr lang="en-US" altLang="en-US" smtClean="0"/>
              <a:pPr algn="ctr">
                <a:spcBef>
                  <a:spcPct val="0"/>
                </a:spcBef>
                <a:spcAft>
                  <a:spcPct val="0"/>
                </a:spcAft>
              </a:pPr>
              <a:t>2025</a:t>
            </a:fld>
            <a:endParaRPr lang="en-US" dirty="0"/>
          </a:p>
        </p:txBody>
      </p:sp>
      <p:sp>
        <p:nvSpPr>
          <p:cNvPr id="160" name="Text Placeholder 3">
            <a:extLst>
              <a:ext uri="{FF2B5EF4-FFF2-40B4-BE49-F238E27FC236}">
                <a16:creationId xmlns:a16="http://schemas.microsoft.com/office/drawing/2014/main" id="{0AB2D555-8878-F930-C42D-E191CDCAF60D}"/>
              </a:ext>
            </a:extLst>
          </p:cNvPr>
          <p:cNvSpPr>
            <a:spLocks/>
          </p:cNvSpPr>
          <p:nvPr>
            <p:custDataLst>
              <p:tags r:id="rId61"/>
            </p:custDataLst>
          </p:nvPr>
        </p:nvSpPr>
        <p:spPr bwMode="gray">
          <a:xfrm>
            <a:off x="2190750" y="5842000"/>
            <a:ext cx="206375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numCol="1" spcCol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1600" kern="1200">
                <a:solidFill>
                  <a:schemeClr val="accent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16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440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5400" kern="1200" baseline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2400" kern="1200" baseline="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9FB716B4-8813-42E4-9CBA-3D87760D81FB}" type="datetime'''''''''3''''''''''''7'''''''''''''''''''''''''''''''''''''''">
              <a:rPr lang="en-US" altLang="en-US" smtClean="0">
                <a:solidFill>
                  <a:schemeClr val="bg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37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61" name="Text Placeholder 3">
            <a:extLst>
              <a:ext uri="{FF2B5EF4-FFF2-40B4-BE49-F238E27FC236}">
                <a16:creationId xmlns:a16="http://schemas.microsoft.com/office/drawing/2014/main" id="{8C532B20-AD48-8270-18F1-CDF81C23FF64}"/>
              </a:ext>
            </a:extLst>
          </p:cNvPr>
          <p:cNvSpPr>
            <a:spLocks/>
          </p:cNvSpPr>
          <p:nvPr>
            <p:custDataLst>
              <p:tags r:id="rId62"/>
            </p:custDataLst>
          </p:nvPr>
        </p:nvSpPr>
        <p:spPr bwMode="gray">
          <a:xfrm>
            <a:off x="1874838" y="5965825"/>
            <a:ext cx="125413" cy="20161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vert="horz" wrap="none" lIns="22225" tIns="0" rIns="22225" bIns="0" numCol="1" spcCol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1600" kern="1200">
                <a:solidFill>
                  <a:schemeClr val="accent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16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440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5400" kern="1200" baseline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2400" kern="1200" baseline="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F46105DE-576B-44F6-A91B-BDA1E5C2A3FA}" type="datetime'''3'''''''''''''''''''''''''''''''''''''''''''''">
              <a:rPr lang="en-US" altLang="en-US" smtClean="0">
                <a:solidFill>
                  <a:schemeClr val="bg1"/>
                </a:solidFill>
                <a:effectLst/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63" name="Text Placeholder 3">
            <a:extLst>
              <a:ext uri="{FF2B5EF4-FFF2-40B4-BE49-F238E27FC236}">
                <a16:creationId xmlns:a16="http://schemas.microsoft.com/office/drawing/2014/main" id="{BBFCC101-5435-3D01-9781-18ACCE22F6F0}"/>
              </a:ext>
            </a:extLst>
          </p:cNvPr>
          <p:cNvSpPr>
            <a:spLocks/>
          </p:cNvSpPr>
          <p:nvPr>
            <p:custDataLst>
              <p:tags r:id="rId63"/>
            </p:custDataLst>
          </p:nvPr>
        </p:nvSpPr>
        <p:spPr bwMode="auto">
          <a:xfrm>
            <a:off x="1946275" y="6218238"/>
            <a:ext cx="336550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1600" kern="1200">
                <a:solidFill>
                  <a:schemeClr val="accent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16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440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5400" kern="1200" baseline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2400" kern="1200" baseline="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03AC4DBE-48B4-4404-B723-FC31BE2FBEB3}" type="datetime'''''''''''2''''''''''''''''''''''''''''''''''''''0''2''''6'">
              <a:rPr lang="en-US" altLang="en-US" smtClean="0"/>
              <a:pPr algn="ctr">
                <a:spcBef>
                  <a:spcPct val="0"/>
                </a:spcBef>
                <a:spcAft>
                  <a:spcPct val="0"/>
                </a:spcAft>
              </a:pPr>
              <a:t>2026</a:t>
            </a:fld>
            <a:endParaRPr lang="en-US" dirty="0"/>
          </a:p>
        </p:txBody>
      </p:sp>
      <p:sp>
        <p:nvSpPr>
          <p:cNvPr id="158" name="Text Placeholder 3">
            <a:extLst>
              <a:ext uri="{FF2B5EF4-FFF2-40B4-BE49-F238E27FC236}">
                <a16:creationId xmlns:a16="http://schemas.microsoft.com/office/drawing/2014/main" id="{7F6908E1-228B-DC72-EE37-93352AA6EADF}"/>
              </a:ext>
            </a:extLst>
          </p:cNvPr>
          <p:cNvSpPr>
            <a:spLocks/>
          </p:cNvSpPr>
          <p:nvPr>
            <p:custDataLst>
              <p:tags r:id="rId64"/>
            </p:custDataLst>
          </p:nvPr>
        </p:nvSpPr>
        <p:spPr bwMode="gray">
          <a:xfrm>
            <a:off x="3327400" y="5786438"/>
            <a:ext cx="206375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numCol="1" spcCol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1600" kern="1200">
                <a:solidFill>
                  <a:schemeClr val="accent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16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440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5400" kern="1200" baseline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2400" kern="1200" baseline="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3240F5CB-FE47-4AB3-B33C-E3AD070A8D9E}" type="datetime'''''''''''''''''5''''''''''''''''''1'''''''''''''">
              <a:rPr lang="en-US" altLang="en-US" smtClean="0">
                <a:solidFill>
                  <a:schemeClr val="bg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51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65" name="Text Placeholder 3">
            <a:extLst>
              <a:ext uri="{FF2B5EF4-FFF2-40B4-BE49-F238E27FC236}">
                <a16:creationId xmlns:a16="http://schemas.microsoft.com/office/drawing/2014/main" id="{BF34B28F-F11B-A6EC-76E4-1E16D9AE73EF}"/>
              </a:ext>
            </a:extLst>
          </p:cNvPr>
          <p:cNvSpPr>
            <a:spLocks/>
          </p:cNvSpPr>
          <p:nvPr>
            <p:custDataLst>
              <p:tags r:id="rId65"/>
            </p:custDataLst>
          </p:nvPr>
        </p:nvSpPr>
        <p:spPr bwMode="gray">
          <a:xfrm>
            <a:off x="3013075" y="5959475"/>
            <a:ext cx="125413" cy="20161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vert="horz" wrap="none" lIns="22225" tIns="0" rIns="22225" bIns="0" numCol="1" spcCol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1600" kern="1200">
                <a:solidFill>
                  <a:schemeClr val="accent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16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440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5400" kern="1200" baseline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2400" kern="1200" baseline="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794A7EB0-C6C5-4D18-8B35-7A51F78FDF63}" type="datetime'''''''''''''''''5'''''''''''''''''''''''">
              <a:rPr lang="en-US" altLang="en-US" smtClean="0">
                <a:solidFill>
                  <a:schemeClr val="bg1"/>
                </a:solidFill>
                <a:effectLst/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67" name="Text Placeholder 3">
            <a:extLst>
              <a:ext uri="{FF2B5EF4-FFF2-40B4-BE49-F238E27FC236}">
                <a16:creationId xmlns:a16="http://schemas.microsoft.com/office/drawing/2014/main" id="{633AB7F9-9EED-5BD2-66EE-F7B7B51CEC4B}"/>
              </a:ext>
            </a:extLst>
          </p:cNvPr>
          <p:cNvSpPr>
            <a:spLocks/>
          </p:cNvSpPr>
          <p:nvPr>
            <p:custDataLst>
              <p:tags r:id="rId66"/>
            </p:custDataLst>
          </p:nvPr>
        </p:nvSpPr>
        <p:spPr bwMode="auto">
          <a:xfrm>
            <a:off x="3084513" y="6218238"/>
            <a:ext cx="336550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1600" kern="1200">
                <a:solidFill>
                  <a:schemeClr val="accent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16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440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5400" kern="1200" baseline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2400" kern="1200" baseline="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7913A6AC-B216-4E5F-84C9-F6392EF982BE}" type="datetime'''2''''''''''0''''''''2''7'''''''''''''''''''''''">
              <a:rPr lang="en-US" altLang="en-US" smtClean="0"/>
              <a:pPr algn="ctr">
                <a:spcBef>
                  <a:spcPct val="0"/>
                </a:spcBef>
                <a:spcAft>
                  <a:spcPct val="0"/>
                </a:spcAft>
              </a:pPr>
              <a:t>2027</a:t>
            </a:fld>
            <a:endParaRPr lang="en-US" dirty="0"/>
          </a:p>
        </p:txBody>
      </p:sp>
      <p:sp>
        <p:nvSpPr>
          <p:cNvPr id="164" name="Text Placeholder 3">
            <a:extLst>
              <a:ext uri="{FF2B5EF4-FFF2-40B4-BE49-F238E27FC236}">
                <a16:creationId xmlns:a16="http://schemas.microsoft.com/office/drawing/2014/main" id="{64A146FA-01C9-4278-66CD-AA9104856943}"/>
              </a:ext>
            </a:extLst>
          </p:cNvPr>
          <p:cNvSpPr>
            <a:spLocks/>
          </p:cNvSpPr>
          <p:nvPr>
            <p:custDataLst>
              <p:tags r:id="rId67"/>
            </p:custDataLst>
          </p:nvPr>
        </p:nvSpPr>
        <p:spPr bwMode="gray">
          <a:xfrm>
            <a:off x="4286250" y="5680075"/>
            <a:ext cx="206375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2225" tIns="0" rIns="22225" bIns="0" numCol="1" spcCol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1600" kern="1200">
                <a:solidFill>
                  <a:schemeClr val="accent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16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440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5400" kern="1200" baseline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2400" kern="1200" baseline="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07A03332-2108-4A8C-A623-293C3D31640D}" type="datetime'''''''''''''''''77'''''''''''''''''">
              <a:rPr lang="en-US" altLang="en-US" smtClean="0">
                <a:solidFill>
                  <a:schemeClr val="bg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77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68" name="Text Placeholder 3">
            <a:extLst>
              <a:ext uri="{FF2B5EF4-FFF2-40B4-BE49-F238E27FC236}">
                <a16:creationId xmlns:a16="http://schemas.microsoft.com/office/drawing/2014/main" id="{BCD98E10-A4AF-BCE2-0E56-BA7D682C8265}"/>
              </a:ext>
            </a:extLst>
          </p:cNvPr>
          <p:cNvSpPr>
            <a:spLocks/>
          </p:cNvSpPr>
          <p:nvPr>
            <p:custDataLst>
              <p:tags r:id="rId68"/>
            </p:custDataLst>
          </p:nvPr>
        </p:nvSpPr>
        <p:spPr bwMode="gray">
          <a:xfrm>
            <a:off x="4327525" y="5946775"/>
            <a:ext cx="125413" cy="20161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vert="horz" wrap="none" lIns="22225" tIns="0" rIns="22225" bIns="0" numCol="1" spcCol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1600" kern="1200">
                <a:solidFill>
                  <a:schemeClr val="accent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16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440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5400" kern="1200" baseline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2400" kern="1200" baseline="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981DC591-5893-499F-986E-754C59969923}" type="datetime'''''''''''''''9'''''">
              <a:rPr lang="en-US" altLang="en-US" smtClean="0">
                <a:solidFill>
                  <a:schemeClr val="bg1"/>
                </a:solidFill>
                <a:effectLst/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1" name="Text Placeholder 3">
            <a:extLst>
              <a:ext uri="{FF2B5EF4-FFF2-40B4-BE49-F238E27FC236}">
                <a16:creationId xmlns:a16="http://schemas.microsoft.com/office/drawing/2014/main" id="{0D39D3EC-F57D-B38F-8DF7-8A4299A3FCEB}"/>
              </a:ext>
            </a:extLst>
          </p:cNvPr>
          <p:cNvSpPr>
            <a:spLocks/>
          </p:cNvSpPr>
          <p:nvPr>
            <p:custDataLst>
              <p:tags r:id="rId69"/>
            </p:custDataLst>
          </p:nvPr>
        </p:nvSpPr>
        <p:spPr bwMode="auto">
          <a:xfrm>
            <a:off x="4221163" y="6218238"/>
            <a:ext cx="336550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1600" kern="1200">
                <a:solidFill>
                  <a:schemeClr val="accent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16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440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5400" kern="1200" baseline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2400" kern="1200" baseline="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0947B1EA-E731-4B0B-9E87-C9BD6BBAD172}" type="datetime'''''''''''''''2''''''''''''''''''''''0''''''2''''''8'">
              <a:rPr lang="en-US" altLang="en-US" smtClean="0"/>
              <a:pPr algn="ctr">
                <a:spcBef>
                  <a:spcPct val="0"/>
                </a:spcBef>
                <a:spcAft>
                  <a:spcPct val="0"/>
                </a:spcAft>
              </a:pPr>
              <a:t>2028</a:t>
            </a:fld>
            <a:endParaRPr lang="en-US" dirty="0"/>
          </a:p>
        </p:txBody>
      </p:sp>
      <p:sp>
        <p:nvSpPr>
          <p:cNvPr id="172" name="Text Placeholder 3">
            <a:extLst>
              <a:ext uri="{FF2B5EF4-FFF2-40B4-BE49-F238E27FC236}">
                <a16:creationId xmlns:a16="http://schemas.microsoft.com/office/drawing/2014/main" id="{4C405E5A-ECB0-642D-B3BC-57D97F553EA2}"/>
              </a:ext>
            </a:extLst>
          </p:cNvPr>
          <p:cNvSpPr>
            <a:spLocks/>
          </p:cNvSpPr>
          <p:nvPr>
            <p:custDataLst>
              <p:tags r:id="rId70"/>
            </p:custDataLst>
          </p:nvPr>
        </p:nvSpPr>
        <p:spPr bwMode="gray">
          <a:xfrm>
            <a:off x="5424488" y="5588000"/>
            <a:ext cx="206375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2225" tIns="0" rIns="22225" bIns="0" numCol="1" spcCol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1600" kern="1200">
                <a:solidFill>
                  <a:schemeClr val="accent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16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440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5400" kern="1200" baseline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2400" kern="1200" baseline="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5BFF8028-E61C-412A-BFC5-4438B3A0ADFE}" type="datetime'''''9''''''''''''''''''''''''8'''''''''''''''''''''''''''''''">
              <a:rPr lang="en-US" altLang="en-US" smtClean="0">
                <a:solidFill>
                  <a:schemeClr val="bg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98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3" name="Text Placeholder 3">
            <a:extLst>
              <a:ext uri="{FF2B5EF4-FFF2-40B4-BE49-F238E27FC236}">
                <a16:creationId xmlns:a16="http://schemas.microsoft.com/office/drawing/2014/main" id="{B3401153-FDB0-D03E-E736-A5949EC35DA3}"/>
              </a:ext>
            </a:extLst>
          </p:cNvPr>
          <p:cNvSpPr>
            <a:spLocks/>
          </p:cNvSpPr>
          <p:nvPr>
            <p:custDataLst>
              <p:tags r:id="rId71"/>
            </p:custDataLst>
          </p:nvPr>
        </p:nvSpPr>
        <p:spPr bwMode="gray">
          <a:xfrm>
            <a:off x="5424488" y="5932488"/>
            <a:ext cx="206375" cy="20161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vert="horz" wrap="none" lIns="22225" tIns="0" rIns="22225" bIns="0" numCol="1" spcCol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1600" kern="1200">
                <a:solidFill>
                  <a:schemeClr val="accent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16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440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5400" kern="1200" baseline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2400" kern="1200" baseline="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F55D9310-B15B-4ED4-AA69-2465C91D0C1A}" type="datetime'''''''''''1''''''''''''3'''''''''''''''''''">
              <a:rPr lang="en-US" altLang="en-US" smtClean="0">
                <a:solidFill>
                  <a:schemeClr val="bg1"/>
                </a:solidFill>
                <a:effectLst/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5" name="Text Placeholder 3">
            <a:extLst>
              <a:ext uri="{FF2B5EF4-FFF2-40B4-BE49-F238E27FC236}">
                <a16:creationId xmlns:a16="http://schemas.microsoft.com/office/drawing/2014/main" id="{C54653DC-E862-0E50-57A5-7853452F3E8C}"/>
              </a:ext>
            </a:extLst>
          </p:cNvPr>
          <p:cNvSpPr>
            <a:spLocks/>
          </p:cNvSpPr>
          <p:nvPr>
            <p:custDataLst>
              <p:tags r:id="rId72"/>
            </p:custDataLst>
          </p:nvPr>
        </p:nvSpPr>
        <p:spPr bwMode="auto">
          <a:xfrm>
            <a:off x="5359400" y="6218238"/>
            <a:ext cx="336550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1600" kern="1200">
                <a:solidFill>
                  <a:schemeClr val="accent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16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440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5400" kern="1200" baseline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2400" kern="1200" baseline="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ECF4C9FC-BCD9-4872-B78B-0D51C7321920}" type="datetime'''''''''''''2''''''''''''''''''0''2''''''''''''''''9'''">
              <a:rPr lang="en-US" altLang="en-US" smtClean="0"/>
              <a:pPr algn="ctr">
                <a:spcBef>
                  <a:spcPct val="0"/>
                </a:spcBef>
                <a:spcAft>
                  <a:spcPct val="0"/>
                </a:spcAft>
              </a:pPr>
              <a:t>2029</a:t>
            </a:fld>
            <a:endParaRPr lang="en-US" dirty="0"/>
          </a:p>
        </p:txBody>
      </p:sp>
      <p:sp>
        <p:nvSpPr>
          <p:cNvPr id="176" name="Text Placeholder 3">
            <a:extLst>
              <a:ext uri="{FF2B5EF4-FFF2-40B4-BE49-F238E27FC236}">
                <a16:creationId xmlns:a16="http://schemas.microsoft.com/office/drawing/2014/main" id="{140D9989-0493-C534-28F9-CEDDA985D5E6}"/>
              </a:ext>
            </a:extLst>
          </p:cNvPr>
          <p:cNvSpPr>
            <a:spLocks/>
          </p:cNvSpPr>
          <p:nvPr>
            <p:custDataLst>
              <p:tags r:id="rId73"/>
            </p:custDataLst>
          </p:nvPr>
        </p:nvSpPr>
        <p:spPr bwMode="gray">
          <a:xfrm>
            <a:off x="6523038" y="5521325"/>
            <a:ext cx="287338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2225" tIns="0" rIns="22225" bIns="0" numCol="1" spcCol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1600" kern="1200">
                <a:solidFill>
                  <a:schemeClr val="accent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16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440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5400" kern="1200" baseline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2400" kern="1200" baseline="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0467D521-7A42-4A60-911C-B14FB8C4BBEA}" type="datetime'''''1''''''''''''''''''''''''''''1''1'''''''''''''''''''''''">
              <a:rPr lang="en-US" altLang="en-US" smtClean="0">
                <a:solidFill>
                  <a:schemeClr val="bg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111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55" name="Text Placeholder 3">
            <a:extLst>
              <a:ext uri="{FF2B5EF4-FFF2-40B4-BE49-F238E27FC236}">
                <a16:creationId xmlns:a16="http://schemas.microsoft.com/office/drawing/2014/main" id="{DE46A3AA-5C04-3E69-D07F-DE94C0DF5196}"/>
              </a:ext>
            </a:extLst>
          </p:cNvPr>
          <p:cNvSpPr>
            <a:spLocks/>
          </p:cNvSpPr>
          <p:nvPr>
            <p:custDataLst>
              <p:tags r:id="rId74"/>
            </p:custDataLst>
          </p:nvPr>
        </p:nvSpPr>
        <p:spPr bwMode="gray">
          <a:xfrm>
            <a:off x="6562725" y="5919788"/>
            <a:ext cx="206375" cy="20161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vert="horz" wrap="none" lIns="22225" tIns="0" rIns="22225" bIns="0" numCol="1" spcCol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1600" kern="1200">
                <a:solidFill>
                  <a:schemeClr val="accent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16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440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5400" kern="1200" baseline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2400" kern="1200" baseline="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ADF2F176-D9F8-4054-95BB-E80D4E3DB2E7}" type="datetime'''''''''''''''''''''''1''''''''''''''''7'''''''''''''''">
              <a:rPr lang="en-US" altLang="en-US" smtClean="0">
                <a:solidFill>
                  <a:schemeClr val="bg1"/>
                </a:solidFill>
                <a:effectLst/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17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7" name="Text Placeholder 3">
            <a:extLst>
              <a:ext uri="{FF2B5EF4-FFF2-40B4-BE49-F238E27FC236}">
                <a16:creationId xmlns:a16="http://schemas.microsoft.com/office/drawing/2014/main" id="{CD1E5FDE-5C75-2B70-6532-55C436F49AF5}"/>
              </a:ext>
            </a:extLst>
          </p:cNvPr>
          <p:cNvSpPr>
            <a:spLocks/>
          </p:cNvSpPr>
          <p:nvPr>
            <p:custDataLst>
              <p:tags r:id="rId75"/>
            </p:custDataLst>
          </p:nvPr>
        </p:nvSpPr>
        <p:spPr bwMode="auto">
          <a:xfrm>
            <a:off x="6497638" y="6218238"/>
            <a:ext cx="336550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1600" kern="1200">
                <a:solidFill>
                  <a:schemeClr val="accent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16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440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5400" kern="1200" baseline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2400" kern="1200" baseline="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271A0625-C011-4521-8D62-455231309AFF}" type="datetime'''''''''''''''''''2''''''0''''''''''''''3''''0'''''">
              <a:rPr lang="en-US" altLang="en-US" smtClean="0"/>
              <a:pPr algn="ctr">
                <a:spcBef>
                  <a:spcPct val="0"/>
                </a:spcBef>
                <a:spcAft>
                  <a:spcPct val="0"/>
                </a:spcAft>
              </a:pPr>
              <a:t>2030</a:t>
            </a:fld>
            <a:endParaRPr lang="en-US" dirty="0"/>
          </a:p>
        </p:txBody>
      </p:sp>
      <p:sp>
        <p:nvSpPr>
          <p:cNvPr id="178" name="Text Placeholder 3">
            <a:extLst>
              <a:ext uri="{FF2B5EF4-FFF2-40B4-BE49-F238E27FC236}">
                <a16:creationId xmlns:a16="http://schemas.microsoft.com/office/drawing/2014/main" id="{CD634370-1621-18D9-10BF-F7A3B357DE90}"/>
              </a:ext>
            </a:extLst>
          </p:cNvPr>
          <p:cNvSpPr>
            <a:spLocks/>
          </p:cNvSpPr>
          <p:nvPr>
            <p:custDataLst>
              <p:tags r:id="rId76"/>
            </p:custDataLst>
          </p:nvPr>
        </p:nvSpPr>
        <p:spPr bwMode="gray">
          <a:xfrm>
            <a:off x="7661275" y="5449888"/>
            <a:ext cx="287338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2225" tIns="0" rIns="22225" bIns="0" numCol="1" spcCol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1600" kern="1200">
                <a:solidFill>
                  <a:schemeClr val="accent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16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440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5400" kern="1200" baseline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2400" kern="1200" baseline="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8D694C85-FF63-4928-B2CD-04BD4A563FB5}" type="datetime'''''''''''''''''''''''''''''''''''''1''2''''4'''''''''''''''">
              <a:rPr lang="en-US" altLang="en-US" smtClean="0">
                <a:solidFill>
                  <a:schemeClr val="bg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124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9" name="Text Placeholder 3">
            <a:extLst>
              <a:ext uri="{FF2B5EF4-FFF2-40B4-BE49-F238E27FC236}">
                <a16:creationId xmlns:a16="http://schemas.microsoft.com/office/drawing/2014/main" id="{6C5C7004-E931-7714-B58D-3E50614AABE9}"/>
              </a:ext>
            </a:extLst>
          </p:cNvPr>
          <p:cNvSpPr>
            <a:spLocks/>
          </p:cNvSpPr>
          <p:nvPr>
            <p:custDataLst>
              <p:tags r:id="rId77"/>
            </p:custDataLst>
          </p:nvPr>
        </p:nvSpPr>
        <p:spPr bwMode="gray">
          <a:xfrm>
            <a:off x="7700963" y="5905500"/>
            <a:ext cx="206375" cy="20161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vert="horz" wrap="none" lIns="22225" tIns="0" rIns="22225" bIns="0" numCol="1" spcCol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1600" kern="1200">
                <a:solidFill>
                  <a:schemeClr val="accent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16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440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5400" kern="1200" baseline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2400" kern="1200" baseline="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1EDE557F-1DF9-4DB9-BA5C-946CF6C1AF6D}" type="datetime'''''''''''''''''''''''''''''''''''''''22'">
              <a:rPr lang="en-US" altLang="en-US" smtClean="0">
                <a:solidFill>
                  <a:schemeClr val="bg1"/>
                </a:solidFill>
                <a:effectLst/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22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4" name="Text Placeholder 3">
            <a:extLst>
              <a:ext uri="{FF2B5EF4-FFF2-40B4-BE49-F238E27FC236}">
                <a16:creationId xmlns:a16="http://schemas.microsoft.com/office/drawing/2014/main" id="{6F86FDBE-4FFE-8B3B-C3A0-837C85B3F4DA}"/>
              </a:ext>
            </a:extLst>
          </p:cNvPr>
          <p:cNvSpPr>
            <a:spLocks/>
          </p:cNvSpPr>
          <p:nvPr>
            <p:custDataLst>
              <p:tags r:id="rId78"/>
            </p:custDataLst>
          </p:nvPr>
        </p:nvSpPr>
        <p:spPr bwMode="gray">
          <a:xfrm>
            <a:off x="1052513" y="5875338"/>
            <a:ext cx="206375" cy="20161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vert="horz" wrap="none" lIns="22225" tIns="0" rIns="22225" bIns="0" numCol="1" spcCol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1600" kern="1200">
                <a:solidFill>
                  <a:schemeClr val="accent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16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440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5400" kern="1200" baseline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2400" kern="1200" baseline="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2BFA885E-4F77-413A-8C66-2C2993534C22}" type="datetime'''1''''''''''''''''''''''''''''9'">
              <a:rPr lang="en-US" altLang="en-US" smtClean="0">
                <a:solidFill>
                  <a:schemeClr val="bg1"/>
                </a:solidFill>
                <a:effectLst/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19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82" name="Text Placeholder 3">
            <a:extLst>
              <a:ext uri="{FF2B5EF4-FFF2-40B4-BE49-F238E27FC236}">
                <a16:creationId xmlns:a16="http://schemas.microsoft.com/office/drawing/2014/main" id="{40A92767-5ACD-FE34-9BFA-69226C6E03B0}"/>
              </a:ext>
            </a:extLst>
          </p:cNvPr>
          <p:cNvSpPr>
            <a:spLocks/>
          </p:cNvSpPr>
          <p:nvPr>
            <p:custDataLst>
              <p:tags r:id="rId79"/>
            </p:custDataLst>
          </p:nvPr>
        </p:nvSpPr>
        <p:spPr bwMode="gray">
          <a:xfrm>
            <a:off x="8799513" y="5368925"/>
            <a:ext cx="287338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2225" tIns="0" rIns="22225" bIns="0" numCol="1" spcCol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1600" kern="1200">
                <a:solidFill>
                  <a:schemeClr val="accent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16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440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5400" kern="1200" baseline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2400" kern="1200" baseline="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FA39637B-A5F4-40CD-8340-70D228012956}" type="datetime'''''''''''''''1''''38'''''''''''''''''">
              <a:rPr lang="en-US" altLang="en-US" smtClean="0">
                <a:solidFill>
                  <a:schemeClr val="bg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138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83" name="Text Placeholder 3">
            <a:extLst>
              <a:ext uri="{FF2B5EF4-FFF2-40B4-BE49-F238E27FC236}">
                <a16:creationId xmlns:a16="http://schemas.microsoft.com/office/drawing/2014/main" id="{B104FEF3-2D42-E4B2-5EE9-648E8F1DEC2E}"/>
              </a:ext>
            </a:extLst>
          </p:cNvPr>
          <p:cNvSpPr>
            <a:spLocks/>
          </p:cNvSpPr>
          <p:nvPr>
            <p:custDataLst>
              <p:tags r:id="rId80"/>
            </p:custDataLst>
          </p:nvPr>
        </p:nvSpPr>
        <p:spPr bwMode="gray">
          <a:xfrm>
            <a:off x="8839200" y="5886450"/>
            <a:ext cx="206375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txBody>
          <a:bodyPr vert="horz" wrap="none" lIns="22225" tIns="0" rIns="22225" bIns="0" numCol="1" spcCol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1600" kern="1200">
                <a:solidFill>
                  <a:schemeClr val="accent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16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440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5400" kern="1200" baseline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2400" kern="1200" baseline="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13602CFA-DB96-4920-81E3-AFD986759B82}" type="datetime'2''''''''''''''''''''''8'''''''''''''''">
              <a:rPr lang="en-US" altLang="en-US" smtClean="0">
                <a:solidFill>
                  <a:schemeClr val="bg1"/>
                </a:solidFill>
                <a:effectLst/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28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80" name="Text Placeholder 3">
            <a:extLst>
              <a:ext uri="{FF2B5EF4-FFF2-40B4-BE49-F238E27FC236}">
                <a16:creationId xmlns:a16="http://schemas.microsoft.com/office/drawing/2014/main" id="{F47E142D-D695-976C-7751-34715186DFC9}"/>
              </a:ext>
            </a:extLst>
          </p:cNvPr>
          <p:cNvSpPr>
            <a:spLocks/>
          </p:cNvSpPr>
          <p:nvPr>
            <p:custDataLst>
              <p:tags r:id="rId81"/>
            </p:custDataLst>
          </p:nvPr>
        </p:nvSpPr>
        <p:spPr bwMode="auto">
          <a:xfrm>
            <a:off x="8774113" y="6218238"/>
            <a:ext cx="336550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1600" kern="1200">
                <a:solidFill>
                  <a:schemeClr val="accent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16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440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5400" kern="1200" baseline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2400" kern="1200" baseline="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F841DDA1-B84E-446C-B64B-B34CA6920D96}" type="datetime'2''''''''''''''''''''''''''''''''''''''''0''''''32'''''''''">
              <a:rPr lang="en-US" altLang="en-US" smtClean="0"/>
              <a:pPr algn="ctr">
                <a:spcBef>
                  <a:spcPct val="0"/>
                </a:spcBef>
                <a:spcAft>
                  <a:spcPct val="0"/>
                </a:spcAft>
              </a:pPr>
              <a:t>2032</a:t>
            </a:fld>
            <a:endParaRPr lang="en-US" dirty="0"/>
          </a:p>
        </p:txBody>
      </p:sp>
      <p:sp>
        <p:nvSpPr>
          <p:cNvPr id="170" name="Text Placeholder 3">
            <a:extLst>
              <a:ext uri="{FF2B5EF4-FFF2-40B4-BE49-F238E27FC236}">
                <a16:creationId xmlns:a16="http://schemas.microsoft.com/office/drawing/2014/main" id="{2B9C9306-CAEE-D854-AE3B-AA5AC319BA3E}"/>
              </a:ext>
            </a:extLst>
          </p:cNvPr>
          <p:cNvSpPr>
            <a:spLocks/>
          </p:cNvSpPr>
          <p:nvPr>
            <p:custDataLst>
              <p:tags r:id="rId82"/>
            </p:custDataLst>
          </p:nvPr>
        </p:nvSpPr>
        <p:spPr bwMode="gray">
          <a:xfrm>
            <a:off x="9936163" y="5316538"/>
            <a:ext cx="287338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2225" tIns="0" rIns="22225" bIns="0" numCol="1" spcCol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1600" kern="1200">
                <a:solidFill>
                  <a:schemeClr val="accent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16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440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5400" kern="1200" baseline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2400" kern="1200" baseline="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C93C7167-0637-4067-B5C3-4F1241D46657}" type="datetime'''1''4''''''''''''''''''''5'''''''">
              <a:rPr lang="en-US" altLang="en-US" smtClean="0">
                <a:solidFill>
                  <a:schemeClr val="bg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145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84" name="Text Placeholder 3">
            <a:extLst>
              <a:ext uri="{FF2B5EF4-FFF2-40B4-BE49-F238E27FC236}">
                <a16:creationId xmlns:a16="http://schemas.microsoft.com/office/drawing/2014/main" id="{852F52DA-2448-7A9D-0936-4A757C7DEF8D}"/>
              </a:ext>
            </a:extLst>
          </p:cNvPr>
          <p:cNvSpPr>
            <a:spLocks/>
          </p:cNvSpPr>
          <p:nvPr>
            <p:custDataLst>
              <p:tags r:id="rId83"/>
            </p:custDataLst>
          </p:nvPr>
        </p:nvSpPr>
        <p:spPr bwMode="gray">
          <a:xfrm>
            <a:off x="9975850" y="5872163"/>
            <a:ext cx="206375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txBody>
          <a:bodyPr vert="horz" wrap="none" lIns="22225" tIns="0" rIns="22225" bIns="0" numCol="1" spcCol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1600" kern="1200">
                <a:solidFill>
                  <a:schemeClr val="accent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16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440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5400" kern="1200" baseline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2400" kern="1200" baseline="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F85EFD65-2171-4A11-B8B7-710C9977376D}" type="datetime'''''''''''''''''3''''''''''''''''''''''''''''''''3'''''">
              <a:rPr lang="en-US" altLang="en-US" smtClean="0">
                <a:solidFill>
                  <a:schemeClr val="bg1"/>
                </a:solidFill>
                <a:effectLst/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33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85" name="Text Placeholder 3">
            <a:extLst>
              <a:ext uri="{FF2B5EF4-FFF2-40B4-BE49-F238E27FC236}">
                <a16:creationId xmlns:a16="http://schemas.microsoft.com/office/drawing/2014/main" id="{0DA7904D-F66C-7856-3B48-C859B8D78CB0}"/>
              </a:ext>
            </a:extLst>
          </p:cNvPr>
          <p:cNvSpPr>
            <a:spLocks/>
          </p:cNvSpPr>
          <p:nvPr>
            <p:custDataLst>
              <p:tags r:id="rId84"/>
            </p:custDataLst>
          </p:nvPr>
        </p:nvSpPr>
        <p:spPr bwMode="auto">
          <a:xfrm>
            <a:off x="9910763" y="6218238"/>
            <a:ext cx="336550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1600" kern="1200">
                <a:solidFill>
                  <a:schemeClr val="accent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16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440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5400" kern="1200" baseline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2400" kern="1200" baseline="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0A3FB4AA-C9AF-4A8B-844B-CB7A6BECAE70}" type="datetime'''''''''''''''2''''''''''0''''3''3'''''''''''''">
              <a:rPr lang="en-US" altLang="en-US" smtClean="0"/>
              <a:pPr algn="ctr">
                <a:spcBef>
                  <a:spcPct val="0"/>
                </a:spcBef>
                <a:spcAft>
                  <a:spcPct val="0"/>
                </a:spcAft>
              </a:pPr>
              <a:t>2033</a:t>
            </a:fld>
            <a:endParaRPr lang="en-US" dirty="0"/>
          </a:p>
        </p:txBody>
      </p:sp>
      <p:sp>
        <p:nvSpPr>
          <p:cNvPr id="186" name="Text Placeholder 3">
            <a:extLst>
              <a:ext uri="{FF2B5EF4-FFF2-40B4-BE49-F238E27FC236}">
                <a16:creationId xmlns:a16="http://schemas.microsoft.com/office/drawing/2014/main" id="{1F87DDAA-8935-4188-F04D-FED79F84B03E}"/>
              </a:ext>
            </a:extLst>
          </p:cNvPr>
          <p:cNvSpPr>
            <a:spLocks/>
          </p:cNvSpPr>
          <p:nvPr>
            <p:custDataLst>
              <p:tags r:id="rId85"/>
            </p:custDataLst>
          </p:nvPr>
        </p:nvSpPr>
        <p:spPr bwMode="gray">
          <a:xfrm>
            <a:off x="11074400" y="5292725"/>
            <a:ext cx="287338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2225" tIns="0" rIns="22225" bIns="0" numCol="1" spcCol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1600" kern="1200">
                <a:solidFill>
                  <a:schemeClr val="accent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16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440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5400" kern="1200" baseline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2400" kern="1200" baseline="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6981CB2E-2C91-4242-8505-583A21F3335C}" type="datetime'''''''''''''''''''''''''''''''''''1''''''45'''''''''''''''''''">
              <a:rPr lang="en-US" altLang="en-US" smtClean="0">
                <a:solidFill>
                  <a:schemeClr val="bg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145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94" name="Text Placeholder 3">
            <a:extLst>
              <a:ext uri="{FF2B5EF4-FFF2-40B4-BE49-F238E27FC236}">
                <a16:creationId xmlns:a16="http://schemas.microsoft.com/office/drawing/2014/main" id="{006DC6C3-4732-A324-878C-1C62F66F26A0}"/>
              </a:ext>
            </a:extLst>
          </p:cNvPr>
          <p:cNvSpPr>
            <a:spLocks/>
          </p:cNvSpPr>
          <p:nvPr>
            <p:custDataLst>
              <p:tags r:id="rId86"/>
            </p:custDataLst>
          </p:nvPr>
        </p:nvSpPr>
        <p:spPr bwMode="gray">
          <a:xfrm>
            <a:off x="11114088" y="5859463"/>
            <a:ext cx="206375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txBody>
          <a:bodyPr vert="horz" wrap="none" lIns="22225" tIns="0" rIns="22225" bIns="0" numCol="1" spcCol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1600" kern="1200">
                <a:solidFill>
                  <a:schemeClr val="accent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16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440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5400" kern="1200" baseline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2400" kern="1200" baseline="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11EF43F4-82BB-4CBB-B3AD-35002F5DA74F}" type="datetime'''''''''3''''''''''''''''''''''''''''''''''6'''''">
              <a:rPr lang="en-US" altLang="en-US" smtClean="0">
                <a:solidFill>
                  <a:schemeClr val="bg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36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87" name="Text Placeholder 3">
            <a:extLst>
              <a:ext uri="{FF2B5EF4-FFF2-40B4-BE49-F238E27FC236}">
                <a16:creationId xmlns:a16="http://schemas.microsoft.com/office/drawing/2014/main" id="{C90B3637-A916-CE56-0AEF-0D633E9C2567}"/>
              </a:ext>
            </a:extLst>
          </p:cNvPr>
          <p:cNvSpPr>
            <a:spLocks/>
          </p:cNvSpPr>
          <p:nvPr>
            <p:custDataLst>
              <p:tags r:id="rId87"/>
            </p:custDataLst>
          </p:nvPr>
        </p:nvSpPr>
        <p:spPr bwMode="auto">
          <a:xfrm>
            <a:off x="11049000" y="6218238"/>
            <a:ext cx="336550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1600" kern="1200">
                <a:solidFill>
                  <a:schemeClr val="accent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16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440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5400" kern="1200" baseline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2400" kern="1200" baseline="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15C261DF-79CE-4CEF-B4AF-1C734F4DCF42}" type="datetime'''''''''''2''''0''''3''''''''''''''''4'''''''''''''''">
              <a:rPr lang="en-US" altLang="en-US" smtClean="0"/>
              <a:pPr algn="ctr">
                <a:spcBef>
                  <a:spcPct val="0"/>
                </a:spcBef>
                <a:spcAft>
                  <a:spcPct val="0"/>
                </a:spcAft>
              </a:pPr>
              <a:t>2034</a:t>
            </a:fld>
            <a:endParaRPr lang="en-US" dirty="0"/>
          </a:p>
        </p:txBody>
      </p:sp>
      <p:sp>
        <p:nvSpPr>
          <p:cNvPr id="189" name="Text Placeholder 3">
            <a:extLst>
              <a:ext uri="{FF2B5EF4-FFF2-40B4-BE49-F238E27FC236}">
                <a16:creationId xmlns:a16="http://schemas.microsoft.com/office/drawing/2014/main" id="{4F76F5F1-D867-15BB-97DA-9A25C179DFED}"/>
              </a:ext>
            </a:extLst>
          </p:cNvPr>
          <p:cNvSpPr>
            <a:spLocks/>
          </p:cNvSpPr>
          <p:nvPr>
            <p:custDataLst>
              <p:tags r:id="rId88"/>
            </p:custDataLst>
          </p:nvPr>
        </p:nvSpPr>
        <p:spPr bwMode="gray">
          <a:xfrm>
            <a:off x="873125" y="5673725"/>
            <a:ext cx="206375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2225" tIns="0" rIns="22225" bIns="0" numCol="1" spcCol="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1600" kern="1200">
                <a:solidFill>
                  <a:schemeClr val="accent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16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440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5400" kern="1200" baseline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2400" kern="1200" baseline="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7C4E9932-744E-48B7-ABCB-2977F8F1E2FE}" type="datetime'''''''''''2''''5'''''''''''''''''''''''''''''''''''">
              <a:rPr lang="en-US" altLang="en-US" smtClean="0"/>
              <a:pPr algn="ctr">
                <a:spcBef>
                  <a:spcPct val="0"/>
                </a:spcBef>
                <a:spcAft>
                  <a:spcPct val="0"/>
                </a:spcAft>
              </a:pPr>
              <a:t>25</a:t>
            </a:fld>
            <a:endParaRPr lang="en-US" dirty="0"/>
          </a:p>
        </p:txBody>
      </p:sp>
      <p:sp>
        <p:nvSpPr>
          <p:cNvPr id="166" name="Text Placeholder 3">
            <a:extLst>
              <a:ext uri="{FF2B5EF4-FFF2-40B4-BE49-F238E27FC236}">
                <a16:creationId xmlns:a16="http://schemas.microsoft.com/office/drawing/2014/main" id="{B59494BD-61F1-BBE2-681B-E3A4C5475D3B}"/>
              </a:ext>
            </a:extLst>
          </p:cNvPr>
          <p:cNvSpPr>
            <a:spLocks/>
          </p:cNvSpPr>
          <p:nvPr>
            <p:custDataLst>
              <p:tags r:id="rId89"/>
            </p:custDataLst>
          </p:nvPr>
        </p:nvSpPr>
        <p:spPr bwMode="gray">
          <a:xfrm>
            <a:off x="2011363" y="5600700"/>
            <a:ext cx="206375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2225" tIns="0" rIns="22225" bIns="0" numCol="1" spcCol="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1600" kern="1200">
                <a:solidFill>
                  <a:schemeClr val="accent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16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440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5400" kern="1200" baseline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2400" kern="1200" baseline="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37399E45-15E6-4217-A86E-AA48423604FF}" type="datetime'''''''''''''''''''''''''''''''''3''''''''''''''''''''9'''''''">
              <a:rPr lang="en-US" altLang="en-US" smtClean="0"/>
              <a:pPr algn="ctr">
                <a:spcBef>
                  <a:spcPct val="0"/>
                </a:spcBef>
                <a:spcAft>
                  <a:spcPct val="0"/>
                </a:spcAft>
              </a:pPr>
              <a:t>39</a:t>
            </a:fld>
            <a:endParaRPr lang="en-US" dirty="0"/>
          </a:p>
        </p:txBody>
      </p:sp>
      <p:sp>
        <p:nvSpPr>
          <p:cNvPr id="190" name="Text Placeholder 3">
            <a:extLst>
              <a:ext uri="{FF2B5EF4-FFF2-40B4-BE49-F238E27FC236}">
                <a16:creationId xmlns:a16="http://schemas.microsoft.com/office/drawing/2014/main" id="{18D31AAA-F74E-2E1F-BBD4-98654B805112}"/>
              </a:ext>
            </a:extLst>
          </p:cNvPr>
          <p:cNvSpPr>
            <a:spLocks/>
          </p:cNvSpPr>
          <p:nvPr>
            <p:custDataLst>
              <p:tags r:id="rId90"/>
            </p:custDataLst>
          </p:nvPr>
        </p:nvSpPr>
        <p:spPr bwMode="gray">
          <a:xfrm>
            <a:off x="3149600" y="5500688"/>
            <a:ext cx="206375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2225" tIns="0" rIns="22225" bIns="0" numCol="1" spcCol="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1600" kern="1200">
                <a:solidFill>
                  <a:schemeClr val="accent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16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440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5400" kern="1200" baseline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2400" kern="1200" baseline="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38F64B13-3B23-404E-B4BD-4ED4B5AB3F84}" type="datetime'''''''''''5''''''''''''''''''''''''''5'">
              <a:rPr lang="en-US" altLang="en-US" smtClean="0"/>
              <a:pPr algn="ctr">
                <a:spcBef>
                  <a:spcPct val="0"/>
                </a:spcBef>
                <a:spcAft>
                  <a:spcPct val="0"/>
                </a:spcAft>
              </a:pPr>
              <a:t>55</a:t>
            </a:fld>
            <a:endParaRPr lang="en-US" dirty="0"/>
          </a:p>
        </p:txBody>
      </p:sp>
      <p:sp>
        <p:nvSpPr>
          <p:cNvPr id="169" name="Text Placeholder 3">
            <a:extLst>
              <a:ext uri="{FF2B5EF4-FFF2-40B4-BE49-F238E27FC236}">
                <a16:creationId xmlns:a16="http://schemas.microsoft.com/office/drawing/2014/main" id="{36E5BCEB-B55E-62E0-3F1A-1754569C2A2C}"/>
              </a:ext>
            </a:extLst>
          </p:cNvPr>
          <p:cNvSpPr>
            <a:spLocks/>
          </p:cNvSpPr>
          <p:nvPr>
            <p:custDataLst>
              <p:tags r:id="rId91"/>
            </p:custDataLst>
          </p:nvPr>
        </p:nvSpPr>
        <p:spPr bwMode="gray">
          <a:xfrm>
            <a:off x="4286250" y="5313363"/>
            <a:ext cx="206375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2225" tIns="0" rIns="22225" bIns="0" numCol="1" spcCol="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1600" kern="1200">
                <a:solidFill>
                  <a:schemeClr val="accent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16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440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5400" kern="1200" baseline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2400" kern="1200" baseline="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ABE9122A-C064-411F-8022-7DF408DF1173}" type="datetime'''''''''''''''''''''''8''''''''''''''''''5'''''''''">
              <a:rPr lang="en-US" altLang="en-US" smtClean="0"/>
              <a:pPr algn="ctr">
                <a:spcBef>
                  <a:spcPct val="0"/>
                </a:spcBef>
                <a:spcAft>
                  <a:spcPct val="0"/>
                </a:spcAft>
              </a:pPr>
              <a:t>85</a:t>
            </a:fld>
            <a:endParaRPr lang="en-US" dirty="0"/>
          </a:p>
        </p:txBody>
      </p:sp>
      <p:sp>
        <p:nvSpPr>
          <p:cNvPr id="159" name="Text Placeholder 3">
            <a:extLst>
              <a:ext uri="{FF2B5EF4-FFF2-40B4-BE49-F238E27FC236}">
                <a16:creationId xmlns:a16="http://schemas.microsoft.com/office/drawing/2014/main" id="{7CF7FD07-FED6-FB86-E62A-191D76E23C8C}"/>
              </a:ext>
            </a:extLst>
          </p:cNvPr>
          <p:cNvSpPr>
            <a:spLocks/>
          </p:cNvSpPr>
          <p:nvPr>
            <p:custDataLst>
              <p:tags r:id="rId92"/>
            </p:custDataLst>
          </p:nvPr>
        </p:nvSpPr>
        <p:spPr bwMode="gray">
          <a:xfrm>
            <a:off x="5384800" y="5156200"/>
            <a:ext cx="287338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2225" tIns="0" rIns="22225" bIns="0" numCol="1" spcCol="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1600" kern="1200">
                <a:solidFill>
                  <a:schemeClr val="accent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16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440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5400" kern="1200" baseline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2400" kern="1200" baseline="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9331B688-7766-420A-9CC5-0E8E55CB32D6}" type="datetime'''''''''''''1''''''''''''''1''''''''1'''''''''''''''">
              <a:rPr lang="en-US" altLang="en-US" smtClean="0"/>
              <a:pPr algn="ctr">
                <a:spcBef>
                  <a:spcPct val="0"/>
                </a:spcBef>
                <a:spcAft>
                  <a:spcPct val="0"/>
                </a:spcAft>
              </a:pPr>
              <a:t>111</a:t>
            </a:fld>
            <a:endParaRPr lang="en-US" dirty="0"/>
          </a:p>
        </p:txBody>
      </p:sp>
      <p:sp>
        <p:nvSpPr>
          <p:cNvPr id="188" name="Text Placeholder 3">
            <a:extLst>
              <a:ext uri="{FF2B5EF4-FFF2-40B4-BE49-F238E27FC236}">
                <a16:creationId xmlns:a16="http://schemas.microsoft.com/office/drawing/2014/main" id="{9A3E0B19-98A1-CD4E-255F-928D25A45C69}"/>
              </a:ext>
            </a:extLst>
          </p:cNvPr>
          <p:cNvSpPr>
            <a:spLocks/>
          </p:cNvSpPr>
          <p:nvPr>
            <p:custDataLst>
              <p:tags r:id="rId93"/>
            </p:custDataLst>
          </p:nvPr>
        </p:nvSpPr>
        <p:spPr bwMode="gray">
          <a:xfrm>
            <a:off x="6523038" y="5049838"/>
            <a:ext cx="287338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2225" tIns="0" rIns="22225" bIns="0" numCol="1" spcCol="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1600" kern="1200">
                <a:solidFill>
                  <a:schemeClr val="accent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16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440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5400" kern="1200" baseline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2400" kern="1200" baseline="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F0BC2E01-FA89-4CBA-B6AF-95B6C9265D23}" type="datetime'''''''''''''''''''''''1''''''''''''''28'''''''''''''''''">
              <a:rPr lang="en-US" altLang="en-US" smtClean="0"/>
              <a:pPr algn="ctr">
                <a:spcBef>
                  <a:spcPct val="0"/>
                </a:spcBef>
                <a:spcAft>
                  <a:spcPct val="0"/>
                </a:spcAft>
              </a:pPr>
              <a:t>128</a:t>
            </a:fld>
            <a:endParaRPr lang="en-US" dirty="0"/>
          </a:p>
        </p:txBody>
      </p:sp>
      <p:sp>
        <p:nvSpPr>
          <p:cNvPr id="191" name="Text Placeholder 3">
            <a:extLst>
              <a:ext uri="{FF2B5EF4-FFF2-40B4-BE49-F238E27FC236}">
                <a16:creationId xmlns:a16="http://schemas.microsoft.com/office/drawing/2014/main" id="{94AF323D-049A-84F7-F9D7-25BE3344BAB0}"/>
              </a:ext>
            </a:extLst>
          </p:cNvPr>
          <p:cNvSpPr>
            <a:spLocks/>
          </p:cNvSpPr>
          <p:nvPr>
            <p:custDataLst>
              <p:tags r:id="rId94"/>
            </p:custDataLst>
          </p:nvPr>
        </p:nvSpPr>
        <p:spPr bwMode="gray">
          <a:xfrm>
            <a:off x="7661275" y="4937125"/>
            <a:ext cx="287338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2225" tIns="0" rIns="22225" bIns="0" numCol="1" spcCol="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1600" kern="1200">
                <a:solidFill>
                  <a:schemeClr val="accent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16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440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5400" kern="1200" baseline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2400" kern="1200" baseline="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1BE4B86D-BB75-4DF9-A872-F62E543217FE}" type="datetime'1''''''''''''''''''''''''''''''''''''''''''''''''4''6'''">
              <a:rPr lang="en-US" altLang="en-US" smtClean="0"/>
              <a:pPr algn="ctr">
                <a:spcBef>
                  <a:spcPct val="0"/>
                </a:spcBef>
                <a:spcAft>
                  <a:spcPct val="0"/>
                </a:spcAft>
              </a:pPr>
              <a:t>146</a:t>
            </a:fld>
            <a:endParaRPr lang="en-US" dirty="0"/>
          </a:p>
        </p:txBody>
      </p:sp>
      <p:sp>
        <p:nvSpPr>
          <p:cNvPr id="162" name="Text Placeholder 3">
            <a:extLst>
              <a:ext uri="{FF2B5EF4-FFF2-40B4-BE49-F238E27FC236}">
                <a16:creationId xmlns:a16="http://schemas.microsoft.com/office/drawing/2014/main" id="{883B869D-7511-CBA8-073B-D8B12B958EC2}"/>
              </a:ext>
            </a:extLst>
          </p:cNvPr>
          <p:cNvSpPr>
            <a:spLocks/>
          </p:cNvSpPr>
          <p:nvPr>
            <p:custDataLst>
              <p:tags r:id="rId95"/>
            </p:custDataLst>
          </p:nvPr>
        </p:nvSpPr>
        <p:spPr bwMode="gray">
          <a:xfrm>
            <a:off x="8799513" y="4811713"/>
            <a:ext cx="287338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2225" tIns="0" rIns="22225" bIns="0" numCol="1" spcCol="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1600" kern="1200">
                <a:solidFill>
                  <a:schemeClr val="accent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16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440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5400" kern="1200" baseline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2400" kern="1200" baseline="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4828F53A-8A88-4D0C-A967-3E5327D4244B}" type="datetime'''''''''''''''''1''''''6''''''''''''''''6'''''''''''''''''''''">
              <a:rPr lang="en-US" altLang="en-US" smtClean="0"/>
              <a:pPr algn="ctr">
                <a:spcBef>
                  <a:spcPct val="0"/>
                </a:spcBef>
                <a:spcAft>
                  <a:spcPct val="0"/>
                </a:spcAft>
              </a:pPr>
              <a:t>166</a:t>
            </a:fld>
            <a:endParaRPr lang="en-US" dirty="0"/>
          </a:p>
        </p:txBody>
      </p:sp>
      <p:sp>
        <p:nvSpPr>
          <p:cNvPr id="193" name="Text Placeholder 3">
            <a:extLst>
              <a:ext uri="{FF2B5EF4-FFF2-40B4-BE49-F238E27FC236}">
                <a16:creationId xmlns:a16="http://schemas.microsoft.com/office/drawing/2014/main" id="{92A5DCEF-18EE-A162-2870-D4BB7F8DE56F}"/>
              </a:ext>
            </a:extLst>
          </p:cNvPr>
          <p:cNvSpPr>
            <a:spLocks/>
          </p:cNvSpPr>
          <p:nvPr>
            <p:custDataLst>
              <p:tags r:id="rId96"/>
            </p:custDataLst>
          </p:nvPr>
        </p:nvSpPr>
        <p:spPr bwMode="gray">
          <a:xfrm>
            <a:off x="9936163" y="4735513"/>
            <a:ext cx="287338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2225" tIns="0" rIns="22225" bIns="0" numCol="1" spcCol="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1600" kern="1200">
                <a:solidFill>
                  <a:schemeClr val="accent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16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440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5400" kern="1200" baseline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2400" kern="1200" baseline="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8879D0C4-D28C-4F76-A7F1-AAC00116C2B1}" type="datetime'''''1''''''''''''''''''''''''''7''''''''8'''''''''''">
              <a:rPr lang="en-US" altLang="en-US" smtClean="0"/>
              <a:pPr algn="ctr">
                <a:spcBef>
                  <a:spcPct val="0"/>
                </a:spcBef>
                <a:spcAft>
                  <a:spcPct val="0"/>
                </a:spcAft>
              </a:pPr>
              <a:t>178</a:t>
            </a:fld>
            <a:endParaRPr lang="en-US" dirty="0"/>
          </a:p>
        </p:txBody>
      </p:sp>
      <p:sp>
        <p:nvSpPr>
          <p:cNvPr id="192" name="Text Placeholder 3">
            <a:extLst>
              <a:ext uri="{FF2B5EF4-FFF2-40B4-BE49-F238E27FC236}">
                <a16:creationId xmlns:a16="http://schemas.microsoft.com/office/drawing/2014/main" id="{18880641-8693-43FF-F398-9EC27B25026B}"/>
              </a:ext>
            </a:extLst>
          </p:cNvPr>
          <p:cNvSpPr>
            <a:spLocks/>
          </p:cNvSpPr>
          <p:nvPr>
            <p:custDataLst>
              <p:tags r:id="rId97"/>
            </p:custDataLst>
          </p:nvPr>
        </p:nvSpPr>
        <p:spPr bwMode="gray">
          <a:xfrm>
            <a:off x="11074400" y="4713288"/>
            <a:ext cx="287338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2225" tIns="0" rIns="22225" bIns="0" numCol="1" spcCol="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1600" kern="1200">
                <a:solidFill>
                  <a:schemeClr val="accent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16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440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5400" kern="1200" baseline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2400" kern="1200" baseline="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69392F97-1610-4B4D-8F89-06C194941341}" type="datetime'''''''''''''''''''''''''1''8''''2'''''''''">
              <a:rPr lang="en-US" altLang="en-US" smtClean="0"/>
              <a:pPr algn="ctr">
                <a:spcBef>
                  <a:spcPct val="0"/>
                </a:spcBef>
                <a:spcAft>
                  <a:spcPct val="0"/>
                </a:spcAft>
              </a:pPr>
              <a:t>182</a:t>
            </a:fld>
            <a:endParaRPr lang="en-US" dirty="0"/>
          </a:p>
        </p:txBody>
      </p:sp>
      <p:sp>
        <p:nvSpPr>
          <p:cNvPr id="181" name="Text Placeholder 3">
            <a:extLst>
              <a:ext uri="{FF2B5EF4-FFF2-40B4-BE49-F238E27FC236}">
                <a16:creationId xmlns:a16="http://schemas.microsoft.com/office/drawing/2014/main" id="{C64F7A6E-5911-DC27-4498-77F55F43833F}"/>
              </a:ext>
            </a:extLst>
          </p:cNvPr>
          <p:cNvSpPr>
            <a:spLocks/>
          </p:cNvSpPr>
          <p:nvPr>
            <p:custDataLst>
              <p:tags r:id="rId98"/>
            </p:custDataLst>
          </p:nvPr>
        </p:nvSpPr>
        <p:spPr bwMode="auto">
          <a:xfrm>
            <a:off x="7635875" y="6218238"/>
            <a:ext cx="336550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1600" kern="1200">
                <a:solidFill>
                  <a:schemeClr val="accent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16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440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5400" kern="1200" baseline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2400" kern="1200" baseline="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0DE7A210-B718-4109-8687-80337E21F024}" type="datetime'2''0''''''''''''3''''''''''''''1'">
              <a:rPr lang="en-US" altLang="en-US" smtClean="0"/>
              <a:pPr algn="ctr">
                <a:spcBef>
                  <a:spcPct val="0"/>
                </a:spcBef>
                <a:spcAft>
                  <a:spcPct val="0"/>
                </a:spcAft>
              </a:pPr>
              <a:t>2031</a:t>
            </a:fld>
            <a:endParaRPr lang="en-US" dirty="0"/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B50E4AF7-1BF6-1886-CD49-7246AEB1F96A}"/>
              </a:ext>
            </a:extLst>
          </p:cNvPr>
          <p:cNvSpPr/>
          <p:nvPr>
            <p:custDataLst>
              <p:tags r:id="rId99"/>
            </p:custDataLst>
          </p:nvPr>
        </p:nvSpPr>
        <p:spPr bwMode="gray">
          <a:xfrm>
            <a:off x="407988" y="4732338"/>
            <a:ext cx="214313" cy="160338"/>
          </a:xfrm>
          <a:prstGeom prst="rect">
            <a:avLst/>
          </a:prstGeom>
          <a:solidFill>
            <a:schemeClr val="accent1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7D6F4861-684F-C821-9845-D679FBFCF794}"/>
              </a:ext>
            </a:extLst>
          </p:cNvPr>
          <p:cNvSpPr/>
          <p:nvPr>
            <p:custDataLst>
              <p:tags r:id="rId100"/>
            </p:custDataLst>
          </p:nvPr>
        </p:nvSpPr>
        <p:spPr bwMode="gray">
          <a:xfrm>
            <a:off x="879475" y="4732338"/>
            <a:ext cx="214313" cy="160338"/>
          </a:xfrm>
          <a:prstGeom prst="rect">
            <a:avLst/>
          </a:prstGeom>
          <a:solidFill>
            <a:schemeClr val="accent2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197" name="Text Placeholder 3">
            <a:extLst>
              <a:ext uri="{FF2B5EF4-FFF2-40B4-BE49-F238E27FC236}">
                <a16:creationId xmlns:a16="http://schemas.microsoft.com/office/drawing/2014/main" id="{3454DB61-59E3-6524-849C-6665E763B404}"/>
              </a:ext>
            </a:extLst>
          </p:cNvPr>
          <p:cNvSpPr>
            <a:spLocks/>
          </p:cNvSpPr>
          <p:nvPr>
            <p:custDataLst>
              <p:tags r:id="rId101"/>
            </p:custDataLst>
          </p:nvPr>
        </p:nvSpPr>
        <p:spPr bwMode="auto">
          <a:xfrm>
            <a:off x="673100" y="4713288"/>
            <a:ext cx="104775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1600" kern="1200">
                <a:solidFill>
                  <a:schemeClr val="accent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16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440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5400" kern="1200" baseline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2400" kern="1200" baseline="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027E45AC-0FB0-4223-B397-87BB4D1684AB}" type="datetime'''''''''''''''''''''''''''''''''''''''''''''''''''C'''''">
              <a:rPr lang="en-US" altLang="en-US" smtClean="0"/>
              <a:pPr/>
              <a:t>C</a:t>
            </a:fld>
            <a:endParaRPr lang="en-US" dirty="0"/>
          </a:p>
        </p:txBody>
      </p:sp>
      <p:sp>
        <p:nvSpPr>
          <p:cNvPr id="198" name="Text Placeholder 3">
            <a:extLst>
              <a:ext uri="{FF2B5EF4-FFF2-40B4-BE49-F238E27FC236}">
                <a16:creationId xmlns:a16="http://schemas.microsoft.com/office/drawing/2014/main" id="{23D2358E-30BE-2037-EB43-F70A9411DC1C}"/>
              </a:ext>
            </a:extLst>
          </p:cNvPr>
          <p:cNvSpPr>
            <a:spLocks/>
          </p:cNvSpPr>
          <p:nvPr>
            <p:custDataLst>
              <p:tags r:id="rId102"/>
            </p:custDataLst>
          </p:nvPr>
        </p:nvSpPr>
        <p:spPr bwMode="auto">
          <a:xfrm>
            <a:off x="1144588" y="4713288"/>
            <a:ext cx="104775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1600" kern="1200">
                <a:solidFill>
                  <a:schemeClr val="accent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16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440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5400" kern="1200" baseline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2400" kern="1200" baseline="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397EDD79-F98F-49A5-B3C2-6362114B2DDD}" type="datetime'''''''''''''D'">
              <a:rPr lang="en-US" altLang="en-US" smtClean="0"/>
              <a:pPr/>
              <a:t>D</a:t>
            </a:fld>
            <a:endParaRPr lang="en-US" dirty="0"/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547AC253-678A-C8D5-A631-D13AFED79C0C}"/>
              </a:ext>
            </a:extLst>
          </p:cNvPr>
          <p:cNvSpPr txBox="1"/>
          <p:nvPr/>
        </p:nvSpPr>
        <p:spPr>
          <a:xfrm>
            <a:off x="407988" y="4321404"/>
            <a:ext cx="11379600" cy="215444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 dirty="0">
                <a:solidFill>
                  <a:schemeClr val="tx2"/>
                </a:solidFill>
                <a:sym typeface="+mn-lt"/>
              </a:rPr>
              <a:t>Online sales penetration share to reach 182K by 2034</a:t>
            </a: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37A355A4-2D98-AF6A-C17F-DBCD93B43CE7}"/>
              </a:ext>
            </a:extLst>
          </p:cNvPr>
          <p:cNvSpPr txBox="1"/>
          <p:nvPr/>
        </p:nvSpPr>
        <p:spPr>
          <a:xfrm>
            <a:off x="407988" y="1444625"/>
            <a:ext cx="5504400" cy="215444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 dirty="0">
                <a:solidFill>
                  <a:schemeClr val="tx2"/>
                </a:solidFill>
                <a:sym typeface="+mn-lt"/>
              </a:rPr>
              <a:t>Volumes to reach 182K by 2034</a:t>
            </a:r>
          </a:p>
        </p:txBody>
      </p:sp>
      <p:sp>
        <p:nvSpPr>
          <p:cNvPr id="346" name="TextBox 345">
            <a:extLst>
              <a:ext uri="{FF2B5EF4-FFF2-40B4-BE49-F238E27FC236}">
                <a16:creationId xmlns:a16="http://schemas.microsoft.com/office/drawing/2014/main" id="{88E8B5CD-EB99-FEA9-AFC0-BDF64B4D403B}"/>
              </a:ext>
            </a:extLst>
          </p:cNvPr>
          <p:cNvSpPr txBox="1"/>
          <p:nvPr/>
        </p:nvSpPr>
        <p:spPr>
          <a:xfrm>
            <a:off x="6282140" y="1444625"/>
            <a:ext cx="5505449" cy="215444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 dirty="0">
                <a:solidFill>
                  <a:schemeClr val="tx2"/>
                </a:solidFill>
                <a:sym typeface="+mn-lt"/>
              </a:rPr>
              <a:t>Online sales penetration expected at ~20%</a:t>
            </a:r>
          </a:p>
        </p:txBody>
      </p:sp>
      <p:cxnSp>
        <p:nvCxnSpPr>
          <p:cNvPr id="349" name="Straight Connector 348">
            <a:extLst>
              <a:ext uri="{FF2B5EF4-FFF2-40B4-BE49-F238E27FC236}">
                <a16:creationId xmlns:a16="http://schemas.microsoft.com/office/drawing/2014/main" id="{76F46FC6-6765-8095-23BB-8388CE1C6DC2}"/>
              </a:ext>
            </a:extLst>
          </p:cNvPr>
          <p:cNvCxnSpPr>
            <a:cxnSpLocks/>
          </p:cNvCxnSpPr>
          <p:nvPr/>
        </p:nvCxnSpPr>
        <p:spPr>
          <a:xfrm>
            <a:off x="407988" y="1712913"/>
            <a:ext cx="55044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0" name="Straight Connector 349">
            <a:extLst>
              <a:ext uri="{FF2B5EF4-FFF2-40B4-BE49-F238E27FC236}">
                <a16:creationId xmlns:a16="http://schemas.microsoft.com/office/drawing/2014/main" id="{3B4E014F-11E7-DB6F-0836-50D2AE722273}"/>
              </a:ext>
            </a:extLst>
          </p:cNvPr>
          <p:cNvCxnSpPr>
            <a:cxnSpLocks/>
          </p:cNvCxnSpPr>
          <p:nvPr/>
        </p:nvCxnSpPr>
        <p:spPr>
          <a:xfrm>
            <a:off x="6283189" y="1712913"/>
            <a:ext cx="55044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1" name="Rectangle: Rounded Corners 350">
            <a:extLst>
              <a:ext uri="{FF2B5EF4-FFF2-40B4-BE49-F238E27FC236}">
                <a16:creationId xmlns:a16="http://schemas.microsoft.com/office/drawing/2014/main" id="{D9883823-7BC4-7922-A8A5-C3A248B00F6E}"/>
              </a:ext>
            </a:extLst>
          </p:cNvPr>
          <p:cNvSpPr/>
          <p:nvPr/>
        </p:nvSpPr>
        <p:spPr>
          <a:xfrm>
            <a:off x="6283189" y="1690688"/>
            <a:ext cx="316519" cy="457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7" name="Rectangle: Rounded Corners 346">
            <a:extLst>
              <a:ext uri="{FF2B5EF4-FFF2-40B4-BE49-F238E27FC236}">
                <a16:creationId xmlns:a16="http://schemas.microsoft.com/office/drawing/2014/main" id="{A6BE11D4-A56B-8B49-464E-2E78169B4F8C}"/>
              </a:ext>
            </a:extLst>
          </p:cNvPr>
          <p:cNvSpPr/>
          <p:nvPr/>
        </p:nvSpPr>
        <p:spPr>
          <a:xfrm>
            <a:off x="410930" y="1690688"/>
            <a:ext cx="316519" cy="457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59" name="Straight Connector 358">
            <a:extLst>
              <a:ext uri="{FF2B5EF4-FFF2-40B4-BE49-F238E27FC236}">
                <a16:creationId xmlns:a16="http://schemas.microsoft.com/office/drawing/2014/main" id="{B79E6BFD-C95C-C7D8-DC67-4E8B05642F9E}"/>
              </a:ext>
            </a:extLst>
          </p:cNvPr>
          <p:cNvCxnSpPr>
            <a:cxnSpLocks/>
          </p:cNvCxnSpPr>
          <p:nvPr/>
        </p:nvCxnSpPr>
        <p:spPr>
          <a:xfrm>
            <a:off x="407988" y="4601463"/>
            <a:ext cx="11379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0" name="Rectangle: Rounded Corners 359">
            <a:extLst>
              <a:ext uri="{FF2B5EF4-FFF2-40B4-BE49-F238E27FC236}">
                <a16:creationId xmlns:a16="http://schemas.microsoft.com/office/drawing/2014/main" id="{CA3959B2-D721-08B3-BBD3-A1DACDF1398B}"/>
              </a:ext>
            </a:extLst>
          </p:cNvPr>
          <p:cNvSpPr/>
          <p:nvPr/>
        </p:nvSpPr>
        <p:spPr>
          <a:xfrm>
            <a:off x="410930" y="4578604"/>
            <a:ext cx="316519" cy="457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401" name="Group 400">
            <a:extLst>
              <a:ext uri="{FF2B5EF4-FFF2-40B4-BE49-F238E27FC236}">
                <a16:creationId xmlns:a16="http://schemas.microsoft.com/office/drawing/2014/main" id="{A18B4A12-445D-0F85-3A4F-9B4EAA59D445}"/>
              </a:ext>
            </a:extLst>
          </p:cNvPr>
          <p:cNvGrpSpPr/>
          <p:nvPr/>
        </p:nvGrpSpPr>
        <p:grpSpPr>
          <a:xfrm>
            <a:off x="5838627" y="3809541"/>
            <a:ext cx="514746" cy="306253"/>
            <a:chOff x="5838627" y="3889510"/>
            <a:chExt cx="514746" cy="306253"/>
          </a:xfrm>
        </p:grpSpPr>
        <p:sp>
          <p:nvSpPr>
            <p:cNvPr id="395" name="Rectangle: Rounded Corners 394">
              <a:extLst>
                <a:ext uri="{FF2B5EF4-FFF2-40B4-BE49-F238E27FC236}">
                  <a16:creationId xmlns:a16="http://schemas.microsoft.com/office/drawing/2014/main" id="{04C29FBB-1078-3BF4-F3B4-C4820559E308}"/>
                </a:ext>
              </a:extLst>
            </p:cNvPr>
            <p:cNvSpPr/>
            <p:nvPr/>
          </p:nvSpPr>
          <p:spPr>
            <a:xfrm>
              <a:off x="5838627" y="3889510"/>
              <a:ext cx="514746" cy="306253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rnd" cmpd="sng" algn="ctr">
                  <a:solidFill>
                    <a:schemeClr val="accent1">
                      <a:lumMod val="10000"/>
                      <a:lumOff val="9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 err="1">
                <a:solidFill>
                  <a:schemeClr val="accent1">
                    <a:lumMod val="10000"/>
                    <a:lumOff val="90000"/>
                  </a:schemeClr>
                </a:solidFill>
                <a:sym typeface="+mn-lt"/>
              </a:endParaRPr>
            </a:p>
          </p:txBody>
        </p:sp>
        <p:grpSp>
          <p:nvGrpSpPr>
            <p:cNvPr id="400" name="Group 399">
              <a:extLst>
                <a:ext uri="{FF2B5EF4-FFF2-40B4-BE49-F238E27FC236}">
                  <a16:creationId xmlns:a16="http://schemas.microsoft.com/office/drawing/2014/main" id="{0E23405D-2E8B-6AEE-14D2-02BC692CB45B}"/>
                </a:ext>
              </a:extLst>
            </p:cNvPr>
            <p:cNvGrpSpPr/>
            <p:nvPr/>
          </p:nvGrpSpPr>
          <p:grpSpPr>
            <a:xfrm>
              <a:off x="5902632" y="3938049"/>
              <a:ext cx="386736" cy="209175"/>
              <a:chOff x="5902632" y="3938049"/>
              <a:chExt cx="386736" cy="209175"/>
            </a:xfrm>
          </p:grpSpPr>
          <p:sp>
            <p:nvSpPr>
              <p:cNvPr id="397" name="Isosceles Triangle 396">
                <a:extLst>
                  <a:ext uri="{FF2B5EF4-FFF2-40B4-BE49-F238E27FC236}">
                    <a16:creationId xmlns:a16="http://schemas.microsoft.com/office/drawing/2014/main" id="{F62C407E-1529-7913-3E17-CED1198E10B5}"/>
                  </a:ext>
                </a:extLst>
              </p:cNvPr>
              <p:cNvSpPr/>
              <p:nvPr/>
            </p:nvSpPr>
            <p:spPr>
              <a:xfrm rot="10800000">
                <a:off x="5902632" y="3938049"/>
                <a:ext cx="386736" cy="169503"/>
              </a:xfrm>
              <a:prstGeom prst="triangle">
                <a:avLst/>
              </a:prstGeom>
              <a:solidFill>
                <a:schemeClr val="accent2"/>
              </a:solidFill>
              <a:ln w="9525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2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98" name="Isosceles Triangle 397">
                <a:extLst>
                  <a:ext uri="{FF2B5EF4-FFF2-40B4-BE49-F238E27FC236}">
                    <a16:creationId xmlns:a16="http://schemas.microsoft.com/office/drawing/2014/main" id="{67E8D234-4796-9877-1F11-50A9B1750EB1}"/>
                  </a:ext>
                </a:extLst>
              </p:cNvPr>
              <p:cNvSpPr/>
              <p:nvPr/>
            </p:nvSpPr>
            <p:spPr>
              <a:xfrm rot="10800000">
                <a:off x="5902632" y="3977721"/>
                <a:ext cx="386736" cy="169503"/>
              </a:xfrm>
              <a:prstGeom prst="triangle">
                <a:avLst/>
              </a:prstGeom>
              <a:solidFill>
                <a:schemeClr val="accent1"/>
              </a:solidFill>
              <a:ln w="9525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200" dirty="0">
                  <a:solidFill>
                    <a:srgbClr val="FFFFFF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89876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F6584-E4AF-40FC-A012-F97E912AF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3" name="thinkcell data - do not delete" hidden="1">
            <a:extLst>
              <a:ext uri="{FF2B5EF4-FFF2-40B4-BE49-F238E27FC236}">
                <a16:creationId xmlns:a16="http://schemas.microsoft.com/office/drawing/2014/main" id="{F1E1307C-B089-F3B2-D60D-8F284B66469B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85417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23" imgW="473" imgH="473" progId="TCLayout.ActiveDocument.1">
                  <p:embed/>
                </p:oleObj>
              </mc:Choice>
              <mc:Fallback>
                <p:oleObj name="thinkcell Slide" r:id="rId23" imgW="473" imgH="473" progId="TCLayout.ActiveDocument.1">
                  <p:embed/>
                  <p:pic>
                    <p:nvPicPr>
                      <p:cNvPr id="203" name="thinkcell data - do not delete" hidden="1">
                        <a:extLst>
                          <a:ext uri="{FF2B5EF4-FFF2-40B4-BE49-F238E27FC236}">
                            <a16:creationId xmlns:a16="http://schemas.microsoft.com/office/drawing/2014/main" id="{DC275551-4449-37D3-59AE-6B1951652B3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2BF863C-CBA9-A037-8E5D-7C36EFA52C40}"/>
              </a:ext>
            </a:extLst>
          </p:cNvPr>
          <p:cNvCxnSpPr>
            <a:cxnSpLocks/>
          </p:cNvCxnSpPr>
          <p:nvPr/>
        </p:nvCxnSpPr>
        <p:spPr>
          <a:xfrm>
            <a:off x="407988" y="1713547"/>
            <a:ext cx="11379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>
            <a:extLst>
              <a:ext uri="{FF2B5EF4-FFF2-40B4-BE49-F238E27FC236}">
                <a16:creationId xmlns:a16="http://schemas.microsoft.com/office/drawing/2014/main" id="{FDCDF893-04A4-9915-9BEA-0D8A492B9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9" y="385555"/>
            <a:ext cx="11379600" cy="430887"/>
          </a:xfrm>
        </p:spPr>
        <p:txBody>
          <a:bodyPr vert="horz" rIns="0">
            <a:spAutoFit/>
          </a:bodyPr>
          <a:lstStyle/>
          <a:p>
            <a:r>
              <a:rPr lang="en-US" dirty="0"/>
              <a:t>Sales network and CAPEX assumption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1D4B9C-DB67-0E96-992B-E95AFEA99C2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Source: </a:t>
            </a:r>
            <a:r>
              <a:rPr lang="en-US" b="0" dirty="0"/>
              <a:t>Content taken from random online source.</a:t>
            </a:r>
            <a:endParaRPr lang="en-IN" b="0" dirty="0"/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3E48FFC9-C87B-96B9-EBCC-512B162C2F0F}"/>
              </a:ext>
            </a:extLst>
          </p:cNvPr>
          <p:cNvSpPr txBox="1"/>
          <p:nvPr/>
        </p:nvSpPr>
        <p:spPr>
          <a:xfrm>
            <a:off x="407988" y="1383070"/>
            <a:ext cx="5504400" cy="276999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solidFill>
                  <a:schemeClr val="tx2"/>
                </a:solidFill>
                <a:sym typeface="+mn-lt"/>
              </a:rPr>
              <a:t>CAPEX assumptions of individual sales channels</a:t>
            </a:r>
          </a:p>
        </p:txBody>
      </p:sp>
      <p:sp>
        <p:nvSpPr>
          <p:cNvPr id="347" name="Rectangle: Rounded Corners 346">
            <a:extLst>
              <a:ext uri="{FF2B5EF4-FFF2-40B4-BE49-F238E27FC236}">
                <a16:creationId xmlns:a16="http://schemas.microsoft.com/office/drawing/2014/main" id="{0F023392-8312-3B85-4824-F2F841E7614D}"/>
              </a:ext>
            </a:extLst>
          </p:cNvPr>
          <p:cNvSpPr/>
          <p:nvPr/>
        </p:nvSpPr>
        <p:spPr>
          <a:xfrm>
            <a:off x="410930" y="1690688"/>
            <a:ext cx="316519" cy="457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598D62-8062-00E2-254F-098413B335E0}"/>
              </a:ext>
            </a:extLst>
          </p:cNvPr>
          <p:cNvSpPr txBox="1"/>
          <p:nvPr/>
        </p:nvSpPr>
        <p:spPr>
          <a:xfrm>
            <a:off x="407988" y="3837062"/>
            <a:ext cx="11379600" cy="276999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solidFill>
                  <a:schemeClr val="tx2"/>
                </a:solidFill>
                <a:sym typeface="+mn-lt"/>
              </a:rPr>
              <a:t>Sales network CAPEX 2025-2034 ($M)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62B9DE1-6264-B059-76D6-1C84EA6CECDB}"/>
              </a:ext>
            </a:extLst>
          </p:cNvPr>
          <p:cNvCxnSpPr>
            <a:cxnSpLocks/>
          </p:cNvCxnSpPr>
          <p:nvPr/>
        </p:nvCxnSpPr>
        <p:spPr>
          <a:xfrm>
            <a:off x="407988" y="4178676"/>
            <a:ext cx="11379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38A057C-A2DB-5B6F-1985-FE685FC596C2}"/>
              </a:ext>
            </a:extLst>
          </p:cNvPr>
          <p:cNvSpPr/>
          <p:nvPr/>
        </p:nvSpPr>
        <p:spPr>
          <a:xfrm>
            <a:off x="410930" y="4155817"/>
            <a:ext cx="316519" cy="457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F4E5B0-E58D-21DB-EDF8-CB62F2A980D9}"/>
              </a:ext>
            </a:extLst>
          </p:cNvPr>
          <p:cNvSpPr txBox="1"/>
          <p:nvPr/>
        </p:nvSpPr>
        <p:spPr>
          <a:xfrm>
            <a:off x="410928" y="1858378"/>
            <a:ext cx="3556312" cy="246221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b="1" dirty="0">
                <a:solidFill>
                  <a:schemeClr val="tx2"/>
                </a:solidFill>
              </a:rPr>
              <a:t>Large brand center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40A6B6-7BBE-1FA7-6FD3-2EC9EA31CC3F}"/>
              </a:ext>
            </a:extLst>
          </p:cNvPr>
          <p:cNvSpPr txBox="1"/>
          <p:nvPr/>
        </p:nvSpPr>
        <p:spPr>
          <a:xfrm>
            <a:off x="4322372" y="1858378"/>
            <a:ext cx="3556312" cy="246221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b="1" dirty="0">
                <a:solidFill>
                  <a:schemeClr val="tx2"/>
                </a:solidFill>
              </a:rPr>
              <a:t>Standard brand center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9DB264-AE04-58AF-D4E5-088CF54FB7EC}"/>
              </a:ext>
            </a:extLst>
          </p:cNvPr>
          <p:cNvSpPr txBox="1"/>
          <p:nvPr/>
        </p:nvSpPr>
        <p:spPr>
          <a:xfrm>
            <a:off x="8233816" y="1858378"/>
            <a:ext cx="3556312" cy="246221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b="1" dirty="0">
                <a:solidFill>
                  <a:schemeClr val="tx2"/>
                </a:solidFill>
              </a:rPr>
              <a:t>Concept store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CA4931CE-241D-2693-D689-057CB52D5F2A}"/>
              </a:ext>
            </a:extLst>
          </p:cNvPr>
          <p:cNvGrpSpPr/>
          <p:nvPr/>
        </p:nvGrpSpPr>
        <p:grpSpPr>
          <a:xfrm>
            <a:off x="1513568" y="2259625"/>
            <a:ext cx="1351032" cy="1265252"/>
            <a:chOff x="1447801" y="4787900"/>
            <a:chExt cx="1600200" cy="1498600"/>
          </a:xfrm>
        </p:grpSpPr>
        <p:sp>
          <p:nvSpPr>
            <p:cNvPr id="56" name="Freeform 5">
              <a:extLst>
                <a:ext uri="{FF2B5EF4-FFF2-40B4-BE49-F238E27FC236}">
                  <a16:creationId xmlns:a16="http://schemas.microsoft.com/office/drawing/2014/main" id="{92A5D7F0-EBBF-A36F-5F10-14E446F8943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7376" y="4787900"/>
              <a:ext cx="1190625" cy="1498600"/>
            </a:xfrm>
            <a:custGeom>
              <a:avLst/>
              <a:gdLst>
                <a:gd name="T0" fmla="*/ 4624 w 12491"/>
                <a:gd name="T1" fmla="*/ 0 h 15733"/>
                <a:gd name="T2" fmla="*/ 12491 w 12491"/>
                <a:gd name="T3" fmla="*/ 7866 h 15733"/>
                <a:gd name="T4" fmla="*/ 4624 w 12491"/>
                <a:gd name="T5" fmla="*/ 15733 h 15733"/>
                <a:gd name="T6" fmla="*/ 0 w 12491"/>
                <a:gd name="T7" fmla="*/ 14231 h 15733"/>
                <a:gd name="T8" fmla="*/ 2312 w 12491"/>
                <a:gd name="T9" fmla="*/ 11049 h 15733"/>
                <a:gd name="T10" fmla="*/ 7806 w 12491"/>
                <a:gd name="T11" fmla="*/ 10178 h 15733"/>
                <a:gd name="T12" fmla="*/ 6936 w 12491"/>
                <a:gd name="T13" fmla="*/ 4684 h 15733"/>
                <a:gd name="T14" fmla="*/ 4624 w 12491"/>
                <a:gd name="T15" fmla="*/ 3933 h 15733"/>
                <a:gd name="T16" fmla="*/ 4624 w 12491"/>
                <a:gd name="T17" fmla="*/ 0 h 157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491" h="15733">
                  <a:moveTo>
                    <a:pt x="4624" y="0"/>
                  </a:moveTo>
                  <a:cubicBezTo>
                    <a:pt x="8969" y="0"/>
                    <a:pt x="12491" y="3522"/>
                    <a:pt x="12491" y="7866"/>
                  </a:cubicBezTo>
                  <a:cubicBezTo>
                    <a:pt x="12491" y="12211"/>
                    <a:pt x="8969" y="15733"/>
                    <a:pt x="4624" y="15733"/>
                  </a:cubicBezTo>
                  <a:cubicBezTo>
                    <a:pt x="2963" y="15733"/>
                    <a:pt x="1344" y="15207"/>
                    <a:pt x="0" y="14231"/>
                  </a:cubicBezTo>
                  <a:lnTo>
                    <a:pt x="2312" y="11049"/>
                  </a:lnTo>
                  <a:cubicBezTo>
                    <a:pt x="4070" y="12325"/>
                    <a:pt x="6529" y="11936"/>
                    <a:pt x="7806" y="10178"/>
                  </a:cubicBezTo>
                  <a:cubicBezTo>
                    <a:pt x="9083" y="8421"/>
                    <a:pt x="8694" y="5961"/>
                    <a:pt x="6936" y="4684"/>
                  </a:cubicBezTo>
                  <a:cubicBezTo>
                    <a:pt x="6264" y="4196"/>
                    <a:pt x="5455" y="3933"/>
                    <a:pt x="4624" y="3933"/>
                  </a:cubicBezTo>
                  <a:lnTo>
                    <a:pt x="4624" y="0"/>
                  </a:lnTo>
                  <a:close/>
                </a:path>
              </a:pathLst>
            </a:custGeom>
            <a:solidFill>
              <a:srgbClr val="104E5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" name="Freeform 6">
              <a:extLst>
                <a:ext uri="{FF2B5EF4-FFF2-40B4-BE49-F238E27FC236}">
                  <a16:creationId xmlns:a16="http://schemas.microsoft.com/office/drawing/2014/main" id="{DB7DD385-DFB3-BCF8-BB25-A4B66313C5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7801" y="4787900"/>
              <a:ext cx="850900" cy="1355725"/>
            </a:xfrm>
            <a:custGeom>
              <a:avLst/>
              <a:gdLst>
                <a:gd name="T0" fmla="*/ 4294 w 8918"/>
                <a:gd name="T1" fmla="*/ 14231 h 14231"/>
                <a:gd name="T2" fmla="*/ 2554 w 8918"/>
                <a:gd name="T3" fmla="*/ 3243 h 14231"/>
                <a:gd name="T4" fmla="*/ 8918 w 8918"/>
                <a:gd name="T5" fmla="*/ 0 h 14231"/>
                <a:gd name="T6" fmla="*/ 8918 w 8918"/>
                <a:gd name="T7" fmla="*/ 3933 h 14231"/>
                <a:gd name="T8" fmla="*/ 4985 w 8918"/>
                <a:gd name="T9" fmla="*/ 7866 h 14231"/>
                <a:gd name="T10" fmla="*/ 6606 w 8918"/>
                <a:gd name="T11" fmla="*/ 11049 h 14231"/>
                <a:gd name="T12" fmla="*/ 4294 w 8918"/>
                <a:gd name="T13" fmla="*/ 14231 h 14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918" h="14231">
                  <a:moveTo>
                    <a:pt x="4294" y="14231"/>
                  </a:moveTo>
                  <a:cubicBezTo>
                    <a:pt x="779" y="11677"/>
                    <a:pt x="0" y="6757"/>
                    <a:pt x="2554" y="3243"/>
                  </a:cubicBezTo>
                  <a:cubicBezTo>
                    <a:pt x="4034" y="1205"/>
                    <a:pt x="6400" y="0"/>
                    <a:pt x="8918" y="0"/>
                  </a:cubicBezTo>
                  <a:lnTo>
                    <a:pt x="8918" y="3933"/>
                  </a:lnTo>
                  <a:cubicBezTo>
                    <a:pt x="6746" y="3933"/>
                    <a:pt x="4985" y="5694"/>
                    <a:pt x="4985" y="7866"/>
                  </a:cubicBezTo>
                  <a:cubicBezTo>
                    <a:pt x="4985" y="9126"/>
                    <a:pt x="5588" y="10309"/>
                    <a:pt x="6606" y="11049"/>
                  </a:cubicBezTo>
                  <a:lnTo>
                    <a:pt x="4294" y="14231"/>
                  </a:lnTo>
                  <a:close/>
                </a:path>
              </a:pathLst>
            </a:custGeom>
            <a:solidFill>
              <a:srgbClr val="DBDBDB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6F850016-B2CE-A257-D57F-16BF95C2CF21}"/>
              </a:ext>
            </a:extLst>
          </p:cNvPr>
          <p:cNvGrpSpPr/>
          <p:nvPr/>
        </p:nvGrpSpPr>
        <p:grpSpPr>
          <a:xfrm>
            <a:off x="5429703" y="2220756"/>
            <a:ext cx="1341650" cy="1342992"/>
            <a:chOff x="5541963" y="4787900"/>
            <a:chExt cx="1589088" cy="1590675"/>
          </a:xfrm>
        </p:grpSpPr>
        <p:sp>
          <p:nvSpPr>
            <p:cNvPr id="60" name="Freeform 7">
              <a:extLst>
                <a:ext uri="{FF2B5EF4-FFF2-40B4-BE49-F238E27FC236}">
                  <a16:creationId xmlns:a16="http://schemas.microsoft.com/office/drawing/2014/main" id="{DBCC65B6-AC22-F96D-E243-90087A400EF1}"/>
                </a:ext>
              </a:extLst>
            </p:cNvPr>
            <p:cNvSpPr>
              <a:spLocks/>
            </p:cNvSpPr>
            <p:nvPr/>
          </p:nvSpPr>
          <p:spPr bwMode="auto">
            <a:xfrm>
              <a:off x="6381751" y="4787900"/>
              <a:ext cx="749300" cy="981075"/>
            </a:xfrm>
            <a:custGeom>
              <a:avLst/>
              <a:gdLst>
                <a:gd name="T0" fmla="*/ 0 w 3933"/>
                <a:gd name="T1" fmla="*/ 0 h 5149"/>
                <a:gd name="T2" fmla="*/ 3933 w 3933"/>
                <a:gd name="T3" fmla="*/ 3933 h 5149"/>
                <a:gd name="T4" fmla="*/ 3741 w 3933"/>
                <a:gd name="T5" fmla="*/ 5149 h 5149"/>
                <a:gd name="T6" fmla="*/ 1871 w 3933"/>
                <a:gd name="T7" fmla="*/ 4541 h 5149"/>
                <a:gd name="T8" fmla="*/ 608 w 3933"/>
                <a:gd name="T9" fmla="*/ 2063 h 5149"/>
                <a:gd name="T10" fmla="*/ 0 w 3933"/>
                <a:gd name="T11" fmla="*/ 1967 h 5149"/>
                <a:gd name="T12" fmla="*/ 0 w 3933"/>
                <a:gd name="T13" fmla="*/ 0 h 5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33" h="5149">
                  <a:moveTo>
                    <a:pt x="0" y="0"/>
                  </a:moveTo>
                  <a:cubicBezTo>
                    <a:pt x="2172" y="0"/>
                    <a:pt x="3933" y="1761"/>
                    <a:pt x="3933" y="3933"/>
                  </a:cubicBezTo>
                  <a:cubicBezTo>
                    <a:pt x="3933" y="4346"/>
                    <a:pt x="3869" y="4756"/>
                    <a:pt x="3741" y="5149"/>
                  </a:cubicBezTo>
                  <a:lnTo>
                    <a:pt x="1871" y="4541"/>
                  </a:lnTo>
                  <a:cubicBezTo>
                    <a:pt x="2206" y="3508"/>
                    <a:pt x="1641" y="2399"/>
                    <a:pt x="608" y="2063"/>
                  </a:cubicBezTo>
                  <a:cubicBezTo>
                    <a:pt x="412" y="1999"/>
                    <a:pt x="207" y="1967"/>
                    <a:pt x="0" y="196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104E5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" name="Freeform 8">
              <a:extLst>
                <a:ext uri="{FF2B5EF4-FFF2-40B4-BE49-F238E27FC236}">
                  <a16:creationId xmlns:a16="http://schemas.microsoft.com/office/drawing/2014/main" id="{ADA6546E-975F-6878-7AFC-25C64ED69570}"/>
                </a:ext>
              </a:extLst>
            </p:cNvPr>
            <p:cNvSpPr>
              <a:spLocks/>
            </p:cNvSpPr>
            <p:nvPr/>
          </p:nvSpPr>
          <p:spPr bwMode="auto">
            <a:xfrm>
              <a:off x="5541963" y="4787900"/>
              <a:ext cx="1552575" cy="1590675"/>
            </a:xfrm>
            <a:custGeom>
              <a:avLst/>
              <a:gdLst>
                <a:gd name="T0" fmla="*/ 8153 w 8153"/>
                <a:gd name="T1" fmla="*/ 5149 h 8346"/>
                <a:gd name="T2" fmla="*/ 3197 w 8153"/>
                <a:gd name="T3" fmla="*/ 7674 h 8346"/>
                <a:gd name="T4" fmla="*/ 671 w 8153"/>
                <a:gd name="T5" fmla="*/ 2718 h 8346"/>
                <a:gd name="T6" fmla="*/ 4412 w 8153"/>
                <a:gd name="T7" fmla="*/ 0 h 8346"/>
                <a:gd name="T8" fmla="*/ 4412 w 8153"/>
                <a:gd name="T9" fmla="*/ 1967 h 8346"/>
                <a:gd name="T10" fmla="*/ 2445 w 8153"/>
                <a:gd name="T11" fmla="*/ 3933 h 8346"/>
                <a:gd name="T12" fmla="*/ 4412 w 8153"/>
                <a:gd name="T13" fmla="*/ 5900 h 8346"/>
                <a:gd name="T14" fmla="*/ 6283 w 8153"/>
                <a:gd name="T15" fmla="*/ 4541 h 8346"/>
                <a:gd name="T16" fmla="*/ 8153 w 8153"/>
                <a:gd name="T17" fmla="*/ 5149 h 8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153" h="8346">
                  <a:moveTo>
                    <a:pt x="8153" y="5149"/>
                  </a:moveTo>
                  <a:cubicBezTo>
                    <a:pt x="7482" y="7215"/>
                    <a:pt x="5263" y="8346"/>
                    <a:pt x="3197" y="7674"/>
                  </a:cubicBezTo>
                  <a:cubicBezTo>
                    <a:pt x="1131" y="7003"/>
                    <a:pt x="0" y="4784"/>
                    <a:pt x="671" y="2718"/>
                  </a:cubicBezTo>
                  <a:cubicBezTo>
                    <a:pt x="1198" y="1097"/>
                    <a:pt x="2708" y="0"/>
                    <a:pt x="4412" y="0"/>
                  </a:cubicBezTo>
                  <a:lnTo>
                    <a:pt x="4412" y="1967"/>
                  </a:lnTo>
                  <a:cubicBezTo>
                    <a:pt x="3326" y="1967"/>
                    <a:pt x="2445" y="2847"/>
                    <a:pt x="2445" y="3933"/>
                  </a:cubicBezTo>
                  <a:cubicBezTo>
                    <a:pt x="2445" y="5020"/>
                    <a:pt x="3326" y="5900"/>
                    <a:pt x="4412" y="5900"/>
                  </a:cubicBezTo>
                  <a:cubicBezTo>
                    <a:pt x="5264" y="5900"/>
                    <a:pt x="6019" y="5352"/>
                    <a:pt x="6283" y="4541"/>
                  </a:cubicBezTo>
                  <a:lnTo>
                    <a:pt x="8153" y="5149"/>
                  </a:lnTo>
                  <a:close/>
                </a:path>
              </a:pathLst>
            </a:custGeom>
            <a:solidFill>
              <a:srgbClr val="DBDBDB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D6ED25A8-75CA-4F46-14B6-FE646A996F72}"/>
              </a:ext>
            </a:extLst>
          </p:cNvPr>
          <p:cNvGrpSpPr/>
          <p:nvPr/>
        </p:nvGrpSpPr>
        <p:grpSpPr>
          <a:xfrm>
            <a:off x="9290215" y="2215395"/>
            <a:ext cx="1443514" cy="1353714"/>
            <a:chOff x="9661526" y="4787900"/>
            <a:chExt cx="1709738" cy="1603375"/>
          </a:xfrm>
        </p:grpSpPr>
        <p:sp>
          <p:nvSpPr>
            <p:cNvPr id="64" name="Freeform 9">
              <a:extLst>
                <a:ext uri="{FF2B5EF4-FFF2-40B4-BE49-F238E27FC236}">
                  <a16:creationId xmlns:a16="http://schemas.microsoft.com/office/drawing/2014/main" id="{64F30931-3E0B-7C25-39F0-449709F5B9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17188" y="4787900"/>
              <a:ext cx="401638" cy="433387"/>
            </a:xfrm>
            <a:custGeom>
              <a:avLst/>
              <a:gdLst>
                <a:gd name="T0" fmla="*/ 0 w 1054"/>
                <a:gd name="T1" fmla="*/ 0 h 1136"/>
                <a:gd name="T2" fmla="*/ 1054 w 1054"/>
                <a:gd name="T3" fmla="*/ 306 h 1136"/>
                <a:gd name="T4" fmla="*/ 527 w 1054"/>
                <a:gd name="T5" fmla="*/ 1136 h 1136"/>
                <a:gd name="T6" fmla="*/ 0 w 1054"/>
                <a:gd name="T7" fmla="*/ 983 h 1136"/>
                <a:gd name="T8" fmla="*/ 0 w 1054"/>
                <a:gd name="T9" fmla="*/ 0 h 1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54" h="1136">
                  <a:moveTo>
                    <a:pt x="0" y="0"/>
                  </a:moveTo>
                  <a:cubicBezTo>
                    <a:pt x="374" y="0"/>
                    <a:pt x="739" y="106"/>
                    <a:pt x="1054" y="306"/>
                  </a:cubicBezTo>
                  <a:lnTo>
                    <a:pt x="527" y="1136"/>
                  </a:lnTo>
                  <a:cubicBezTo>
                    <a:pt x="370" y="1036"/>
                    <a:pt x="187" y="983"/>
                    <a:pt x="0" y="98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104E5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" name="Freeform 10">
              <a:extLst>
                <a:ext uri="{FF2B5EF4-FFF2-40B4-BE49-F238E27FC236}">
                  <a16:creationId xmlns:a16="http://schemas.microsoft.com/office/drawing/2014/main" id="{B54CFDAE-7E27-D4B9-C587-96C8A1B9EB30}"/>
                </a:ext>
              </a:extLst>
            </p:cNvPr>
            <p:cNvSpPr>
              <a:spLocks/>
            </p:cNvSpPr>
            <p:nvPr/>
          </p:nvSpPr>
          <p:spPr bwMode="auto">
            <a:xfrm>
              <a:off x="9661526" y="4787900"/>
              <a:ext cx="1709738" cy="1603375"/>
            </a:xfrm>
            <a:custGeom>
              <a:avLst/>
              <a:gdLst>
                <a:gd name="T0" fmla="*/ 3296 w 4485"/>
                <a:gd name="T1" fmla="*/ 306 h 4209"/>
                <a:gd name="T2" fmla="*/ 3903 w 4485"/>
                <a:gd name="T3" fmla="*/ 3020 h 4209"/>
                <a:gd name="T4" fmla="*/ 1189 w 4485"/>
                <a:gd name="T5" fmla="*/ 3627 h 4209"/>
                <a:gd name="T6" fmla="*/ 582 w 4485"/>
                <a:gd name="T7" fmla="*/ 913 h 4209"/>
                <a:gd name="T8" fmla="*/ 2242 w 4485"/>
                <a:gd name="T9" fmla="*/ 0 h 4209"/>
                <a:gd name="T10" fmla="*/ 2242 w 4485"/>
                <a:gd name="T11" fmla="*/ 983 h 4209"/>
                <a:gd name="T12" fmla="*/ 1259 w 4485"/>
                <a:gd name="T13" fmla="*/ 1966 h 4209"/>
                <a:gd name="T14" fmla="*/ 2242 w 4485"/>
                <a:gd name="T15" fmla="*/ 2950 h 4209"/>
                <a:gd name="T16" fmla="*/ 3226 w 4485"/>
                <a:gd name="T17" fmla="*/ 1966 h 4209"/>
                <a:gd name="T18" fmla="*/ 2769 w 4485"/>
                <a:gd name="T19" fmla="*/ 1136 h 4209"/>
                <a:gd name="T20" fmla="*/ 3296 w 4485"/>
                <a:gd name="T21" fmla="*/ 306 h 4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485" h="4209">
                  <a:moveTo>
                    <a:pt x="3296" y="306"/>
                  </a:moveTo>
                  <a:cubicBezTo>
                    <a:pt x="4213" y="888"/>
                    <a:pt x="4485" y="2103"/>
                    <a:pt x="3903" y="3020"/>
                  </a:cubicBezTo>
                  <a:cubicBezTo>
                    <a:pt x="3321" y="3937"/>
                    <a:pt x="2106" y="4209"/>
                    <a:pt x="1189" y="3627"/>
                  </a:cubicBezTo>
                  <a:cubicBezTo>
                    <a:pt x="271" y="3045"/>
                    <a:pt x="0" y="1830"/>
                    <a:pt x="582" y="913"/>
                  </a:cubicBezTo>
                  <a:cubicBezTo>
                    <a:pt x="943" y="344"/>
                    <a:pt x="1569" y="0"/>
                    <a:pt x="2242" y="0"/>
                  </a:cubicBezTo>
                  <a:lnTo>
                    <a:pt x="2242" y="983"/>
                  </a:lnTo>
                  <a:cubicBezTo>
                    <a:pt x="1699" y="983"/>
                    <a:pt x="1259" y="1423"/>
                    <a:pt x="1259" y="1966"/>
                  </a:cubicBezTo>
                  <a:cubicBezTo>
                    <a:pt x="1259" y="2510"/>
                    <a:pt x="1699" y="2950"/>
                    <a:pt x="2242" y="2950"/>
                  </a:cubicBezTo>
                  <a:cubicBezTo>
                    <a:pt x="2785" y="2950"/>
                    <a:pt x="3226" y="2510"/>
                    <a:pt x="3226" y="1966"/>
                  </a:cubicBezTo>
                  <a:cubicBezTo>
                    <a:pt x="3226" y="1630"/>
                    <a:pt x="3053" y="1317"/>
                    <a:pt x="2769" y="1136"/>
                  </a:cubicBezTo>
                  <a:lnTo>
                    <a:pt x="3296" y="306"/>
                  </a:lnTo>
                  <a:close/>
                </a:path>
              </a:pathLst>
            </a:custGeom>
            <a:solidFill>
              <a:srgbClr val="DBDBDB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74" name="TextBox 73">
            <a:extLst>
              <a:ext uri="{FF2B5EF4-FFF2-40B4-BE49-F238E27FC236}">
                <a16:creationId xmlns:a16="http://schemas.microsoft.com/office/drawing/2014/main" id="{8FBAD5D0-44FA-171F-0A9B-5CC8DD9E4E19}"/>
              </a:ext>
            </a:extLst>
          </p:cNvPr>
          <p:cNvSpPr txBox="1"/>
          <p:nvPr/>
        </p:nvSpPr>
        <p:spPr>
          <a:xfrm>
            <a:off x="1964280" y="2741367"/>
            <a:ext cx="495327" cy="246221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b="1" dirty="0">
                <a:solidFill>
                  <a:schemeClr val="tx2"/>
                </a:solidFill>
              </a:rPr>
              <a:t>$60M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B0C4C6D-F0EB-8B02-08A6-0F6076C62C6C}"/>
              </a:ext>
            </a:extLst>
          </p:cNvPr>
          <p:cNvSpPr txBox="1"/>
          <p:nvPr/>
        </p:nvSpPr>
        <p:spPr>
          <a:xfrm>
            <a:off x="5883344" y="2710887"/>
            <a:ext cx="495327" cy="246221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b="1" dirty="0">
                <a:solidFill>
                  <a:schemeClr val="tx2"/>
                </a:solidFill>
              </a:rPr>
              <a:t>$30M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672E7BD-81E3-0188-DBAC-A3F9771F2B5C}"/>
              </a:ext>
            </a:extLst>
          </p:cNvPr>
          <p:cNvSpPr txBox="1"/>
          <p:nvPr/>
        </p:nvSpPr>
        <p:spPr>
          <a:xfrm>
            <a:off x="9818810" y="2710887"/>
            <a:ext cx="386323" cy="246221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b="1" dirty="0">
                <a:solidFill>
                  <a:schemeClr val="tx2"/>
                </a:solidFill>
              </a:rPr>
              <a:t>$9M</a:t>
            </a: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D0472B0C-582C-671A-477A-9B5A59C1259A}"/>
              </a:ext>
            </a:extLst>
          </p:cNvPr>
          <p:cNvCxnSpPr/>
          <p:nvPr>
            <p:custDataLst>
              <p:tags r:id="rId2"/>
            </p:custDataLst>
          </p:nvPr>
        </p:nvCxnSpPr>
        <p:spPr bwMode="gray">
          <a:xfrm>
            <a:off x="1336675" y="5935663"/>
            <a:ext cx="425450" cy="0"/>
          </a:xfrm>
          <a:prstGeom prst="line">
            <a:avLst/>
          </a:prstGeom>
          <a:ln w="3175" cap="flat" cmpd="sng" algn="ctr">
            <a:solidFill>
              <a:srgbClr val="808080"/>
            </a:solidFill>
            <a:prstDash val="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C0104AA5-D689-FF42-3DE0-57CB69BE75C4}"/>
              </a:ext>
            </a:extLst>
          </p:cNvPr>
          <p:cNvCxnSpPr/>
          <p:nvPr>
            <p:custDataLst>
              <p:tags r:id="rId3"/>
            </p:custDataLst>
          </p:nvPr>
        </p:nvCxnSpPr>
        <p:spPr bwMode="gray">
          <a:xfrm>
            <a:off x="2473325" y="5570538"/>
            <a:ext cx="425450" cy="0"/>
          </a:xfrm>
          <a:prstGeom prst="line">
            <a:avLst/>
          </a:prstGeom>
          <a:ln w="3175" cap="flat" cmpd="sng" algn="ctr">
            <a:solidFill>
              <a:srgbClr val="808080"/>
            </a:solidFill>
            <a:prstDash val="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FA2DEA2C-8123-878D-9D1D-91B62057AF49}"/>
              </a:ext>
            </a:extLst>
          </p:cNvPr>
          <p:cNvCxnSpPr/>
          <p:nvPr>
            <p:custDataLst>
              <p:tags r:id="rId4"/>
            </p:custDataLst>
          </p:nvPr>
        </p:nvCxnSpPr>
        <p:spPr bwMode="gray">
          <a:xfrm>
            <a:off x="3611563" y="5435600"/>
            <a:ext cx="425450" cy="0"/>
          </a:xfrm>
          <a:prstGeom prst="line">
            <a:avLst/>
          </a:prstGeom>
          <a:ln w="3175" cap="flat" cmpd="sng" algn="ctr">
            <a:solidFill>
              <a:srgbClr val="808080"/>
            </a:solidFill>
            <a:prstDash val="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529C0F29-7B2D-7500-8483-33AEBBFEE166}"/>
              </a:ext>
            </a:extLst>
          </p:cNvPr>
          <p:cNvCxnSpPr/>
          <p:nvPr>
            <p:custDataLst>
              <p:tags r:id="rId5"/>
            </p:custDataLst>
          </p:nvPr>
        </p:nvCxnSpPr>
        <p:spPr bwMode="gray">
          <a:xfrm>
            <a:off x="4748213" y="5187950"/>
            <a:ext cx="425450" cy="0"/>
          </a:xfrm>
          <a:prstGeom prst="line">
            <a:avLst/>
          </a:prstGeom>
          <a:ln w="3175" cap="flat" cmpd="sng" algn="ctr">
            <a:solidFill>
              <a:srgbClr val="808080"/>
            </a:solidFill>
            <a:prstDash val="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76F73CB4-3E89-1AA5-FCBC-D8B0329E8E21}"/>
              </a:ext>
            </a:extLst>
          </p:cNvPr>
          <p:cNvCxnSpPr/>
          <p:nvPr>
            <p:custDataLst>
              <p:tags r:id="rId6"/>
            </p:custDataLst>
          </p:nvPr>
        </p:nvCxnSpPr>
        <p:spPr bwMode="gray">
          <a:xfrm>
            <a:off x="5886450" y="4984750"/>
            <a:ext cx="425450" cy="0"/>
          </a:xfrm>
          <a:prstGeom prst="line">
            <a:avLst/>
          </a:prstGeom>
          <a:ln w="3175" cap="flat" cmpd="sng" algn="ctr">
            <a:solidFill>
              <a:srgbClr val="808080"/>
            </a:solidFill>
            <a:prstDash val="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48624A43-B282-AAF5-6BE1-856FB66A7140}"/>
              </a:ext>
            </a:extLst>
          </p:cNvPr>
          <p:cNvCxnSpPr/>
          <p:nvPr>
            <p:custDataLst>
              <p:tags r:id="rId7"/>
            </p:custDataLst>
          </p:nvPr>
        </p:nvCxnSpPr>
        <p:spPr bwMode="gray">
          <a:xfrm>
            <a:off x="7024688" y="4862513"/>
            <a:ext cx="425450" cy="0"/>
          </a:xfrm>
          <a:prstGeom prst="line">
            <a:avLst/>
          </a:prstGeom>
          <a:ln w="3175" cap="flat" cmpd="sng" algn="ctr">
            <a:solidFill>
              <a:srgbClr val="808080"/>
            </a:solidFill>
            <a:prstDash val="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C3C84CAF-FC56-6B91-A1B8-031D3C792485}"/>
              </a:ext>
            </a:extLst>
          </p:cNvPr>
          <p:cNvCxnSpPr/>
          <p:nvPr>
            <p:custDataLst>
              <p:tags r:id="rId8"/>
            </p:custDataLst>
          </p:nvPr>
        </p:nvCxnSpPr>
        <p:spPr bwMode="gray">
          <a:xfrm>
            <a:off x="8161338" y="4733925"/>
            <a:ext cx="425450" cy="0"/>
          </a:xfrm>
          <a:prstGeom prst="line">
            <a:avLst/>
          </a:prstGeom>
          <a:ln w="3175" cap="flat" cmpd="sng" algn="ctr">
            <a:solidFill>
              <a:srgbClr val="808080"/>
            </a:solidFill>
            <a:prstDash val="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C7D00919-7D94-7A8A-0030-DA5A6A37AB8A}"/>
              </a:ext>
            </a:extLst>
          </p:cNvPr>
          <p:cNvCxnSpPr/>
          <p:nvPr>
            <p:custDataLst>
              <p:tags r:id="rId9"/>
            </p:custDataLst>
          </p:nvPr>
        </p:nvCxnSpPr>
        <p:spPr bwMode="gray">
          <a:xfrm>
            <a:off x="9299575" y="4591050"/>
            <a:ext cx="425450" cy="0"/>
          </a:xfrm>
          <a:prstGeom prst="line">
            <a:avLst/>
          </a:prstGeom>
          <a:ln w="3175" cap="flat" cmpd="sng" algn="ctr">
            <a:solidFill>
              <a:srgbClr val="808080"/>
            </a:solidFill>
            <a:prstDash val="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9B2F00D3-8EFD-044F-8434-51E4F9610947}"/>
              </a:ext>
            </a:extLst>
          </p:cNvPr>
          <p:cNvCxnSpPr/>
          <p:nvPr>
            <p:custDataLst>
              <p:tags r:id="rId10"/>
            </p:custDataLst>
          </p:nvPr>
        </p:nvCxnSpPr>
        <p:spPr bwMode="gray">
          <a:xfrm>
            <a:off x="10436225" y="4522788"/>
            <a:ext cx="425450" cy="0"/>
          </a:xfrm>
          <a:prstGeom prst="line">
            <a:avLst/>
          </a:prstGeom>
          <a:ln w="3175" cap="flat" cmpd="sng" algn="ctr">
            <a:solidFill>
              <a:srgbClr val="808080"/>
            </a:solidFill>
            <a:prstDash val="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08" name="Chart 107">
            <a:extLst>
              <a:ext uri="{FF2B5EF4-FFF2-40B4-BE49-F238E27FC236}">
                <a16:creationId xmlns:a16="http://schemas.microsoft.com/office/drawing/2014/main" id="{FDC7819E-5755-F030-D867-F18305394859}"/>
              </a:ext>
            </a:extLst>
          </p:cNvPr>
          <p:cNvGraphicFramePr/>
          <p:nvPr>
            <p:custDataLst>
              <p:tags r:id="rId11"/>
            </p:custDataLst>
            <p:extLst>
              <p:ext uri="{D42A27DB-BD31-4B8C-83A1-F6EECF244321}">
                <p14:modId xmlns:p14="http://schemas.microsoft.com/office/powerpoint/2010/main" val="792495799"/>
              </p:ext>
            </p:extLst>
          </p:nvPr>
        </p:nvGraphicFramePr>
        <p:xfrm>
          <a:off x="328613" y="4078288"/>
          <a:ext cx="11541125" cy="2311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5"/>
          </a:graphicData>
        </a:graphic>
      </p:graphicFrame>
      <p:sp>
        <p:nvSpPr>
          <p:cNvPr id="89" name="Text Placeholder 3">
            <a:extLst>
              <a:ext uri="{FF2B5EF4-FFF2-40B4-BE49-F238E27FC236}">
                <a16:creationId xmlns:a16="http://schemas.microsoft.com/office/drawing/2014/main" id="{52C027C5-D61D-8FED-D2DA-264167EAACF8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auto">
          <a:xfrm>
            <a:off x="782638" y="6142038"/>
            <a:ext cx="3937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1600" kern="1200">
                <a:solidFill>
                  <a:schemeClr val="accent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16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440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5400" kern="1200" baseline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2400" kern="1200" baseline="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4FD53E4A-2DE7-42CC-9AA5-203036BFE3B1}" type="datetime'''2''0''''''''''''''''''''''2''''''''''''5'''''''''''''''">
              <a:rPr lang="en-US" altLang="en-US" sz="1400" smtClean="0"/>
              <a:pPr algn="ctr">
                <a:spcBef>
                  <a:spcPct val="0"/>
                </a:spcBef>
                <a:spcAft>
                  <a:spcPct val="0"/>
                </a:spcAft>
              </a:pPr>
              <a:t>2025</a:t>
            </a:fld>
            <a:endParaRPr lang="en-US" sz="1400" dirty="0"/>
          </a:p>
        </p:txBody>
      </p:sp>
      <p:sp>
        <p:nvSpPr>
          <p:cNvPr id="90" name="Text Placeholder 3">
            <a:extLst>
              <a:ext uri="{FF2B5EF4-FFF2-40B4-BE49-F238E27FC236}">
                <a16:creationId xmlns:a16="http://schemas.microsoft.com/office/drawing/2014/main" id="{C2D2AE38-EE63-DE6F-45C6-57A34007ED73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1920875" y="6142038"/>
            <a:ext cx="3937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1600" kern="1200">
                <a:solidFill>
                  <a:schemeClr val="accent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16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440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5400" kern="1200" baseline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2400" kern="1200" baseline="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A32D6715-2584-4124-B477-664CD0A1909C}" type="datetime'2''''''''''''''''''''''0''''''''''2''''''''''''6'''">
              <a:rPr lang="en-US" altLang="en-US" sz="1400" smtClean="0"/>
              <a:pPr algn="ctr">
                <a:spcBef>
                  <a:spcPct val="0"/>
                </a:spcBef>
                <a:spcAft>
                  <a:spcPct val="0"/>
                </a:spcAft>
              </a:pPr>
              <a:t>2026</a:t>
            </a:fld>
            <a:endParaRPr lang="en-US" sz="1400" dirty="0"/>
          </a:p>
        </p:txBody>
      </p:sp>
      <p:sp>
        <p:nvSpPr>
          <p:cNvPr id="91" name="Text Placeholder 3">
            <a:extLst>
              <a:ext uri="{FF2B5EF4-FFF2-40B4-BE49-F238E27FC236}">
                <a16:creationId xmlns:a16="http://schemas.microsoft.com/office/drawing/2014/main" id="{8574311E-1A2A-E242-7969-4BDE165CCEDC}"/>
              </a:ext>
            </a:extLst>
          </p:cNvPr>
          <p:cNvSpPr>
            <a:spLocks/>
          </p:cNvSpPr>
          <p:nvPr>
            <p:custDataLst>
              <p:tags r:id="rId14"/>
            </p:custDataLst>
          </p:nvPr>
        </p:nvSpPr>
        <p:spPr bwMode="auto">
          <a:xfrm>
            <a:off x="3057525" y="6142038"/>
            <a:ext cx="3937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1600" kern="1200">
                <a:solidFill>
                  <a:schemeClr val="accent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16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440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5400" kern="1200" baseline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2400" kern="1200" baseline="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035BD3EA-22DE-4D0F-B95B-3CBD6A07A02D}" type="datetime'2''''''''''''02''''''''''''''''''''''''''''''''''''7'''''">
              <a:rPr lang="en-US" altLang="en-US" sz="1400" smtClean="0"/>
              <a:pPr algn="ctr">
                <a:spcBef>
                  <a:spcPct val="0"/>
                </a:spcBef>
                <a:spcAft>
                  <a:spcPct val="0"/>
                </a:spcAft>
              </a:pPr>
              <a:t>2027</a:t>
            </a:fld>
            <a:endParaRPr lang="en-US" sz="1400" dirty="0"/>
          </a:p>
        </p:txBody>
      </p:sp>
      <p:sp>
        <p:nvSpPr>
          <p:cNvPr id="88" name="Text Placeholder 3">
            <a:extLst>
              <a:ext uri="{FF2B5EF4-FFF2-40B4-BE49-F238E27FC236}">
                <a16:creationId xmlns:a16="http://schemas.microsoft.com/office/drawing/2014/main" id="{E55C832D-4D9F-DC7B-5C9E-26EC7E2154DC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auto">
          <a:xfrm>
            <a:off x="4195763" y="6142038"/>
            <a:ext cx="3937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1600" kern="1200">
                <a:solidFill>
                  <a:schemeClr val="accent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16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440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5400" kern="1200" baseline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2400" kern="1200" baseline="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7C4415AB-7FEE-4D75-9069-4827510E3645}" type="datetime'''''''''''''''''''2''0''2''''''''8'''''''">
              <a:rPr lang="en-US" altLang="en-US" sz="1400" smtClean="0"/>
              <a:pPr algn="ctr">
                <a:spcBef>
                  <a:spcPct val="0"/>
                </a:spcBef>
                <a:spcAft>
                  <a:spcPct val="0"/>
                </a:spcAft>
              </a:pPr>
              <a:t>2028</a:t>
            </a:fld>
            <a:endParaRPr lang="en-US" sz="1400" dirty="0"/>
          </a:p>
        </p:txBody>
      </p:sp>
      <p:sp>
        <p:nvSpPr>
          <p:cNvPr id="93" name="Text Placeholder 3">
            <a:extLst>
              <a:ext uri="{FF2B5EF4-FFF2-40B4-BE49-F238E27FC236}">
                <a16:creationId xmlns:a16="http://schemas.microsoft.com/office/drawing/2014/main" id="{9970E049-E6CA-FFEE-B1A1-AAEDD5FA54D3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auto">
          <a:xfrm>
            <a:off x="5332413" y="6142038"/>
            <a:ext cx="3937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1600" kern="1200">
                <a:solidFill>
                  <a:schemeClr val="accent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16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440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5400" kern="1200" baseline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2400" kern="1200" baseline="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D2C33E76-A211-4A51-B976-07C3AC009576}" type="datetime'''''''''''2''''''''''''0''''''''''''''''''''''''''2''9'">
              <a:rPr lang="en-US" altLang="en-US" sz="1400" smtClean="0"/>
              <a:pPr algn="ctr">
                <a:spcBef>
                  <a:spcPct val="0"/>
                </a:spcBef>
                <a:spcAft>
                  <a:spcPct val="0"/>
                </a:spcAft>
              </a:pPr>
              <a:t>2029</a:t>
            </a:fld>
            <a:endParaRPr lang="en-US" sz="1400" dirty="0"/>
          </a:p>
        </p:txBody>
      </p:sp>
      <p:sp>
        <p:nvSpPr>
          <p:cNvPr id="94" name="Text Placeholder 3">
            <a:extLst>
              <a:ext uri="{FF2B5EF4-FFF2-40B4-BE49-F238E27FC236}">
                <a16:creationId xmlns:a16="http://schemas.microsoft.com/office/drawing/2014/main" id="{9CB679AA-42D8-B4FA-4350-D4383BB23318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auto">
          <a:xfrm>
            <a:off x="6470650" y="6142038"/>
            <a:ext cx="3937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1600" kern="1200">
                <a:solidFill>
                  <a:schemeClr val="accent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16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440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5400" kern="1200" baseline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2400" kern="1200" baseline="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B2DB623D-A2A4-43CF-BF3E-D5ED7DB76F4C}" type="datetime'''''''''''''20''3''''''''''''''''''''''''0'''''''''''''''">
              <a:rPr lang="en-US" altLang="en-US" sz="1400" smtClean="0"/>
              <a:pPr algn="ctr">
                <a:spcBef>
                  <a:spcPct val="0"/>
                </a:spcBef>
                <a:spcAft>
                  <a:spcPct val="0"/>
                </a:spcAft>
              </a:pPr>
              <a:t>2030</a:t>
            </a:fld>
            <a:endParaRPr lang="en-US" sz="1400" dirty="0"/>
          </a:p>
        </p:txBody>
      </p:sp>
      <p:sp>
        <p:nvSpPr>
          <p:cNvPr id="87" name="Text Placeholder 3">
            <a:extLst>
              <a:ext uri="{FF2B5EF4-FFF2-40B4-BE49-F238E27FC236}">
                <a16:creationId xmlns:a16="http://schemas.microsoft.com/office/drawing/2014/main" id="{0ACB6C16-C18B-EF9B-5D5A-26B74062EDFB}"/>
              </a:ext>
            </a:extLst>
          </p:cNvPr>
          <p:cNvSpPr>
            <a:spLocks/>
          </p:cNvSpPr>
          <p:nvPr>
            <p:custDataLst>
              <p:tags r:id="rId18"/>
            </p:custDataLst>
          </p:nvPr>
        </p:nvSpPr>
        <p:spPr bwMode="auto">
          <a:xfrm>
            <a:off x="7608888" y="6142038"/>
            <a:ext cx="3937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1600" kern="1200">
                <a:solidFill>
                  <a:schemeClr val="accent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16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440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5400" kern="1200" baseline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2400" kern="1200" baseline="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D99367D2-BB71-4D76-A096-615BCFB3929C}" type="datetime'''2''''0''''''3''''''''''''1'">
              <a:rPr lang="en-US" altLang="en-US" sz="1400" smtClean="0"/>
              <a:pPr algn="ctr">
                <a:spcBef>
                  <a:spcPct val="0"/>
                </a:spcBef>
                <a:spcAft>
                  <a:spcPct val="0"/>
                </a:spcAft>
              </a:pPr>
              <a:t>2031</a:t>
            </a:fld>
            <a:endParaRPr lang="en-US" sz="1400" dirty="0"/>
          </a:p>
        </p:txBody>
      </p:sp>
      <p:sp>
        <p:nvSpPr>
          <p:cNvPr id="95" name="Text Placeholder 3">
            <a:extLst>
              <a:ext uri="{FF2B5EF4-FFF2-40B4-BE49-F238E27FC236}">
                <a16:creationId xmlns:a16="http://schemas.microsoft.com/office/drawing/2014/main" id="{F1129025-7E6E-3DE7-B482-65020D0E3D19}"/>
              </a:ext>
            </a:extLst>
          </p:cNvPr>
          <p:cNvSpPr>
            <a:spLocks/>
          </p:cNvSpPr>
          <p:nvPr>
            <p:custDataLst>
              <p:tags r:id="rId19"/>
            </p:custDataLst>
          </p:nvPr>
        </p:nvSpPr>
        <p:spPr bwMode="auto">
          <a:xfrm>
            <a:off x="8745538" y="6142038"/>
            <a:ext cx="3937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1600" kern="1200">
                <a:solidFill>
                  <a:schemeClr val="accent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16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440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5400" kern="1200" baseline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2400" kern="1200" baseline="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D758CA48-823F-4FEC-8100-D3A8788C695D}" type="datetime'''''''''''''20''''''''''3''''''''''''2'''''''''''''''''''">
              <a:rPr lang="en-US" altLang="en-US" sz="1400" smtClean="0"/>
              <a:pPr algn="ctr">
                <a:spcBef>
                  <a:spcPct val="0"/>
                </a:spcBef>
                <a:spcAft>
                  <a:spcPct val="0"/>
                </a:spcAft>
              </a:pPr>
              <a:t>2032</a:t>
            </a:fld>
            <a:endParaRPr lang="en-US" sz="1400" dirty="0"/>
          </a:p>
        </p:txBody>
      </p:sp>
      <p:sp>
        <p:nvSpPr>
          <p:cNvPr id="96" name="Text Placeholder 3">
            <a:extLst>
              <a:ext uri="{FF2B5EF4-FFF2-40B4-BE49-F238E27FC236}">
                <a16:creationId xmlns:a16="http://schemas.microsoft.com/office/drawing/2014/main" id="{E33E72AE-BF26-466D-6862-32613D6BDF89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auto">
          <a:xfrm>
            <a:off x="9883775" y="6142038"/>
            <a:ext cx="3937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1600" kern="1200">
                <a:solidFill>
                  <a:schemeClr val="accent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16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440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5400" kern="1200" baseline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2400" kern="1200" baseline="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2C68ED12-9ECF-475A-85AA-9F34543694A8}" type="datetime'''''''''''''''''''''''2''0''33'">
              <a:rPr lang="en-US" altLang="en-US" sz="1400" smtClean="0"/>
              <a:pPr algn="ctr">
                <a:spcBef>
                  <a:spcPct val="0"/>
                </a:spcBef>
                <a:spcAft>
                  <a:spcPct val="0"/>
                </a:spcAft>
              </a:pPr>
              <a:t>2033</a:t>
            </a:fld>
            <a:endParaRPr lang="en-US" sz="1400" dirty="0"/>
          </a:p>
        </p:txBody>
      </p:sp>
      <p:sp>
        <p:nvSpPr>
          <p:cNvPr id="92" name="Text Placeholder 3">
            <a:extLst>
              <a:ext uri="{FF2B5EF4-FFF2-40B4-BE49-F238E27FC236}">
                <a16:creationId xmlns:a16="http://schemas.microsoft.com/office/drawing/2014/main" id="{F90B0C0B-7449-228C-A528-75A82EC04D6F}"/>
              </a:ext>
            </a:extLst>
          </p:cNvPr>
          <p:cNvSpPr>
            <a:spLocks/>
          </p:cNvSpPr>
          <p:nvPr>
            <p:custDataLst>
              <p:tags r:id="rId21"/>
            </p:custDataLst>
          </p:nvPr>
        </p:nvSpPr>
        <p:spPr bwMode="auto">
          <a:xfrm>
            <a:off x="11020425" y="6142038"/>
            <a:ext cx="3937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​"/>
              <a:defRPr lang="en-US" sz="1600" kern="1200">
                <a:solidFill>
                  <a:schemeClr val="accent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​"/>
              <a:defRPr lang="en-US" sz="16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440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5400" kern="1200" baseline="0" smtClean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2400" kern="1200" baseline="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1D925C4F-7D96-4A5D-AAEE-94190E563CCE}" type="datetime'''''''''''2''''''''''''''''''''0''''3''''''''''''4'">
              <a:rPr lang="en-US" altLang="en-US" sz="1400" smtClean="0"/>
              <a:pPr algn="ctr">
                <a:spcBef>
                  <a:spcPct val="0"/>
                </a:spcBef>
                <a:spcAft>
                  <a:spcPct val="0"/>
                </a:spcAft>
              </a:pPr>
              <a:t>2034</a:t>
            </a:fld>
            <a:endParaRPr lang="en-US" sz="1400" dirty="0"/>
          </a:p>
        </p:txBody>
      </p: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ADE1B973-36C4-6EF3-B688-EA84E6B02577}"/>
              </a:ext>
            </a:extLst>
          </p:cNvPr>
          <p:cNvCxnSpPr/>
          <p:nvPr/>
        </p:nvCxnSpPr>
        <p:spPr>
          <a:xfrm flipV="1">
            <a:off x="4144806" y="1858377"/>
            <a:ext cx="0" cy="166466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793968D3-7411-0DC8-6253-6DCD445D43FC}"/>
              </a:ext>
            </a:extLst>
          </p:cNvPr>
          <p:cNvCxnSpPr/>
          <p:nvPr/>
        </p:nvCxnSpPr>
        <p:spPr>
          <a:xfrm flipV="1">
            <a:off x="8056250" y="1858377"/>
            <a:ext cx="0" cy="166466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1737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D9678-D83B-B62A-BC0E-C971CC282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3" name="thinkcell data - do not delete" hidden="1">
            <a:extLst>
              <a:ext uri="{FF2B5EF4-FFF2-40B4-BE49-F238E27FC236}">
                <a16:creationId xmlns:a16="http://schemas.microsoft.com/office/drawing/2014/main" id="{B180F629-B5C9-7E1A-0379-B08B0CD6696F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081204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473" imgH="473" progId="TCLayout.ActiveDocument.1">
                  <p:embed/>
                </p:oleObj>
              </mc:Choice>
              <mc:Fallback>
                <p:oleObj name="thinkcell Slide" r:id="rId3" imgW="473" imgH="473" progId="TCLayout.ActiveDocument.1">
                  <p:embed/>
                  <p:pic>
                    <p:nvPicPr>
                      <p:cNvPr id="203" name="thinkcell data - do not delete" hidden="1">
                        <a:extLst>
                          <a:ext uri="{FF2B5EF4-FFF2-40B4-BE49-F238E27FC236}">
                            <a16:creationId xmlns:a16="http://schemas.microsoft.com/office/drawing/2014/main" id="{F1E1307C-B089-F3B2-D60D-8F284B66469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" name="Oval 193">
            <a:extLst>
              <a:ext uri="{FF2B5EF4-FFF2-40B4-BE49-F238E27FC236}">
                <a16:creationId xmlns:a16="http://schemas.microsoft.com/office/drawing/2014/main" id="{245BE065-D80A-9E38-2A02-B52500E534B2}"/>
              </a:ext>
            </a:extLst>
          </p:cNvPr>
          <p:cNvSpPr/>
          <p:nvPr/>
        </p:nvSpPr>
        <p:spPr>
          <a:xfrm>
            <a:off x="407989" y="1381000"/>
            <a:ext cx="640840" cy="6408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endParaRPr lang="en-IN" sz="1200">
              <a:solidFill>
                <a:schemeClr val="tx1"/>
              </a:solidFill>
            </a:endParaRPr>
          </a:p>
        </p:txBody>
      </p:sp>
      <p:sp>
        <p:nvSpPr>
          <p:cNvPr id="196" name="Oval 195">
            <a:extLst>
              <a:ext uri="{FF2B5EF4-FFF2-40B4-BE49-F238E27FC236}">
                <a16:creationId xmlns:a16="http://schemas.microsoft.com/office/drawing/2014/main" id="{B69E3E16-E974-A084-5907-FBCD6E70CC1D}"/>
              </a:ext>
            </a:extLst>
          </p:cNvPr>
          <p:cNvSpPr/>
          <p:nvPr/>
        </p:nvSpPr>
        <p:spPr>
          <a:xfrm>
            <a:off x="407989" y="2210238"/>
            <a:ext cx="640840" cy="6408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endParaRPr lang="en-IN" sz="1200">
              <a:solidFill>
                <a:schemeClr val="tx1"/>
              </a:solidFill>
            </a:endParaRPr>
          </a:p>
        </p:txBody>
      </p:sp>
      <p:sp>
        <p:nvSpPr>
          <p:cNvPr id="198" name="Oval 197">
            <a:extLst>
              <a:ext uri="{FF2B5EF4-FFF2-40B4-BE49-F238E27FC236}">
                <a16:creationId xmlns:a16="http://schemas.microsoft.com/office/drawing/2014/main" id="{7A7B9899-04A4-19B7-5827-F8569C958678}"/>
              </a:ext>
            </a:extLst>
          </p:cNvPr>
          <p:cNvSpPr/>
          <p:nvPr/>
        </p:nvSpPr>
        <p:spPr>
          <a:xfrm>
            <a:off x="407989" y="3039476"/>
            <a:ext cx="640840" cy="6408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endParaRPr lang="en-IN" sz="1200">
              <a:solidFill>
                <a:schemeClr val="tx1"/>
              </a:solidFill>
            </a:endParaRPr>
          </a:p>
        </p:txBody>
      </p:sp>
      <p:sp>
        <p:nvSpPr>
          <p:cNvPr id="200" name="Oval 199">
            <a:extLst>
              <a:ext uri="{FF2B5EF4-FFF2-40B4-BE49-F238E27FC236}">
                <a16:creationId xmlns:a16="http://schemas.microsoft.com/office/drawing/2014/main" id="{74C58EB1-C0B1-44FD-13FA-4FECB5321EA9}"/>
              </a:ext>
            </a:extLst>
          </p:cNvPr>
          <p:cNvSpPr/>
          <p:nvPr/>
        </p:nvSpPr>
        <p:spPr>
          <a:xfrm>
            <a:off x="407989" y="3868714"/>
            <a:ext cx="640840" cy="6408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endParaRPr lang="en-IN" sz="1200">
              <a:solidFill>
                <a:schemeClr val="tx1"/>
              </a:solidFill>
            </a:endParaRPr>
          </a:p>
        </p:txBody>
      </p:sp>
      <p:sp>
        <p:nvSpPr>
          <p:cNvPr id="202" name="Oval 201">
            <a:extLst>
              <a:ext uri="{FF2B5EF4-FFF2-40B4-BE49-F238E27FC236}">
                <a16:creationId xmlns:a16="http://schemas.microsoft.com/office/drawing/2014/main" id="{B41D6F91-6F89-40B1-CFEF-7EADE6B9309D}"/>
              </a:ext>
            </a:extLst>
          </p:cNvPr>
          <p:cNvSpPr/>
          <p:nvPr/>
        </p:nvSpPr>
        <p:spPr>
          <a:xfrm>
            <a:off x="407989" y="4697952"/>
            <a:ext cx="640840" cy="6408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endParaRPr lang="en-IN" sz="1200">
              <a:solidFill>
                <a:schemeClr val="tx1"/>
              </a:solidFill>
            </a:endParaRPr>
          </a:p>
        </p:txBody>
      </p:sp>
      <p:sp>
        <p:nvSpPr>
          <p:cNvPr id="205" name="Oval 204">
            <a:extLst>
              <a:ext uri="{FF2B5EF4-FFF2-40B4-BE49-F238E27FC236}">
                <a16:creationId xmlns:a16="http://schemas.microsoft.com/office/drawing/2014/main" id="{EF7E8E8A-1F54-F024-E587-C9B2813FA3C2}"/>
              </a:ext>
            </a:extLst>
          </p:cNvPr>
          <p:cNvSpPr/>
          <p:nvPr/>
        </p:nvSpPr>
        <p:spPr>
          <a:xfrm>
            <a:off x="407989" y="5527187"/>
            <a:ext cx="640840" cy="6408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endParaRPr lang="en-IN" sz="1200">
              <a:solidFill>
                <a:schemeClr val="tx1"/>
              </a:solidFill>
            </a:endParaRPr>
          </a:p>
        </p:txBody>
      </p:sp>
      <p:pic>
        <p:nvPicPr>
          <p:cNvPr id="67" name="Picture 66">
            <a:extLst>
              <a:ext uri="{FF2B5EF4-FFF2-40B4-BE49-F238E27FC236}">
                <a16:creationId xmlns:a16="http://schemas.microsoft.com/office/drawing/2014/main" id="{34452184-3D4E-935D-9CC8-C59521E335F3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7344" b="7344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E8EDCD82-09F7-9929-33F5-30C6E9139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9" y="385555"/>
            <a:ext cx="11379600" cy="430887"/>
          </a:xfrm>
        </p:spPr>
        <p:txBody>
          <a:bodyPr vert="horz" rIns="0">
            <a:spAutoFit/>
          </a:bodyPr>
          <a:lstStyle/>
          <a:p>
            <a:r>
              <a:rPr lang="en-US" dirty="0"/>
              <a:t>Context 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2A23C91-3705-1B56-F31F-17972CA54D38}"/>
              </a:ext>
            </a:extLst>
          </p:cNvPr>
          <p:cNvSpPr/>
          <p:nvPr/>
        </p:nvSpPr>
        <p:spPr>
          <a:xfrm flipH="1">
            <a:off x="6096000" y="0"/>
            <a:ext cx="6096000" cy="6858000"/>
          </a:xfrm>
          <a:custGeom>
            <a:avLst/>
            <a:gdLst>
              <a:gd name="csX0" fmla="*/ 4953411 w 5200650"/>
              <a:gd name="csY0" fmla="*/ 0 h 6693292"/>
              <a:gd name="csX1" fmla="*/ 0 w 5200650"/>
              <a:gd name="csY1" fmla="*/ 0 h 6693292"/>
              <a:gd name="csX2" fmla="*/ 0 w 5200650"/>
              <a:gd name="csY2" fmla="*/ 6693292 h 6693292"/>
              <a:gd name="csX3" fmla="*/ 5200650 w 5200650"/>
              <a:gd name="csY3" fmla="*/ 6693292 h 6693292"/>
              <a:gd name="csX4" fmla="*/ 5200650 w 5200650"/>
              <a:gd name="csY4" fmla="*/ 247239 h 6693292"/>
              <a:gd name="csX5" fmla="*/ 4953411 w 5200650"/>
              <a:gd name="csY5" fmla="*/ 0 h 66932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5200650" h="6693292">
                <a:moveTo>
                  <a:pt x="4953411" y="0"/>
                </a:moveTo>
                <a:lnTo>
                  <a:pt x="0" y="0"/>
                </a:lnTo>
                <a:lnTo>
                  <a:pt x="0" y="6693292"/>
                </a:lnTo>
                <a:lnTo>
                  <a:pt x="5200650" y="6693292"/>
                </a:lnTo>
                <a:lnTo>
                  <a:pt x="5200650" y="247239"/>
                </a:lnTo>
                <a:cubicBezTo>
                  <a:pt x="5200650" y="110693"/>
                  <a:pt x="5089957" y="0"/>
                  <a:pt x="4953411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1">
                  <a:alpha val="72000"/>
                </a:schemeClr>
              </a:gs>
            </a:gsLst>
            <a:lin ang="5400000" scaled="1"/>
            <a:tileRect/>
          </a:gra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ilat Light"/>
              <a:ea typeface="+mn-ea"/>
              <a:cs typeface="+mn-cs"/>
            </a:endParaRPr>
          </a:p>
        </p:txBody>
      </p:sp>
      <p:sp>
        <p:nvSpPr>
          <p:cNvPr id="14" name="Title 4">
            <a:extLst>
              <a:ext uri="{FF2B5EF4-FFF2-40B4-BE49-F238E27FC236}">
                <a16:creationId xmlns:a16="http://schemas.microsoft.com/office/drawing/2014/main" id="{CA4C5C89-6EE2-1B74-E4C1-F5DD440DEDC5}"/>
              </a:ext>
            </a:extLst>
          </p:cNvPr>
          <p:cNvSpPr txBox="1">
            <a:spLocks/>
          </p:cNvSpPr>
          <p:nvPr/>
        </p:nvSpPr>
        <p:spPr>
          <a:xfrm>
            <a:off x="6319520" y="385555"/>
            <a:ext cx="5464490" cy="43088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>
            <a:spAutoFit/>
          </a:bodyPr>
          <a:lstStyle>
            <a:lvl1pPr marR="0" indent="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IN" sz="2800" b="1">
                <a:solidFill>
                  <a:schemeClr val="accent1"/>
                </a:solidFill>
                <a:latin typeface="+mj-lt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Objectives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8E27C4E-4E21-1EEE-4ADC-C22E5848BD72}"/>
              </a:ext>
            </a:extLst>
          </p:cNvPr>
          <p:cNvSpPr txBox="1">
            <a:spLocks/>
          </p:cNvSpPr>
          <p:nvPr/>
        </p:nvSpPr>
        <p:spPr>
          <a:xfrm>
            <a:off x="6319521" y="1485977"/>
            <a:ext cx="5464490" cy="1154162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000"/>
              <a:buFontTx/>
              <a:buNone/>
              <a:tabLst>
                <a:tab pos="457200" algn="l"/>
              </a:tabLst>
              <a:defRPr/>
            </a:pPr>
            <a:r>
              <a:rPr kumimoji="0" lang="en-US" sz="1500" b="0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Aptos" panose="020B0004020202020204" pitchFamily="34" charset="0"/>
                <a:cs typeface="Arial" panose="020B0604020202020204" pitchFamily="34" charset="0"/>
              </a:rPr>
              <a:t>Framework illustrates how raw business information evolves into clear, compelling, and decision-driven presentations. It highlights six progressive stages that transform complex content into meaningful insights, strengthen visual communication, and support strategic business decisions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C26C0C9-B501-9C21-F500-8A67E4C06216}"/>
              </a:ext>
            </a:extLst>
          </p:cNvPr>
          <p:cNvSpPr txBox="1">
            <a:spLocks/>
          </p:cNvSpPr>
          <p:nvPr/>
        </p:nvSpPr>
        <p:spPr>
          <a:xfrm>
            <a:off x="1148081" y="1470588"/>
            <a:ext cx="4724400" cy="461665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000"/>
              <a:buFontTx/>
              <a:buNone/>
              <a:tabLst>
                <a:tab pos="457200" algn="l"/>
              </a:tabLst>
              <a:defRPr/>
            </a:pPr>
            <a:r>
              <a:rPr kumimoji="0" lang="en-US" sz="150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Aptos" panose="020B0004020202020204" pitchFamily="34" charset="0"/>
                <a:cs typeface="Arial" panose="020B0604020202020204" pitchFamily="34" charset="0"/>
              </a:rPr>
              <a:t>Influence executive decisions and drive meaningful business outcomes through impactful communication</a:t>
            </a:r>
            <a:endParaRPr kumimoji="0" lang="en-US" sz="15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43A4BC0-291C-D513-0569-10F05CDE015B}"/>
              </a:ext>
            </a:extLst>
          </p:cNvPr>
          <p:cNvSpPr txBox="1"/>
          <p:nvPr/>
        </p:nvSpPr>
        <p:spPr>
          <a:xfrm>
            <a:off x="1148081" y="2299825"/>
            <a:ext cx="4724400" cy="461665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000"/>
              <a:buFontTx/>
              <a:buNone/>
              <a:tabLst>
                <a:tab pos="457200" algn="l"/>
              </a:tabLst>
              <a:defRPr/>
            </a:pPr>
            <a:r>
              <a:rPr kumimoji="0" lang="en-US" sz="150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Aptos" panose="020B0004020202020204" pitchFamily="34" charset="0"/>
                <a:cs typeface="Arial" panose="020B0604020202020204" pitchFamily="34" charset="0"/>
              </a:rPr>
              <a:t>Transform key findings into meaningful recommendations that support informed decision-making</a:t>
            </a:r>
            <a:endParaRPr kumimoji="0" lang="en-US" sz="15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FE4BBF1-9819-D18C-FF65-A5CF036A4B44}"/>
              </a:ext>
            </a:extLst>
          </p:cNvPr>
          <p:cNvSpPr txBox="1"/>
          <p:nvPr/>
        </p:nvSpPr>
        <p:spPr>
          <a:xfrm>
            <a:off x="1148081" y="3129062"/>
            <a:ext cx="4724400" cy="461665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000"/>
              <a:buFontTx/>
              <a:buNone/>
              <a:tabLst>
                <a:tab pos="457200" algn="l"/>
              </a:tabLst>
              <a:defRPr/>
            </a:pPr>
            <a:r>
              <a:rPr kumimoji="0" lang="en-US" sz="150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Aptos" panose="020B0004020202020204" pitchFamily="34" charset="0"/>
                <a:cs typeface="Arial" panose="020B0604020202020204" pitchFamily="34" charset="0"/>
              </a:rPr>
              <a:t>Communicate insights through compelling narratives, engaging visuals, and structured business messages</a:t>
            </a:r>
            <a:endParaRPr kumimoji="0" lang="en-US" sz="15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C6FFFED-7386-7995-6DEC-A5A2D7571676}"/>
              </a:ext>
            </a:extLst>
          </p:cNvPr>
          <p:cNvSpPr txBox="1"/>
          <p:nvPr/>
        </p:nvSpPr>
        <p:spPr>
          <a:xfrm>
            <a:off x="1148081" y="3958299"/>
            <a:ext cx="4724400" cy="461665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000"/>
              <a:buFontTx/>
              <a:buNone/>
              <a:tabLst>
                <a:tab pos="457200" algn="l"/>
              </a:tabLst>
              <a:defRPr/>
            </a:pPr>
            <a:r>
              <a:rPr kumimoji="0" lang="en-US" sz="150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Aptos" panose="020B0004020202020204" pitchFamily="34" charset="0"/>
                <a:cs typeface="Arial" panose="020B0604020202020204" pitchFamily="34" charset="0"/>
              </a:rPr>
              <a:t>Simplify complex information, eliminate unnecessary details, and strengthen message clarity</a:t>
            </a:r>
            <a:endParaRPr kumimoji="0" lang="en-US" sz="15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6BA9754-BDA9-0BAD-D0CA-A8E09CA6ADD8}"/>
              </a:ext>
            </a:extLst>
          </p:cNvPr>
          <p:cNvSpPr txBox="1"/>
          <p:nvPr/>
        </p:nvSpPr>
        <p:spPr>
          <a:xfrm>
            <a:off x="1148081" y="4787536"/>
            <a:ext cx="4724400" cy="461665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000"/>
              <a:buFontTx/>
              <a:buNone/>
              <a:tabLst>
                <a:tab pos="457200" algn="l"/>
              </a:tabLst>
              <a:defRPr/>
            </a:pPr>
            <a:r>
              <a:rPr kumimoji="0" lang="en-US" sz="150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Aptos" panose="020B0004020202020204" pitchFamily="34" charset="0"/>
                <a:cs typeface="Arial" panose="020B0604020202020204" pitchFamily="34" charset="0"/>
              </a:rPr>
              <a:t>Identify relevant facts, patterns, and key messages from business information and supporting data</a:t>
            </a:r>
            <a:endParaRPr kumimoji="0" lang="en-US" sz="15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3932680-AC36-8948-9B5F-0FEF3062C6E1}"/>
              </a:ext>
            </a:extLst>
          </p:cNvPr>
          <p:cNvSpPr txBox="1"/>
          <p:nvPr/>
        </p:nvSpPr>
        <p:spPr>
          <a:xfrm>
            <a:off x="1148081" y="5616775"/>
            <a:ext cx="4724400" cy="461665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000"/>
              <a:buFontTx/>
              <a:buNone/>
              <a:tabLst>
                <a:tab pos="457200" algn="l"/>
              </a:tabLst>
              <a:defRPr/>
            </a:pPr>
            <a:r>
              <a:rPr kumimoji="0" lang="en-US" sz="150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Aptos" panose="020B0004020202020204" pitchFamily="34" charset="0"/>
                <a:cs typeface="Arial" panose="020B0604020202020204" pitchFamily="34" charset="0"/>
              </a:rPr>
              <a:t>Establish the foundation using initial business inputs, research findings, data, and client materials</a:t>
            </a:r>
            <a:endParaRPr kumimoji="0" lang="en-US" sz="15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FE377FC-FAAB-71DD-1D39-7EFEFA7E4CD8}"/>
              </a:ext>
            </a:extLst>
          </p:cNvPr>
          <p:cNvCxnSpPr>
            <a:cxnSpLocks/>
          </p:cNvCxnSpPr>
          <p:nvPr/>
        </p:nvCxnSpPr>
        <p:spPr>
          <a:xfrm>
            <a:off x="407989" y="2116039"/>
            <a:ext cx="5464492" cy="0"/>
          </a:xfrm>
          <a:prstGeom prst="line">
            <a:avLst/>
          </a:prstGeom>
          <a:ln w="6350" cap="rnd">
            <a:solidFill>
              <a:schemeClr val="bg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31542FC-444A-BD9A-36AF-9DC6F9DC8377}"/>
              </a:ext>
            </a:extLst>
          </p:cNvPr>
          <p:cNvCxnSpPr>
            <a:cxnSpLocks/>
          </p:cNvCxnSpPr>
          <p:nvPr/>
        </p:nvCxnSpPr>
        <p:spPr>
          <a:xfrm>
            <a:off x="407989" y="2945277"/>
            <a:ext cx="5464492" cy="0"/>
          </a:xfrm>
          <a:prstGeom prst="line">
            <a:avLst/>
          </a:prstGeom>
          <a:ln w="6350" cap="rnd">
            <a:solidFill>
              <a:schemeClr val="bg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C285027D-1DF3-23D8-94FB-242CA6FE80D3}"/>
              </a:ext>
            </a:extLst>
          </p:cNvPr>
          <p:cNvCxnSpPr>
            <a:cxnSpLocks/>
          </p:cNvCxnSpPr>
          <p:nvPr/>
        </p:nvCxnSpPr>
        <p:spPr>
          <a:xfrm>
            <a:off x="407989" y="3774515"/>
            <a:ext cx="5464492" cy="0"/>
          </a:xfrm>
          <a:prstGeom prst="line">
            <a:avLst/>
          </a:prstGeom>
          <a:ln w="6350" cap="rnd">
            <a:solidFill>
              <a:schemeClr val="bg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EDD1B21-9968-8240-D1D1-0825C6F722A9}"/>
              </a:ext>
            </a:extLst>
          </p:cNvPr>
          <p:cNvCxnSpPr>
            <a:cxnSpLocks/>
          </p:cNvCxnSpPr>
          <p:nvPr/>
        </p:nvCxnSpPr>
        <p:spPr>
          <a:xfrm>
            <a:off x="407989" y="4603753"/>
            <a:ext cx="5464492" cy="0"/>
          </a:xfrm>
          <a:prstGeom prst="line">
            <a:avLst/>
          </a:prstGeom>
          <a:ln w="6350" cap="rnd">
            <a:solidFill>
              <a:schemeClr val="bg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54659DF-6850-482D-BB9E-07F59B8EE9FE}"/>
              </a:ext>
            </a:extLst>
          </p:cNvPr>
          <p:cNvCxnSpPr>
            <a:cxnSpLocks/>
          </p:cNvCxnSpPr>
          <p:nvPr/>
        </p:nvCxnSpPr>
        <p:spPr>
          <a:xfrm>
            <a:off x="407989" y="5432991"/>
            <a:ext cx="5464492" cy="0"/>
          </a:xfrm>
          <a:prstGeom prst="line">
            <a:avLst/>
          </a:prstGeom>
          <a:ln w="6350" cap="rnd">
            <a:solidFill>
              <a:schemeClr val="bg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BAC5501F-07FB-076F-7445-CA082F65A507}"/>
              </a:ext>
            </a:extLst>
          </p:cNvPr>
          <p:cNvSpPr txBox="1">
            <a:spLocks/>
          </p:cNvSpPr>
          <p:nvPr/>
        </p:nvSpPr>
        <p:spPr>
          <a:xfrm>
            <a:off x="6319521" y="2956301"/>
            <a:ext cx="5464490" cy="276999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000"/>
              <a:buFontTx/>
              <a:buNone/>
              <a:tabLst>
                <a:tab pos="457200" algn="l"/>
              </a:tabLst>
              <a:defRPr/>
            </a:pPr>
            <a:r>
              <a:rPr kumimoji="0" lang="en-US" sz="1800" b="1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Aptos" panose="020B0004020202020204" pitchFamily="34" charset="0"/>
                <a:cs typeface="Arial" panose="020B0604020202020204" pitchFamily="34" charset="0"/>
              </a:rPr>
              <a:t>This is structured around 2 sections: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1A17B181-168B-BDDF-0D95-6856B8812CCE}"/>
              </a:ext>
            </a:extLst>
          </p:cNvPr>
          <p:cNvSpPr/>
          <p:nvPr/>
        </p:nvSpPr>
        <p:spPr>
          <a:xfrm>
            <a:off x="6319521" y="3434176"/>
            <a:ext cx="2603359" cy="3010185"/>
          </a:xfrm>
          <a:prstGeom prst="roundRect">
            <a:avLst>
              <a:gd name="adj" fmla="val 6661"/>
            </a:avLst>
          </a:prstGeom>
          <a:solidFill>
            <a:schemeClr val="bg1">
              <a:alpha val="28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151200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  <a:defRPr/>
            </a:pPr>
            <a:r>
              <a:rPr kumimoji="0" lang="en-US" sz="1600" b="0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Aptos" panose="020B0004020202020204" pitchFamily="34" charset="0"/>
                <a:cs typeface="Arial" panose="020B0604020202020204" pitchFamily="34" charset="0"/>
              </a:rPr>
              <a:t>Gather, analyze, and refine complex information to establish clear and meaningful business messages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EC46CFA1-99F5-97FC-BCCD-E8FF17213C75}"/>
              </a:ext>
            </a:extLst>
          </p:cNvPr>
          <p:cNvSpPr/>
          <p:nvPr/>
        </p:nvSpPr>
        <p:spPr>
          <a:xfrm>
            <a:off x="9180651" y="3434176"/>
            <a:ext cx="2603359" cy="3010185"/>
          </a:xfrm>
          <a:prstGeom prst="roundRect">
            <a:avLst>
              <a:gd name="adj" fmla="val 6661"/>
            </a:avLst>
          </a:prstGeom>
          <a:solidFill>
            <a:schemeClr val="bg1">
              <a:alpha val="28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151200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  <a:defRPr/>
            </a:pPr>
            <a:r>
              <a:rPr kumimoji="0" lang="en-US" sz="1600" b="0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Aptos" panose="020B0004020202020204" pitchFamily="34" charset="0"/>
                <a:cs typeface="Arial" panose="020B0604020202020204" pitchFamily="34" charset="0"/>
              </a:rPr>
              <a:t>Transform refined </a:t>
            </a:r>
            <a:br>
              <a:rPr kumimoji="0" lang="en-US" sz="1600" b="0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kumimoji="0" lang="en-US" sz="1600" b="0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Aptos" panose="020B0004020202020204" pitchFamily="34" charset="0"/>
                <a:cs typeface="Arial" panose="020B0604020202020204" pitchFamily="34" charset="0"/>
              </a:rPr>
              <a:t>content into compelling visual and actionable insights that drive strategic decisions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5E3119C3-37F2-C3DB-BB07-A3D24C7EFAEC}"/>
              </a:ext>
            </a:extLst>
          </p:cNvPr>
          <p:cNvSpPr/>
          <p:nvPr/>
        </p:nvSpPr>
        <p:spPr>
          <a:xfrm>
            <a:off x="7281001" y="3697639"/>
            <a:ext cx="680398" cy="680398"/>
          </a:xfrm>
          <a:prstGeom prst="ellipse">
            <a:avLst/>
          </a:prstGeom>
          <a:solidFill>
            <a:schemeClr val="accent4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 err="1">
              <a:ln>
                <a:noFill/>
              </a:ln>
              <a:solidFill>
                <a:srgbClr val="1E145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76390BBF-8E5D-F02E-A2E1-3DED21E3BD86}"/>
              </a:ext>
            </a:extLst>
          </p:cNvPr>
          <p:cNvSpPr/>
          <p:nvPr/>
        </p:nvSpPr>
        <p:spPr>
          <a:xfrm>
            <a:off x="7360530" y="3777167"/>
            <a:ext cx="521341" cy="521341"/>
          </a:xfrm>
          <a:prstGeom prst="ellipse">
            <a:avLst/>
          </a:prstGeom>
          <a:solidFill>
            <a:schemeClr val="bg2"/>
          </a:solidFill>
          <a:ln w="6350" cap="sq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ea typeface="+mn-ea"/>
                <a:cs typeface="+mn-cs"/>
              </a:rPr>
              <a:t>01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ED9DE89B-DDE8-5AA7-042B-69F461F3A935}"/>
              </a:ext>
            </a:extLst>
          </p:cNvPr>
          <p:cNvSpPr/>
          <p:nvPr/>
        </p:nvSpPr>
        <p:spPr>
          <a:xfrm>
            <a:off x="10142131" y="3697639"/>
            <a:ext cx="680398" cy="680398"/>
          </a:xfrm>
          <a:prstGeom prst="ellipse">
            <a:avLst/>
          </a:prstGeom>
          <a:solidFill>
            <a:schemeClr val="accent4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 err="1">
              <a:ln>
                <a:noFill/>
              </a:ln>
              <a:solidFill>
                <a:srgbClr val="1E145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CDA047A3-2DAB-28F9-0CB9-DE62FCA1BC96}"/>
              </a:ext>
            </a:extLst>
          </p:cNvPr>
          <p:cNvSpPr/>
          <p:nvPr/>
        </p:nvSpPr>
        <p:spPr>
          <a:xfrm>
            <a:off x="10221660" y="3777167"/>
            <a:ext cx="521341" cy="521341"/>
          </a:xfrm>
          <a:prstGeom prst="ellipse">
            <a:avLst/>
          </a:prstGeom>
          <a:solidFill>
            <a:schemeClr val="bg2"/>
          </a:solidFill>
          <a:ln w="6350" cap="sq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ea typeface="+mn-ea"/>
                <a:cs typeface="+mn-cs"/>
              </a:rPr>
              <a:t>02</a:t>
            </a:r>
          </a:p>
        </p:txBody>
      </p:sp>
      <p:sp>
        <p:nvSpPr>
          <p:cNvPr id="98" name="Text Placeholder 4">
            <a:extLst>
              <a:ext uri="{FF2B5EF4-FFF2-40B4-BE49-F238E27FC236}">
                <a16:creationId xmlns:a16="http://schemas.microsoft.com/office/drawing/2014/main" id="{4A132865-3421-037E-7ED1-64925DBD4635}"/>
              </a:ext>
            </a:extLst>
          </p:cNvPr>
          <p:cNvSpPr txBox="1">
            <a:spLocks/>
          </p:cNvSpPr>
          <p:nvPr/>
        </p:nvSpPr>
        <p:spPr>
          <a:xfrm>
            <a:off x="407989" y="6543246"/>
            <a:ext cx="11379600" cy="153888"/>
          </a:xfrm>
          <a:prstGeom prst="rect">
            <a:avLst/>
          </a:prstGeom>
        </p:spPr>
        <p:txBody>
          <a:bodyPr lIns="0" tIns="0" rIns="0" bIns="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b="1" dirty="0"/>
              <a:t>Source:</a:t>
            </a:r>
            <a:r>
              <a:rPr lang="en-US" sz="1000" dirty="0"/>
              <a:t> Content taken from random online source.</a:t>
            </a:r>
            <a:endParaRPr lang="en-IN" sz="1000" dirty="0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17ADC5DB-130B-A5E9-F689-86BC2532CA55}"/>
              </a:ext>
            </a:extLst>
          </p:cNvPr>
          <p:cNvSpPr txBox="1">
            <a:spLocks/>
          </p:cNvSpPr>
          <p:nvPr/>
        </p:nvSpPr>
        <p:spPr>
          <a:xfrm>
            <a:off x="6319521" y="4619142"/>
            <a:ext cx="2603359" cy="24622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000"/>
              <a:buFontTx/>
              <a:buNone/>
              <a:tabLst>
                <a:tab pos="457200" algn="l"/>
              </a:tabLst>
              <a:defRPr/>
            </a:pPr>
            <a:r>
              <a:rPr kumimoji="0" lang="en-US" sz="1600" b="1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Aptos" panose="020B0004020202020204" pitchFamily="34" charset="0"/>
                <a:cs typeface="Arial" panose="020B0604020202020204" pitchFamily="34" charset="0"/>
              </a:rPr>
              <a:t>Building the Foundation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7BA14AB7-64B0-3598-0078-20B961839E4D}"/>
              </a:ext>
            </a:extLst>
          </p:cNvPr>
          <p:cNvSpPr txBox="1">
            <a:spLocks/>
          </p:cNvSpPr>
          <p:nvPr/>
        </p:nvSpPr>
        <p:spPr>
          <a:xfrm>
            <a:off x="9180652" y="4619142"/>
            <a:ext cx="2603359" cy="24622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000"/>
              <a:buFontTx/>
              <a:buNone/>
              <a:tabLst>
                <a:tab pos="457200" algn="l"/>
              </a:tabLst>
              <a:defRPr/>
            </a:pPr>
            <a:r>
              <a:rPr kumimoji="0" lang="en-US" sz="1600" b="1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Aptos" panose="020B0004020202020204" pitchFamily="34" charset="0"/>
                <a:cs typeface="Arial" panose="020B0604020202020204" pitchFamily="34" charset="0"/>
              </a:rPr>
              <a:t>Deliver Business Impact</a:t>
            </a:r>
          </a:p>
        </p:txBody>
      </p: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32685B7E-FE45-3D09-E01F-7C554625ED8B}"/>
              </a:ext>
            </a:extLst>
          </p:cNvPr>
          <p:cNvGrpSpPr/>
          <p:nvPr/>
        </p:nvGrpSpPr>
        <p:grpSpPr>
          <a:xfrm>
            <a:off x="559504" y="5711611"/>
            <a:ext cx="337810" cy="271992"/>
            <a:chOff x="12803726" y="1121704"/>
            <a:chExt cx="824281" cy="663669"/>
          </a:xfrm>
          <a:solidFill>
            <a:schemeClr val="bg1"/>
          </a:solidFill>
        </p:grpSpPr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B0BCBB66-FD9A-60BB-DDE5-F318A7FADCAD}"/>
                </a:ext>
              </a:extLst>
            </p:cNvPr>
            <p:cNvSpPr/>
            <p:nvPr/>
          </p:nvSpPr>
          <p:spPr>
            <a:xfrm>
              <a:off x="12803726" y="1163201"/>
              <a:ext cx="622210" cy="622172"/>
            </a:xfrm>
            <a:custGeom>
              <a:avLst/>
              <a:gdLst>
                <a:gd name="csX0" fmla="*/ 546978 w 622210"/>
                <a:gd name="csY0" fmla="*/ 622172 h 622172"/>
                <a:gd name="csX1" fmla="*/ 75195 w 622210"/>
                <a:gd name="csY1" fmla="*/ 622172 h 622172"/>
                <a:gd name="csX2" fmla="*/ 0 w 622210"/>
                <a:gd name="csY2" fmla="*/ 546977 h 622172"/>
                <a:gd name="csX3" fmla="*/ 0 w 622210"/>
                <a:gd name="csY3" fmla="*/ 75232 h 622172"/>
                <a:gd name="csX4" fmla="*/ 75195 w 622210"/>
                <a:gd name="csY4" fmla="*/ 0 h 622172"/>
                <a:gd name="csX5" fmla="*/ 534186 w 622210"/>
                <a:gd name="csY5" fmla="*/ 0 h 622172"/>
                <a:gd name="csX6" fmla="*/ 546315 w 622210"/>
                <a:gd name="csY6" fmla="*/ 12092 h 622172"/>
                <a:gd name="csX7" fmla="*/ 534186 w 622210"/>
                <a:gd name="csY7" fmla="*/ 24184 h 622172"/>
                <a:gd name="csX8" fmla="*/ 75195 w 622210"/>
                <a:gd name="csY8" fmla="*/ 24184 h 622172"/>
                <a:gd name="csX9" fmla="*/ 24184 w 622210"/>
                <a:gd name="csY9" fmla="*/ 75232 h 622172"/>
                <a:gd name="csX10" fmla="*/ 24184 w 622210"/>
                <a:gd name="csY10" fmla="*/ 546977 h 622172"/>
                <a:gd name="csX11" fmla="*/ 75195 w 622210"/>
                <a:gd name="csY11" fmla="*/ 597988 h 622172"/>
                <a:gd name="csX12" fmla="*/ 546978 w 622210"/>
                <a:gd name="csY12" fmla="*/ 597988 h 622172"/>
                <a:gd name="csX13" fmla="*/ 598026 w 622210"/>
                <a:gd name="csY13" fmla="*/ 546977 h 622172"/>
                <a:gd name="csX14" fmla="*/ 598026 w 622210"/>
                <a:gd name="csY14" fmla="*/ 302337 h 622172"/>
                <a:gd name="csX15" fmla="*/ 610081 w 622210"/>
                <a:gd name="csY15" fmla="*/ 290282 h 622172"/>
                <a:gd name="csX16" fmla="*/ 622210 w 622210"/>
                <a:gd name="csY16" fmla="*/ 302337 h 622172"/>
                <a:gd name="csX17" fmla="*/ 622210 w 622210"/>
                <a:gd name="csY17" fmla="*/ 546977 h 622172"/>
                <a:gd name="csX18" fmla="*/ 546978 w 622210"/>
                <a:gd name="csY18" fmla="*/ 622172 h 6221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622210" h="622172">
                  <a:moveTo>
                    <a:pt x="546978" y="622172"/>
                  </a:moveTo>
                  <a:lnTo>
                    <a:pt x="75195" y="622172"/>
                  </a:lnTo>
                  <a:cubicBezTo>
                    <a:pt x="33709" y="622135"/>
                    <a:pt x="37" y="588499"/>
                    <a:pt x="0" y="546977"/>
                  </a:cubicBezTo>
                  <a:lnTo>
                    <a:pt x="0" y="75232"/>
                  </a:lnTo>
                  <a:cubicBezTo>
                    <a:pt x="37" y="33709"/>
                    <a:pt x="33710" y="37"/>
                    <a:pt x="75195" y="0"/>
                  </a:cubicBezTo>
                  <a:lnTo>
                    <a:pt x="534186" y="0"/>
                  </a:lnTo>
                  <a:cubicBezTo>
                    <a:pt x="540883" y="0"/>
                    <a:pt x="546315" y="5432"/>
                    <a:pt x="546315" y="12092"/>
                  </a:cubicBezTo>
                  <a:cubicBezTo>
                    <a:pt x="546315" y="18752"/>
                    <a:pt x="540883" y="24184"/>
                    <a:pt x="534186" y="24184"/>
                  </a:cubicBezTo>
                  <a:lnTo>
                    <a:pt x="75195" y="24184"/>
                  </a:lnTo>
                  <a:cubicBezTo>
                    <a:pt x="47030" y="24221"/>
                    <a:pt x="24221" y="47029"/>
                    <a:pt x="24184" y="75232"/>
                  </a:cubicBezTo>
                  <a:lnTo>
                    <a:pt x="24184" y="546977"/>
                  </a:lnTo>
                  <a:cubicBezTo>
                    <a:pt x="24221" y="575142"/>
                    <a:pt x="47029" y="597988"/>
                    <a:pt x="75195" y="597988"/>
                  </a:cubicBezTo>
                  <a:lnTo>
                    <a:pt x="546978" y="597988"/>
                  </a:lnTo>
                  <a:cubicBezTo>
                    <a:pt x="575143" y="597951"/>
                    <a:pt x="597952" y="575143"/>
                    <a:pt x="598026" y="546977"/>
                  </a:cubicBezTo>
                  <a:lnTo>
                    <a:pt x="598026" y="302337"/>
                  </a:lnTo>
                  <a:cubicBezTo>
                    <a:pt x="598026" y="295677"/>
                    <a:pt x="603421" y="290282"/>
                    <a:pt x="610081" y="290282"/>
                  </a:cubicBezTo>
                  <a:cubicBezTo>
                    <a:pt x="616778" y="290282"/>
                    <a:pt x="622210" y="295677"/>
                    <a:pt x="622210" y="302337"/>
                  </a:cubicBezTo>
                  <a:lnTo>
                    <a:pt x="622210" y="546977"/>
                  </a:lnTo>
                  <a:cubicBezTo>
                    <a:pt x="622136" y="588500"/>
                    <a:pt x="588500" y="622135"/>
                    <a:pt x="546978" y="62217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69330292-B591-2A51-10E4-6F47D9D9BBED}"/>
                </a:ext>
              </a:extLst>
            </p:cNvPr>
            <p:cNvSpPr/>
            <p:nvPr/>
          </p:nvSpPr>
          <p:spPr>
            <a:xfrm>
              <a:off x="13018000" y="1163200"/>
              <a:ext cx="193625" cy="260147"/>
            </a:xfrm>
            <a:custGeom>
              <a:avLst/>
              <a:gdLst>
                <a:gd name="csX0" fmla="*/ 12092 w 193625"/>
                <a:gd name="csY0" fmla="*/ 260147 h 260147"/>
                <a:gd name="csX1" fmla="*/ 3535 w 193625"/>
                <a:gd name="csY1" fmla="*/ 256612 h 260147"/>
                <a:gd name="csX2" fmla="*/ 0 w 193625"/>
                <a:gd name="csY2" fmla="*/ 248055 h 260147"/>
                <a:gd name="csX3" fmla="*/ 0 w 193625"/>
                <a:gd name="csY3" fmla="*/ 12092 h 260147"/>
                <a:gd name="csX4" fmla="*/ 12092 w 193625"/>
                <a:gd name="csY4" fmla="*/ 0 h 260147"/>
                <a:gd name="csX5" fmla="*/ 181570 w 193625"/>
                <a:gd name="csY5" fmla="*/ 0 h 260147"/>
                <a:gd name="csX6" fmla="*/ 193625 w 193625"/>
                <a:gd name="csY6" fmla="*/ 12092 h 260147"/>
                <a:gd name="csX7" fmla="*/ 193625 w 193625"/>
                <a:gd name="csY7" fmla="*/ 248055 h 260147"/>
                <a:gd name="csX8" fmla="*/ 186779 w 193625"/>
                <a:gd name="csY8" fmla="*/ 258956 h 260147"/>
                <a:gd name="csX9" fmla="*/ 173979 w 193625"/>
                <a:gd name="csY9" fmla="*/ 257468 h 260147"/>
                <a:gd name="csX10" fmla="*/ 96961 w 193625"/>
                <a:gd name="csY10" fmla="*/ 195778 h 260147"/>
                <a:gd name="csX11" fmla="*/ 19645 w 193625"/>
                <a:gd name="csY11" fmla="*/ 257468 h 260147"/>
                <a:gd name="csX12" fmla="*/ 19645 w 193625"/>
                <a:gd name="csY12" fmla="*/ 257505 h 260147"/>
                <a:gd name="csX13" fmla="*/ 12092 w 193625"/>
                <a:gd name="csY13" fmla="*/ 260147 h 260147"/>
                <a:gd name="csX14" fmla="*/ 24184 w 193625"/>
                <a:gd name="csY14" fmla="*/ 24184 h 260147"/>
                <a:gd name="csX15" fmla="*/ 24184 w 193625"/>
                <a:gd name="csY15" fmla="*/ 222942 h 260147"/>
                <a:gd name="csX16" fmla="*/ 89446 w 193625"/>
                <a:gd name="csY16" fmla="*/ 170852 h 260147"/>
                <a:gd name="csX17" fmla="*/ 104514 w 193625"/>
                <a:gd name="csY17" fmla="*/ 170852 h 260147"/>
                <a:gd name="csX18" fmla="*/ 169441 w 193625"/>
                <a:gd name="csY18" fmla="*/ 222867 h 260147"/>
                <a:gd name="csX19" fmla="*/ 169441 w 193625"/>
                <a:gd name="csY19" fmla="*/ 24185 h 2601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193625" h="260147">
                  <a:moveTo>
                    <a:pt x="12092" y="260147"/>
                  </a:moveTo>
                  <a:cubicBezTo>
                    <a:pt x="8892" y="260147"/>
                    <a:pt x="5804" y="258882"/>
                    <a:pt x="3535" y="256612"/>
                  </a:cubicBezTo>
                  <a:cubicBezTo>
                    <a:pt x="1265" y="254343"/>
                    <a:pt x="0" y="251255"/>
                    <a:pt x="0" y="248055"/>
                  </a:cubicBezTo>
                  <a:lnTo>
                    <a:pt x="0" y="12092"/>
                  </a:lnTo>
                  <a:cubicBezTo>
                    <a:pt x="0" y="5432"/>
                    <a:pt x="5432" y="0"/>
                    <a:pt x="12092" y="0"/>
                  </a:cubicBezTo>
                  <a:lnTo>
                    <a:pt x="181570" y="0"/>
                  </a:lnTo>
                  <a:cubicBezTo>
                    <a:pt x="188230" y="0"/>
                    <a:pt x="193625" y="5432"/>
                    <a:pt x="193625" y="12092"/>
                  </a:cubicBezTo>
                  <a:lnTo>
                    <a:pt x="193625" y="248055"/>
                  </a:lnTo>
                  <a:cubicBezTo>
                    <a:pt x="193625" y="252706"/>
                    <a:pt x="190983" y="256947"/>
                    <a:pt x="186779" y="258956"/>
                  </a:cubicBezTo>
                  <a:cubicBezTo>
                    <a:pt x="182612" y="260965"/>
                    <a:pt x="177626" y="260370"/>
                    <a:pt x="173979" y="257468"/>
                  </a:cubicBezTo>
                  <a:lnTo>
                    <a:pt x="96961" y="195778"/>
                  </a:lnTo>
                  <a:lnTo>
                    <a:pt x="19645" y="257468"/>
                  </a:lnTo>
                  <a:lnTo>
                    <a:pt x="19645" y="257505"/>
                  </a:lnTo>
                  <a:cubicBezTo>
                    <a:pt x="17487" y="259217"/>
                    <a:pt x="14845" y="260147"/>
                    <a:pt x="12092" y="260147"/>
                  </a:cubicBezTo>
                  <a:close/>
                  <a:moveTo>
                    <a:pt x="24184" y="24184"/>
                  </a:moveTo>
                  <a:lnTo>
                    <a:pt x="24184" y="222942"/>
                  </a:lnTo>
                  <a:lnTo>
                    <a:pt x="89446" y="170852"/>
                  </a:lnTo>
                  <a:cubicBezTo>
                    <a:pt x="93836" y="167318"/>
                    <a:pt x="100124" y="167318"/>
                    <a:pt x="104514" y="170852"/>
                  </a:cubicBezTo>
                  <a:lnTo>
                    <a:pt x="169441" y="222867"/>
                  </a:lnTo>
                  <a:lnTo>
                    <a:pt x="169441" y="2418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994BCC41-21B7-6F54-B81B-6722D0B3F257}"/>
                </a:ext>
              </a:extLst>
            </p:cNvPr>
            <p:cNvSpPr/>
            <p:nvPr/>
          </p:nvSpPr>
          <p:spPr>
            <a:xfrm>
              <a:off x="12908759" y="1518778"/>
              <a:ext cx="24183" cy="146970"/>
            </a:xfrm>
            <a:custGeom>
              <a:avLst/>
              <a:gdLst>
                <a:gd name="csX0" fmla="*/ 12129 w 24183"/>
                <a:gd name="csY0" fmla="*/ 146971 h 146970"/>
                <a:gd name="csX1" fmla="*/ 0 w 24183"/>
                <a:gd name="csY1" fmla="*/ 134879 h 146970"/>
                <a:gd name="csX2" fmla="*/ 0 w 24183"/>
                <a:gd name="csY2" fmla="*/ 12092 h 146970"/>
                <a:gd name="csX3" fmla="*/ 12129 w 24183"/>
                <a:gd name="csY3" fmla="*/ 0 h 146970"/>
                <a:gd name="csX4" fmla="*/ 24184 w 24183"/>
                <a:gd name="csY4" fmla="*/ 12092 h 146970"/>
                <a:gd name="csX5" fmla="*/ 24184 w 24183"/>
                <a:gd name="csY5" fmla="*/ 134879 h 146970"/>
                <a:gd name="csX6" fmla="*/ 12129 w 24183"/>
                <a:gd name="csY6" fmla="*/ 146971 h 1469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4183" h="146970">
                  <a:moveTo>
                    <a:pt x="12129" y="146971"/>
                  </a:moveTo>
                  <a:cubicBezTo>
                    <a:pt x="5432" y="146971"/>
                    <a:pt x="0" y="141539"/>
                    <a:pt x="0" y="134879"/>
                  </a:cubicBezTo>
                  <a:lnTo>
                    <a:pt x="0" y="12092"/>
                  </a:lnTo>
                  <a:cubicBezTo>
                    <a:pt x="0" y="5432"/>
                    <a:pt x="5432" y="0"/>
                    <a:pt x="12129" y="0"/>
                  </a:cubicBezTo>
                  <a:cubicBezTo>
                    <a:pt x="18789" y="0"/>
                    <a:pt x="24184" y="5432"/>
                    <a:pt x="24184" y="12092"/>
                  </a:cubicBezTo>
                  <a:lnTo>
                    <a:pt x="24184" y="134879"/>
                  </a:lnTo>
                  <a:cubicBezTo>
                    <a:pt x="24184" y="141539"/>
                    <a:pt x="18789" y="146971"/>
                    <a:pt x="12129" y="1469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E7EDCBD0-4ABA-8A96-6158-723C082025AA}"/>
                </a:ext>
              </a:extLst>
            </p:cNvPr>
            <p:cNvSpPr/>
            <p:nvPr/>
          </p:nvSpPr>
          <p:spPr>
            <a:xfrm>
              <a:off x="13023991" y="1518778"/>
              <a:ext cx="24183" cy="146970"/>
            </a:xfrm>
            <a:custGeom>
              <a:avLst/>
              <a:gdLst>
                <a:gd name="csX0" fmla="*/ 12092 w 24183"/>
                <a:gd name="csY0" fmla="*/ 146971 h 146970"/>
                <a:gd name="csX1" fmla="*/ 0 w 24183"/>
                <a:gd name="csY1" fmla="*/ 134879 h 146970"/>
                <a:gd name="csX2" fmla="*/ 0 w 24183"/>
                <a:gd name="csY2" fmla="*/ 12092 h 146970"/>
                <a:gd name="csX3" fmla="*/ 12092 w 24183"/>
                <a:gd name="csY3" fmla="*/ 0 h 146970"/>
                <a:gd name="csX4" fmla="*/ 24184 w 24183"/>
                <a:gd name="csY4" fmla="*/ 12092 h 146970"/>
                <a:gd name="csX5" fmla="*/ 24184 w 24183"/>
                <a:gd name="csY5" fmla="*/ 134879 h 146970"/>
                <a:gd name="csX6" fmla="*/ 12092 w 24183"/>
                <a:gd name="csY6" fmla="*/ 146971 h 1469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4183" h="146970">
                  <a:moveTo>
                    <a:pt x="12092" y="146971"/>
                  </a:moveTo>
                  <a:cubicBezTo>
                    <a:pt x="5432" y="146971"/>
                    <a:pt x="0" y="141539"/>
                    <a:pt x="0" y="134879"/>
                  </a:cubicBezTo>
                  <a:lnTo>
                    <a:pt x="0" y="12092"/>
                  </a:lnTo>
                  <a:cubicBezTo>
                    <a:pt x="0" y="5432"/>
                    <a:pt x="5432" y="0"/>
                    <a:pt x="12092" y="0"/>
                  </a:cubicBezTo>
                  <a:cubicBezTo>
                    <a:pt x="18752" y="0"/>
                    <a:pt x="24184" y="5432"/>
                    <a:pt x="24184" y="12092"/>
                  </a:cubicBezTo>
                  <a:lnTo>
                    <a:pt x="24184" y="134879"/>
                  </a:lnTo>
                  <a:cubicBezTo>
                    <a:pt x="24184" y="141539"/>
                    <a:pt x="18752" y="146971"/>
                    <a:pt x="12092" y="1469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BC57FA99-30EE-6664-B8A0-1CDC39A312E8}"/>
                </a:ext>
              </a:extLst>
            </p:cNvPr>
            <p:cNvSpPr/>
            <p:nvPr/>
          </p:nvSpPr>
          <p:spPr>
            <a:xfrm>
              <a:off x="13139181" y="1501447"/>
              <a:ext cx="181685" cy="181647"/>
            </a:xfrm>
            <a:custGeom>
              <a:avLst/>
              <a:gdLst>
                <a:gd name="csX0" fmla="*/ 90822 w 181685"/>
                <a:gd name="csY0" fmla="*/ 181647 h 181647"/>
                <a:gd name="csX1" fmla="*/ 6920 w 181685"/>
                <a:gd name="csY1" fmla="*/ 125576 h 181647"/>
                <a:gd name="csX2" fmla="*/ 26602 w 181685"/>
                <a:gd name="csY2" fmla="*/ 26602 h 181647"/>
                <a:gd name="csX3" fmla="*/ 125614 w 181685"/>
                <a:gd name="csY3" fmla="*/ 6920 h 181647"/>
                <a:gd name="csX4" fmla="*/ 181685 w 181685"/>
                <a:gd name="csY4" fmla="*/ 90822 h 181647"/>
                <a:gd name="csX5" fmla="*/ 90825 w 181685"/>
                <a:gd name="csY5" fmla="*/ 181644 h 181647"/>
                <a:gd name="csX6" fmla="*/ 90822 w 181685"/>
                <a:gd name="csY6" fmla="*/ 24189 h 181647"/>
                <a:gd name="csX7" fmla="*/ 29281 w 181685"/>
                <a:gd name="csY7" fmla="*/ 65340 h 181647"/>
                <a:gd name="csX8" fmla="*/ 43718 w 181685"/>
                <a:gd name="csY8" fmla="*/ 137931 h 181647"/>
                <a:gd name="csX9" fmla="*/ 116346 w 181685"/>
                <a:gd name="csY9" fmla="*/ 152405 h 181647"/>
                <a:gd name="csX10" fmla="*/ 157497 w 181685"/>
                <a:gd name="csY10" fmla="*/ 90827 h 181647"/>
                <a:gd name="csX11" fmla="*/ 90822 w 181685"/>
                <a:gd name="csY11" fmla="*/ 24189 h 1816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81685" h="181647">
                  <a:moveTo>
                    <a:pt x="90822" y="181647"/>
                  </a:moveTo>
                  <a:cubicBezTo>
                    <a:pt x="54098" y="181647"/>
                    <a:pt x="20984" y="159509"/>
                    <a:pt x="6920" y="125576"/>
                  </a:cubicBezTo>
                  <a:cubicBezTo>
                    <a:pt x="-7145" y="91644"/>
                    <a:pt x="632" y="52576"/>
                    <a:pt x="26602" y="26602"/>
                  </a:cubicBezTo>
                  <a:cubicBezTo>
                    <a:pt x="52610" y="631"/>
                    <a:pt x="91640" y="-7145"/>
                    <a:pt x="125614" y="6920"/>
                  </a:cubicBezTo>
                  <a:cubicBezTo>
                    <a:pt x="159547" y="20984"/>
                    <a:pt x="181685" y="54098"/>
                    <a:pt x="181685" y="90822"/>
                  </a:cubicBezTo>
                  <a:cubicBezTo>
                    <a:pt x="181611" y="140976"/>
                    <a:pt x="140981" y="181606"/>
                    <a:pt x="90825" y="181644"/>
                  </a:cubicBezTo>
                  <a:close/>
                  <a:moveTo>
                    <a:pt x="90822" y="24189"/>
                  </a:moveTo>
                  <a:cubicBezTo>
                    <a:pt x="63884" y="24189"/>
                    <a:pt x="39587" y="40411"/>
                    <a:pt x="29281" y="65340"/>
                  </a:cubicBezTo>
                  <a:cubicBezTo>
                    <a:pt x="18975" y="90232"/>
                    <a:pt x="24668" y="118881"/>
                    <a:pt x="43718" y="137931"/>
                  </a:cubicBezTo>
                  <a:cubicBezTo>
                    <a:pt x="62768" y="157018"/>
                    <a:pt x="91454" y="162712"/>
                    <a:pt x="116346" y="152405"/>
                  </a:cubicBezTo>
                  <a:cubicBezTo>
                    <a:pt x="141237" y="142061"/>
                    <a:pt x="157497" y="117765"/>
                    <a:pt x="157497" y="90827"/>
                  </a:cubicBezTo>
                  <a:cubicBezTo>
                    <a:pt x="157422" y="54029"/>
                    <a:pt x="127619" y="24227"/>
                    <a:pt x="90822" y="2418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01B278C5-44E5-AAF8-05A5-BB3427113D64}"/>
                </a:ext>
              </a:extLst>
            </p:cNvPr>
            <p:cNvSpPr/>
            <p:nvPr/>
          </p:nvSpPr>
          <p:spPr>
            <a:xfrm>
              <a:off x="13268509" y="1121704"/>
              <a:ext cx="359498" cy="359498"/>
            </a:xfrm>
            <a:custGeom>
              <a:avLst/>
              <a:gdLst>
                <a:gd name="csX0" fmla="*/ 179749 w 359498"/>
                <a:gd name="csY0" fmla="*/ 359498 h 359498"/>
                <a:gd name="csX1" fmla="*/ 52648 w 359498"/>
                <a:gd name="csY1" fmla="*/ 306851 h 359498"/>
                <a:gd name="csX2" fmla="*/ 0 w 359498"/>
                <a:gd name="csY2" fmla="*/ 179749 h 359498"/>
                <a:gd name="csX3" fmla="*/ 52648 w 359498"/>
                <a:gd name="csY3" fmla="*/ 52648 h 359498"/>
                <a:gd name="csX4" fmla="*/ 179749 w 359498"/>
                <a:gd name="csY4" fmla="*/ 0 h 359498"/>
                <a:gd name="csX5" fmla="*/ 306851 w 359498"/>
                <a:gd name="csY5" fmla="*/ 52648 h 359498"/>
                <a:gd name="csX6" fmla="*/ 359498 w 359498"/>
                <a:gd name="csY6" fmla="*/ 179787 h 359498"/>
                <a:gd name="csX7" fmla="*/ 359498 w 359498"/>
                <a:gd name="csY7" fmla="*/ 179750 h 359498"/>
                <a:gd name="csX8" fmla="*/ 306814 w 359498"/>
                <a:gd name="csY8" fmla="*/ 306814 h 359498"/>
                <a:gd name="csX9" fmla="*/ 179750 w 359498"/>
                <a:gd name="csY9" fmla="*/ 359498 h 359498"/>
                <a:gd name="csX10" fmla="*/ 179749 w 359498"/>
                <a:gd name="csY10" fmla="*/ 24190 h 359498"/>
                <a:gd name="csX11" fmla="*/ 179749 w 359498"/>
                <a:gd name="csY11" fmla="*/ 24227 h 359498"/>
                <a:gd name="csX12" fmla="*/ 69764 w 359498"/>
                <a:gd name="csY12" fmla="*/ 69768 h 359498"/>
                <a:gd name="csX13" fmla="*/ 24185 w 359498"/>
                <a:gd name="csY13" fmla="*/ 179753 h 359498"/>
                <a:gd name="csX14" fmla="*/ 69726 w 359498"/>
                <a:gd name="csY14" fmla="*/ 289776 h 359498"/>
                <a:gd name="csX15" fmla="*/ 179749 w 359498"/>
                <a:gd name="csY15" fmla="*/ 335317 h 359498"/>
                <a:gd name="csX16" fmla="*/ 289734 w 359498"/>
                <a:gd name="csY16" fmla="*/ 289776 h 359498"/>
                <a:gd name="csX17" fmla="*/ 335313 w 359498"/>
                <a:gd name="csY17" fmla="*/ 179753 h 359498"/>
                <a:gd name="csX18" fmla="*/ 335313 w 359498"/>
                <a:gd name="csY18" fmla="*/ 179790 h 359498"/>
                <a:gd name="csX19" fmla="*/ 289697 w 359498"/>
                <a:gd name="csY19" fmla="*/ 69843 h 359498"/>
                <a:gd name="csX20" fmla="*/ 179750 w 359498"/>
                <a:gd name="csY20" fmla="*/ 24190 h 3594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359498" h="359498">
                  <a:moveTo>
                    <a:pt x="179749" y="359498"/>
                  </a:moveTo>
                  <a:cubicBezTo>
                    <a:pt x="132087" y="359498"/>
                    <a:pt x="86359" y="340560"/>
                    <a:pt x="52648" y="306851"/>
                  </a:cubicBezTo>
                  <a:cubicBezTo>
                    <a:pt x="18938" y="273141"/>
                    <a:pt x="0" y="227414"/>
                    <a:pt x="0" y="179749"/>
                  </a:cubicBezTo>
                  <a:cubicBezTo>
                    <a:pt x="0" y="132084"/>
                    <a:pt x="18939" y="86359"/>
                    <a:pt x="52648" y="52648"/>
                  </a:cubicBezTo>
                  <a:cubicBezTo>
                    <a:pt x="86357" y="18938"/>
                    <a:pt x="132084" y="0"/>
                    <a:pt x="179749" y="0"/>
                  </a:cubicBezTo>
                  <a:cubicBezTo>
                    <a:pt x="227411" y="0"/>
                    <a:pt x="273139" y="18939"/>
                    <a:pt x="306851" y="52648"/>
                  </a:cubicBezTo>
                  <a:cubicBezTo>
                    <a:pt x="340561" y="86357"/>
                    <a:pt x="359498" y="132084"/>
                    <a:pt x="359498" y="179787"/>
                  </a:cubicBezTo>
                  <a:lnTo>
                    <a:pt x="359498" y="179750"/>
                  </a:lnTo>
                  <a:cubicBezTo>
                    <a:pt x="359461" y="227412"/>
                    <a:pt x="340485" y="273103"/>
                    <a:pt x="306814" y="306814"/>
                  </a:cubicBezTo>
                  <a:cubicBezTo>
                    <a:pt x="273104" y="340486"/>
                    <a:pt x="227414" y="359461"/>
                    <a:pt x="179750" y="359498"/>
                  </a:cubicBezTo>
                  <a:close/>
                  <a:moveTo>
                    <a:pt x="179749" y="24190"/>
                  </a:moveTo>
                  <a:lnTo>
                    <a:pt x="179749" y="24227"/>
                  </a:lnTo>
                  <a:cubicBezTo>
                    <a:pt x="138524" y="24190"/>
                    <a:pt x="98935" y="40598"/>
                    <a:pt x="69764" y="69768"/>
                  </a:cubicBezTo>
                  <a:cubicBezTo>
                    <a:pt x="40593" y="98937"/>
                    <a:pt x="24185" y="138489"/>
                    <a:pt x="24185" y="179753"/>
                  </a:cubicBezTo>
                  <a:cubicBezTo>
                    <a:pt x="24185" y="221017"/>
                    <a:pt x="40557" y="260604"/>
                    <a:pt x="69726" y="289776"/>
                  </a:cubicBezTo>
                  <a:cubicBezTo>
                    <a:pt x="98895" y="318949"/>
                    <a:pt x="138485" y="335317"/>
                    <a:pt x="179749" y="335317"/>
                  </a:cubicBezTo>
                  <a:cubicBezTo>
                    <a:pt x="221011" y="335354"/>
                    <a:pt x="260563" y="318946"/>
                    <a:pt x="289734" y="289776"/>
                  </a:cubicBezTo>
                  <a:cubicBezTo>
                    <a:pt x="318906" y="260607"/>
                    <a:pt x="335313" y="221017"/>
                    <a:pt x="335313" y="179753"/>
                  </a:cubicBezTo>
                  <a:lnTo>
                    <a:pt x="335313" y="179790"/>
                  </a:lnTo>
                  <a:cubicBezTo>
                    <a:pt x="335276" y="138528"/>
                    <a:pt x="318868" y="98976"/>
                    <a:pt x="289697" y="69843"/>
                  </a:cubicBezTo>
                  <a:cubicBezTo>
                    <a:pt x="260564" y="40673"/>
                    <a:pt x="221013" y="24264"/>
                    <a:pt x="179750" y="241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BE790271-345B-F24C-AE06-86EEDA3ED801}"/>
                </a:ext>
              </a:extLst>
            </p:cNvPr>
            <p:cNvSpPr/>
            <p:nvPr/>
          </p:nvSpPr>
          <p:spPr>
            <a:xfrm>
              <a:off x="13338358" y="1198748"/>
              <a:ext cx="219880" cy="205473"/>
            </a:xfrm>
            <a:custGeom>
              <a:avLst/>
              <a:gdLst>
                <a:gd name="csX0" fmla="*/ 92080 w 219880"/>
                <a:gd name="csY0" fmla="*/ 205473 h 205473"/>
                <a:gd name="csX1" fmla="*/ 84527 w 219880"/>
                <a:gd name="csY1" fmla="*/ 202794 h 205473"/>
                <a:gd name="csX2" fmla="*/ 4532 w 219880"/>
                <a:gd name="csY2" fmla="*/ 138872 h 205473"/>
                <a:gd name="csX3" fmla="*/ 67 w 219880"/>
                <a:gd name="csY3" fmla="*/ 130798 h 205473"/>
                <a:gd name="csX4" fmla="*/ 2671 w 219880"/>
                <a:gd name="csY4" fmla="*/ 121906 h 205473"/>
                <a:gd name="csX5" fmla="*/ 38874 w 219880"/>
                <a:gd name="csY5" fmla="*/ 76588 h 205473"/>
                <a:gd name="csX6" fmla="*/ 55840 w 219880"/>
                <a:gd name="csY6" fmla="*/ 74728 h 205473"/>
                <a:gd name="csX7" fmla="*/ 80955 w 219880"/>
                <a:gd name="csY7" fmla="*/ 94745 h 205473"/>
                <a:gd name="csX8" fmla="*/ 152839 w 219880"/>
                <a:gd name="csY8" fmla="*/ 4518 h 205473"/>
                <a:gd name="csX9" fmla="*/ 169843 w 219880"/>
                <a:gd name="csY9" fmla="*/ 2657 h 205473"/>
                <a:gd name="csX10" fmla="*/ 215347 w 219880"/>
                <a:gd name="csY10" fmla="*/ 39009 h 205473"/>
                <a:gd name="csX11" fmla="*/ 217207 w 219880"/>
                <a:gd name="csY11" fmla="*/ 55975 h 205473"/>
                <a:gd name="csX12" fmla="*/ 101526 w 219880"/>
                <a:gd name="csY12" fmla="*/ 200859 h 205473"/>
                <a:gd name="csX13" fmla="*/ 93415 w 219880"/>
                <a:gd name="csY13" fmla="*/ 205324 h 205473"/>
                <a:gd name="csX14" fmla="*/ 92075 w 219880"/>
                <a:gd name="csY14" fmla="*/ 205473 h 205473"/>
                <a:gd name="csX15" fmla="*/ 29014 w 219880"/>
                <a:gd name="csY15" fmla="*/ 127561 h 205473"/>
                <a:gd name="csX16" fmla="*/ 90182 w 219880"/>
                <a:gd name="csY16" fmla="*/ 176377 h 205473"/>
                <a:gd name="csX17" fmla="*/ 190823 w 219880"/>
                <a:gd name="csY17" fmla="*/ 50323 h 205473"/>
                <a:gd name="csX18" fmla="*/ 164220 w 219880"/>
                <a:gd name="csY18" fmla="*/ 29077 h 205473"/>
                <a:gd name="csX19" fmla="*/ 92187 w 219880"/>
                <a:gd name="csY19" fmla="*/ 119267 h 205473"/>
                <a:gd name="csX20" fmla="*/ 92187 w 219880"/>
                <a:gd name="csY20" fmla="*/ 119230 h 205473"/>
                <a:gd name="csX21" fmla="*/ 84113 w 219880"/>
                <a:gd name="csY21" fmla="*/ 123695 h 205473"/>
                <a:gd name="csX22" fmla="*/ 75221 w 219880"/>
                <a:gd name="csY22" fmla="*/ 121091 h 205473"/>
                <a:gd name="csX23" fmla="*/ 50106 w 219880"/>
                <a:gd name="csY23" fmla="*/ 101036 h 20547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219880" h="205473">
                  <a:moveTo>
                    <a:pt x="92080" y="205473"/>
                  </a:moveTo>
                  <a:cubicBezTo>
                    <a:pt x="89326" y="205473"/>
                    <a:pt x="86684" y="204542"/>
                    <a:pt x="84527" y="202794"/>
                  </a:cubicBezTo>
                  <a:lnTo>
                    <a:pt x="4532" y="138872"/>
                  </a:lnTo>
                  <a:cubicBezTo>
                    <a:pt x="2039" y="136900"/>
                    <a:pt x="439" y="133961"/>
                    <a:pt x="67" y="130798"/>
                  </a:cubicBezTo>
                  <a:cubicBezTo>
                    <a:pt x="-268" y="127598"/>
                    <a:pt x="662" y="124399"/>
                    <a:pt x="2671" y="121906"/>
                  </a:cubicBezTo>
                  <a:lnTo>
                    <a:pt x="38874" y="76588"/>
                  </a:lnTo>
                  <a:cubicBezTo>
                    <a:pt x="43041" y="71379"/>
                    <a:pt x="50669" y="70523"/>
                    <a:pt x="55840" y="74728"/>
                  </a:cubicBezTo>
                  <a:lnTo>
                    <a:pt x="80955" y="94745"/>
                  </a:lnTo>
                  <a:lnTo>
                    <a:pt x="152839" y="4518"/>
                  </a:lnTo>
                  <a:cubicBezTo>
                    <a:pt x="157043" y="-691"/>
                    <a:pt x="164634" y="-1510"/>
                    <a:pt x="169843" y="2657"/>
                  </a:cubicBezTo>
                  <a:lnTo>
                    <a:pt x="215347" y="39009"/>
                  </a:lnTo>
                  <a:cubicBezTo>
                    <a:pt x="220556" y="43176"/>
                    <a:pt x="221411" y="50803"/>
                    <a:pt x="217207" y="55975"/>
                  </a:cubicBezTo>
                  <a:lnTo>
                    <a:pt x="101526" y="200859"/>
                  </a:lnTo>
                  <a:cubicBezTo>
                    <a:pt x="99517" y="203352"/>
                    <a:pt x="96615" y="204989"/>
                    <a:pt x="93415" y="205324"/>
                  </a:cubicBezTo>
                  <a:cubicBezTo>
                    <a:pt x="92968" y="205399"/>
                    <a:pt x="92522" y="205436"/>
                    <a:pt x="92075" y="205473"/>
                  </a:cubicBezTo>
                  <a:close/>
                  <a:moveTo>
                    <a:pt x="29014" y="127561"/>
                  </a:moveTo>
                  <a:lnTo>
                    <a:pt x="90182" y="176377"/>
                  </a:lnTo>
                  <a:lnTo>
                    <a:pt x="190823" y="50323"/>
                  </a:lnTo>
                  <a:lnTo>
                    <a:pt x="164220" y="29077"/>
                  </a:lnTo>
                  <a:lnTo>
                    <a:pt x="92187" y="119267"/>
                  </a:lnTo>
                  <a:lnTo>
                    <a:pt x="92187" y="119230"/>
                  </a:lnTo>
                  <a:cubicBezTo>
                    <a:pt x="90215" y="121760"/>
                    <a:pt x="87276" y="123360"/>
                    <a:pt x="84113" y="123695"/>
                  </a:cubicBezTo>
                  <a:cubicBezTo>
                    <a:pt x="80913" y="124067"/>
                    <a:pt x="77714" y="123100"/>
                    <a:pt x="75221" y="121091"/>
                  </a:cubicBezTo>
                  <a:lnTo>
                    <a:pt x="50106" y="10103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22" name="Freeform: Shape 121">
            <a:extLst>
              <a:ext uri="{FF2B5EF4-FFF2-40B4-BE49-F238E27FC236}">
                <a16:creationId xmlns:a16="http://schemas.microsoft.com/office/drawing/2014/main" id="{54354221-8DD8-3563-3022-112E33844C34}"/>
              </a:ext>
            </a:extLst>
          </p:cNvPr>
          <p:cNvSpPr/>
          <p:nvPr/>
        </p:nvSpPr>
        <p:spPr>
          <a:xfrm>
            <a:off x="555872" y="3172682"/>
            <a:ext cx="345074" cy="374428"/>
          </a:xfrm>
          <a:custGeom>
            <a:avLst/>
            <a:gdLst>
              <a:gd name="csX0" fmla="*/ 579800 w 790050"/>
              <a:gd name="csY0" fmla="*/ 256208 h 857251"/>
              <a:gd name="csX1" fmla="*/ 733543 w 790050"/>
              <a:gd name="csY1" fmla="*/ 102465 h 857251"/>
              <a:gd name="csX2" fmla="*/ 741952 w 790050"/>
              <a:gd name="csY2" fmla="*/ 25707 h 857251"/>
              <a:gd name="csX3" fmla="*/ 665194 w 790050"/>
              <a:gd name="csY3" fmla="*/ 34116 h 857251"/>
              <a:gd name="csX4" fmla="*/ 507955 w 790050"/>
              <a:gd name="csY4" fmla="*/ 191355 h 857251"/>
              <a:gd name="csX5" fmla="*/ 311245 w 790050"/>
              <a:gd name="csY5" fmla="*/ 177364 h 857251"/>
              <a:gd name="csX6" fmla="*/ 177485 w 790050"/>
              <a:gd name="csY6" fmla="*/ 322287 h 857251"/>
              <a:gd name="csX7" fmla="*/ 207214 w 790050"/>
              <a:gd name="csY7" fmla="*/ 517254 h 857251"/>
              <a:gd name="csX8" fmla="*/ 237463 w 790050"/>
              <a:gd name="csY8" fmla="*/ 555577 h 857251"/>
              <a:gd name="csX9" fmla="*/ 291227 w 790050"/>
              <a:gd name="csY9" fmla="*/ 643981 h 857251"/>
              <a:gd name="csX10" fmla="*/ 273889 w 790050"/>
              <a:gd name="csY10" fmla="*/ 643981 h 857251"/>
              <a:gd name="csX11" fmla="*/ 266596 w 790050"/>
              <a:gd name="csY11" fmla="*/ 646994 h 857251"/>
              <a:gd name="csX12" fmla="*/ 263582 w 790050"/>
              <a:gd name="csY12" fmla="*/ 654250 h 857251"/>
              <a:gd name="csX13" fmla="*/ 263582 w 790050"/>
              <a:gd name="csY13" fmla="*/ 706526 h 857251"/>
              <a:gd name="csX14" fmla="*/ 299450 w 790050"/>
              <a:gd name="csY14" fmla="*/ 734022 h 857251"/>
              <a:gd name="csX15" fmla="*/ 299450 w 790050"/>
              <a:gd name="csY15" fmla="*/ 776215 h 857251"/>
              <a:gd name="csX16" fmla="*/ 328732 w 790050"/>
              <a:gd name="csY16" fmla="*/ 803785 h 857251"/>
              <a:gd name="csX17" fmla="*/ 394774 w 790050"/>
              <a:gd name="csY17" fmla="*/ 857251 h 857251"/>
              <a:gd name="csX18" fmla="*/ 460742 w 790050"/>
              <a:gd name="csY18" fmla="*/ 803822 h 857251"/>
              <a:gd name="csX19" fmla="*/ 490582 w 790050"/>
              <a:gd name="csY19" fmla="*/ 776177 h 857251"/>
              <a:gd name="csX20" fmla="*/ 490582 w 790050"/>
              <a:gd name="csY20" fmla="*/ 733985 h 857251"/>
              <a:gd name="csX21" fmla="*/ 526450 w 790050"/>
              <a:gd name="csY21" fmla="*/ 706489 h 857251"/>
              <a:gd name="csX22" fmla="*/ 526450 w 790050"/>
              <a:gd name="csY22" fmla="*/ 654250 h 857251"/>
              <a:gd name="csX23" fmla="*/ 523436 w 790050"/>
              <a:gd name="csY23" fmla="*/ 646994 h 857251"/>
              <a:gd name="csX24" fmla="*/ 516180 w 790050"/>
              <a:gd name="csY24" fmla="*/ 643981 h 857251"/>
              <a:gd name="csX25" fmla="*/ 498842 w 790050"/>
              <a:gd name="csY25" fmla="*/ 643981 h 857251"/>
              <a:gd name="csX26" fmla="*/ 552830 w 790050"/>
              <a:gd name="csY26" fmla="*/ 555316 h 857251"/>
              <a:gd name="csX27" fmla="*/ 582818 w 790050"/>
              <a:gd name="csY27" fmla="*/ 517216 h 857251"/>
              <a:gd name="csX28" fmla="*/ 622481 w 790050"/>
              <a:gd name="csY28" fmla="*/ 386247 h 857251"/>
              <a:gd name="csX29" fmla="*/ 579805 w 790050"/>
              <a:gd name="csY29" fmla="*/ 256212 h 857251"/>
              <a:gd name="csX30" fmla="*/ 431344 w 790050"/>
              <a:gd name="csY30" fmla="*/ 304651 h 857251"/>
              <a:gd name="csX31" fmla="*/ 463007 w 790050"/>
              <a:gd name="csY31" fmla="*/ 336314 h 857251"/>
              <a:gd name="csX32" fmla="*/ 411214 w 790050"/>
              <a:gd name="csY32" fmla="*/ 356481 h 857251"/>
              <a:gd name="csX33" fmla="*/ 481350 w 790050"/>
              <a:gd name="csY33" fmla="*/ 325673 h 857251"/>
              <a:gd name="csX34" fmla="*/ 441985 w 790050"/>
              <a:gd name="csY34" fmla="*/ 286308 h 857251"/>
              <a:gd name="csX35" fmla="*/ 639553 w 790050"/>
              <a:gd name="csY35" fmla="*/ 88741 h 857251"/>
              <a:gd name="csX36" fmla="*/ 678880 w 790050"/>
              <a:gd name="csY36" fmla="*/ 128106 h 857251"/>
              <a:gd name="csX37" fmla="*/ 679699 w 790050"/>
              <a:gd name="csY37" fmla="*/ 48591 h 857251"/>
              <a:gd name="csX38" fmla="*/ 727472 w 790050"/>
              <a:gd name="csY38" fmla="*/ 40182 h 857251"/>
              <a:gd name="csX39" fmla="*/ 719063 w 790050"/>
              <a:gd name="csY39" fmla="*/ 87956 h 857251"/>
              <a:gd name="csX40" fmla="*/ 693391 w 790050"/>
              <a:gd name="csY40" fmla="*/ 113628 h 857251"/>
              <a:gd name="csX41" fmla="*/ 654026 w 790050"/>
              <a:gd name="csY41" fmla="*/ 74301 h 857251"/>
              <a:gd name="csX42" fmla="*/ 394768 w 790050"/>
              <a:gd name="csY42" fmla="*/ 836747 h 857251"/>
              <a:gd name="csX43" fmla="*/ 351682 w 790050"/>
              <a:gd name="csY43" fmla="*/ 803856 h 857251"/>
              <a:gd name="csX44" fmla="*/ 437891 w 790050"/>
              <a:gd name="csY44" fmla="*/ 803893 h 857251"/>
              <a:gd name="csX45" fmla="*/ 394769 w 790050"/>
              <a:gd name="csY45" fmla="*/ 836747 h 857251"/>
              <a:gd name="csX46" fmla="*/ 470074 w 790050"/>
              <a:gd name="csY46" fmla="*/ 776210 h 857251"/>
              <a:gd name="csX47" fmla="*/ 459099 w 790050"/>
              <a:gd name="csY47" fmla="*/ 783391 h 857251"/>
              <a:gd name="csX48" fmla="*/ 330959 w 790050"/>
              <a:gd name="csY48" fmla="*/ 783391 h 857251"/>
              <a:gd name="csX49" fmla="*/ 319983 w 790050"/>
              <a:gd name="csY49" fmla="*/ 776210 h 857251"/>
              <a:gd name="csX50" fmla="*/ 319983 w 790050"/>
              <a:gd name="csY50" fmla="*/ 734166 h 857251"/>
              <a:gd name="csX51" fmla="*/ 470078 w 790050"/>
              <a:gd name="csY51" fmla="*/ 734166 h 857251"/>
              <a:gd name="csX52" fmla="*/ 505942 w 790050"/>
              <a:gd name="csY52" fmla="*/ 706484 h 857251"/>
              <a:gd name="csX53" fmla="*/ 486036 w 790050"/>
              <a:gd name="csY53" fmla="*/ 713666 h 857251"/>
              <a:gd name="csX54" fmla="*/ 304023 w 790050"/>
              <a:gd name="csY54" fmla="*/ 713703 h 857251"/>
              <a:gd name="csX55" fmla="*/ 284118 w 790050"/>
              <a:gd name="csY55" fmla="*/ 706522 h 857251"/>
              <a:gd name="csX56" fmla="*/ 284118 w 790050"/>
              <a:gd name="csY56" fmla="*/ 664477 h 857251"/>
              <a:gd name="csX57" fmla="*/ 505945 w 790050"/>
              <a:gd name="csY57" fmla="*/ 664477 h 857251"/>
              <a:gd name="csX58" fmla="*/ 565957 w 790050"/>
              <a:gd name="csY58" fmla="*/ 505678 h 857251"/>
              <a:gd name="csX59" fmla="*/ 537159 w 790050"/>
              <a:gd name="csY59" fmla="*/ 542178 h 857251"/>
              <a:gd name="csX60" fmla="*/ 478186 w 790050"/>
              <a:gd name="csY60" fmla="*/ 644010 h 857251"/>
              <a:gd name="csX61" fmla="*/ 405260 w 790050"/>
              <a:gd name="csY61" fmla="*/ 643973 h 857251"/>
              <a:gd name="csX62" fmla="*/ 405260 w 790050"/>
              <a:gd name="csY62" fmla="*/ 500060 h 857251"/>
              <a:gd name="csX63" fmla="*/ 487749 w 790050"/>
              <a:gd name="csY63" fmla="*/ 407898 h 857251"/>
              <a:gd name="csX64" fmla="*/ 477517 w 790050"/>
              <a:gd name="csY64" fmla="*/ 397963 h 857251"/>
              <a:gd name="csX65" fmla="*/ 467285 w 790050"/>
              <a:gd name="csY65" fmla="*/ 407898 h 857251"/>
              <a:gd name="csX66" fmla="*/ 395030 w 790050"/>
              <a:gd name="csY66" fmla="*/ 480153 h 857251"/>
              <a:gd name="csX67" fmla="*/ 322774 w 790050"/>
              <a:gd name="csY67" fmla="*/ 407898 h 857251"/>
              <a:gd name="csX68" fmla="*/ 312542 w 790050"/>
              <a:gd name="csY68" fmla="*/ 397963 h 857251"/>
              <a:gd name="csX69" fmla="*/ 302310 w 790050"/>
              <a:gd name="csY69" fmla="*/ 407898 h 857251"/>
              <a:gd name="csX70" fmla="*/ 384799 w 790050"/>
              <a:gd name="csY70" fmla="*/ 500060 h 857251"/>
              <a:gd name="csX71" fmla="*/ 384799 w 790050"/>
              <a:gd name="csY71" fmla="*/ 643973 h 857251"/>
              <a:gd name="csX72" fmla="*/ 311911 w 790050"/>
              <a:gd name="csY72" fmla="*/ 643973 h 857251"/>
              <a:gd name="csX73" fmla="*/ 253160 w 790050"/>
              <a:gd name="csY73" fmla="*/ 542360 h 857251"/>
              <a:gd name="csX74" fmla="*/ 224139 w 790050"/>
              <a:gd name="csY74" fmla="*/ 505674 h 857251"/>
              <a:gd name="csX75" fmla="*/ 196531 w 790050"/>
              <a:gd name="csY75" fmla="*/ 330052 h 857251"/>
              <a:gd name="csX76" fmla="*/ 315337 w 790050"/>
              <a:gd name="csY76" fmla="*/ 197816 h 857251"/>
              <a:gd name="csX77" fmla="*/ 492892 w 790050"/>
              <a:gd name="csY77" fmla="*/ 206411 h 857251"/>
              <a:gd name="csX78" fmla="*/ 420227 w 790050"/>
              <a:gd name="csY78" fmla="*/ 279076 h 857251"/>
              <a:gd name="csX79" fmla="*/ 417920 w 790050"/>
              <a:gd name="csY79" fmla="*/ 282611 h 857251"/>
              <a:gd name="csX80" fmla="*/ 383615 w 790050"/>
              <a:gd name="csY80" fmla="*/ 370754 h 857251"/>
              <a:gd name="csX81" fmla="*/ 383652 w 790050"/>
              <a:gd name="csY81" fmla="*/ 370754 h 857251"/>
              <a:gd name="csX82" fmla="*/ 385959 w 790050"/>
              <a:gd name="csY82" fmla="*/ 381730 h 857251"/>
              <a:gd name="csX83" fmla="*/ 396935 w 790050"/>
              <a:gd name="csY83" fmla="*/ 383999 h 857251"/>
              <a:gd name="csX84" fmla="*/ 485078 w 790050"/>
              <a:gd name="csY84" fmla="*/ 349694 h 857251"/>
              <a:gd name="csX85" fmla="*/ 488613 w 790050"/>
              <a:gd name="csY85" fmla="*/ 347387 h 857251"/>
              <a:gd name="csX86" fmla="*/ 565148 w 790050"/>
              <a:gd name="csY86" fmla="*/ 270852 h 857251"/>
              <a:gd name="csX87" fmla="*/ 602094 w 790050"/>
              <a:gd name="csY87" fmla="*/ 388124 h 857251"/>
              <a:gd name="csX88" fmla="*/ 565966 w 790050"/>
              <a:gd name="csY88" fmla="*/ 505662 h 857251"/>
              <a:gd name="csX89" fmla="*/ 385020 w 790050"/>
              <a:gd name="csY89" fmla="*/ 95808 h 857251"/>
              <a:gd name="csX90" fmla="*/ 385020 w 790050"/>
              <a:gd name="csY90" fmla="*/ 10232 h 857251"/>
              <a:gd name="csX91" fmla="*/ 395252 w 790050"/>
              <a:gd name="csY91" fmla="*/ 0 h 857251"/>
              <a:gd name="csX92" fmla="*/ 405520 w 790050"/>
              <a:gd name="csY92" fmla="*/ 10232 h 857251"/>
              <a:gd name="csX93" fmla="*/ 405520 w 790050"/>
              <a:gd name="csY93" fmla="*/ 95808 h 857251"/>
              <a:gd name="csX94" fmla="*/ 395252 w 790050"/>
              <a:gd name="csY94" fmla="*/ 106077 h 857251"/>
              <a:gd name="csX95" fmla="*/ 385020 w 790050"/>
              <a:gd name="csY95" fmla="*/ 95808 h 857251"/>
              <a:gd name="csX96" fmla="*/ 115862 w 790050"/>
              <a:gd name="csY96" fmla="*/ 130001 h 857251"/>
              <a:gd name="csX97" fmla="*/ 112774 w 790050"/>
              <a:gd name="csY97" fmla="*/ 122746 h 857251"/>
              <a:gd name="csX98" fmla="*/ 115751 w 790050"/>
              <a:gd name="csY98" fmla="*/ 115416 h 857251"/>
              <a:gd name="csX99" fmla="*/ 123080 w 790050"/>
              <a:gd name="csY99" fmla="*/ 112402 h 857251"/>
              <a:gd name="csX100" fmla="*/ 130373 w 790050"/>
              <a:gd name="csY100" fmla="*/ 115527 h 857251"/>
              <a:gd name="csX101" fmla="*/ 190872 w 790050"/>
              <a:gd name="csY101" fmla="*/ 176026 h 857251"/>
              <a:gd name="csX102" fmla="*/ 190537 w 790050"/>
              <a:gd name="csY102" fmla="*/ 190202 h 857251"/>
              <a:gd name="csX103" fmla="*/ 176398 w 790050"/>
              <a:gd name="csY103" fmla="*/ 190500 h 857251"/>
              <a:gd name="csX104" fmla="*/ 106077 w 790050"/>
              <a:gd name="csY104" fmla="*/ 394806 h 857251"/>
              <a:gd name="csX105" fmla="*/ 103101 w 790050"/>
              <a:gd name="csY105" fmla="*/ 402061 h 857251"/>
              <a:gd name="csX106" fmla="*/ 95845 w 790050"/>
              <a:gd name="csY106" fmla="*/ 405075 h 857251"/>
              <a:gd name="csX107" fmla="*/ 10269 w 790050"/>
              <a:gd name="csY107" fmla="*/ 405075 h 857251"/>
              <a:gd name="csX108" fmla="*/ 0 w 790050"/>
              <a:gd name="csY108" fmla="*/ 394806 h 857251"/>
              <a:gd name="csX109" fmla="*/ 10269 w 790050"/>
              <a:gd name="csY109" fmla="*/ 384574 h 857251"/>
              <a:gd name="csX110" fmla="*/ 95845 w 790050"/>
              <a:gd name="csY110" fmla="*/ 384574 h 857251"/>
              <a:gd name="csX111" fmla="*/ 106077 w 790050"/>
              <a:gd name="csY111" fmla="*/ 394769 h 857251"/>
              <a:gd name="csX112" fmla="*/ 190537 w 790050"/>
              <a:gd name="csY112" fmla="*/ 599107 h 857251"/>
              <a:gd name="csX113" fmla="*/ 193551 w 790050"/>
              <a:gd name="csY113" fmla="*/ 606363 h 857251"/>
              <a:gd name="csX114" fmla="*/ 190537 w 790050"/>
              <a:gd name="csY114" fmla="*/ 613618 h 857251"/>
              <a:gd name="csX115" fmla="*/ 130038 w 790050"/>
              <a:gd name="csY115" fmla="*/ 674117 h 857251"/>
              <a:gd name="csX116" fmla="*/ 122709 w 790050"/>
              <a:gd name="csY116" fmla="*/ 677354 h 857251"/>
              <a:gd name="csX117" fmla="*/ 115304 w 790050"/>
              <a:gd name="csY117" fmla="*/ 674340 h 857251"/>
              <a:gd name="csX118" fmla="*/ 112328 w 790050"/>
              <a:gd name="csY118" fmla="*/ 666936 h 857251"/>
              <a:gd name="csX119" fmla="*/ 115528 w 790050"/>
              <a:gd name="csY119" fmla="*/ 659644 h 857251"/>
              <a:gd name="csX120" fmla="*/ 176064 w 790050"/>
              <a:gd name="csY120" fmla="*/ 599107 h 857251"/>
              <a:gd name="csX121" fmla="*/ 190537 w 790050"/>
              <a:gd name="csY121" fmla="*/ 599107 h 857251"/>
              <a:gd name="csX122" fmla="*/ 790050 w 790050"/>
              <a:gd name="csY122" fmla="*/ 395291 h 857251"/>
              <a:gd name="csX123" fmla="*/ 779819 w 790050"/>
              <a:gd name="csY123" fmla="*/ 405486 h 857251"/>
              <a:gd name="csX124" fmla="*/ 694205 w 790050"/>
              <a:gd name="csY124" fmla="*/ 405486 h 857251"/>
              <a:gd name="csX125" fmla="*/ 684270 w 790050"/>
              <a:gd name="csY125" fmla="*/ 395254 h 857251"/>
              <a:gd name="csX126" fmla="*/ 694205 w 790050"/>
              <a:gd name="csY126" fmla="*/ 385022 h 857251"/>
              <a:gd name="csX127" fmla="*/ 779819 w 790050"/>
              <a:gd name="csY127" fmla="*/ 385022 h 857251"/>
              <a:gd name="csX128" fmla="*/ 790050 w 790050"/>
              <a:gd name="csY128" fmla="*/ 395291 h 857251"/>
              <a:gd name="csX129" fmla="*/ 674188 w 790050"/>
              <a:gd name="csY129" fmla="*/ 659982 h 857251"/>
              <a:gd name="csX130" fmla="*/ 677277 w 790050"/>
              <a:gd name="csY130" fmla="*/ 667274 h 857251"/>
              <a:gd name="csX131" fmla="*/ 674300 w 790050"/>
              <a:gd name="csY131" fmla="*/ 674604 h 857251"/>
              <a:gd name="csX132" fmla="*/ 666970 w 790050"/>
              <a:gd name="csY132" fmla="*/ 677618 h 857251"/>
              <a:gd name="csX133" fmla="*/ 659678 w 790050"/>
              <a:gd name="csY133" fmla="*/ 674492 h 857251"/>
              <a:gd name="csX134" fmla="*/ 599179 w 790050"/>
              <a:gd name="csY134" fmla="*/ 613993 h 857251"/>
              <a:gd name="csX135" fmla="*/ 599179 w 790050"/>
              <a:gd name="csY135" fmla="*/ 599483 h 857251"/>
              <a:gd name="csX136" fmla="*/ 613652 w 790050"/>
              <a:gd name="csY136" fmla="*/ 599483 h 85725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</a:cxnLst>
            <a:rect l="l" t="t" r="r" b="b"/>
            <a:pathLst>
              <a:path w="790050" h="857251">
                <a:moveTo>
                  <a:pt x="579800" y="256208"/>
                </a:moveTo>
                <a:lnTo>
                  <a:pt x="733543" y="102465"/>
                </a:lnTo>
                <a:cubicBezTo>
                  <a:pt x="757021" y="78988"/>
                  <a:pt x="760816" y="44534"/>
                  <a:pt x="741952" y="25707"/>
                </a:cubicBezTo>
                <a:cubicBezTo>
                  <a:pt x="723125" y="6880"/>
                  <a:pt x="688671" y="10638"/>
                  <a:pt x="665194" y="34116"/>
                </a:cubicBezTo>
                <a:lnTo>
                  <a:pt x="507955" y="191355"/>
                </a:lnTo>
                <a:cubicBezTo>
                  <a:pt x="447903" y="157049"/>
                  <a:pt x="375539" y="151878"/>
                  <a:pt x="311245" y="177364"/>
                </a:cubicBezTo>
                <a:cubicBezTo>
                  <a:pt x="246951" y="202851"/>
                  <a:pt x="197726" y="256168"/>
                  <a:pt x="177485" y="322287"/>
                </a:cubicBezTo>
                <a:cubicBezTo>
                  <a:pt x="157245" y="388441"/>
                  <a:pt x="168184" y="460180"/>
                  <a:pt x="207214" y="517254"/>
                </a:cubicBezTo>
                <a:cubicBezTo>
                  <a:pt x="215771" y="529830"/>
                  <a:pt x="226338" y="542332"/>
                  <a:pt x="237463" y="555577"/>
                </a:cubicBezTo>
                <a:cubicBezTo>
                  <a:pt x="261573" y="584264"/>
                  <a:pt x="286428" y="613843"/>
                  <a:pt x="291227" y="643981"/>
                </a:cubicBezTo>
                <a:lnTo>
                  <a:pt x="273889" y="643981"/>
                </a:lnTo>
                <a:cubicBezTo>
                  <a:pt x="271136" y="643981"/>
                  <a:pt x="268531" y="645060"/>
                  <a:pt x="266596" y="646994"/>
                </a:cubicBezTo>
                <a:cubicBezTo>
                  <a:pt x="264662" y="648892"/>
                  <a:pt x="263582" y="651496"/>
                  <a:pt x="263582" y="654250"/>
                </a:cubicBezTo>
                <a:lnTo>
                  <a:pt x="263582" y="706526"/>
                </a:lnTo>
                <a:cubicBezTo>
                  <a:pt x="263582" y="721260"/>
                  <a:pt x="278725" y="732571"/>
                  <a:pt x="299450" y="734022"/>
                </a:cubicBezTo>
                <a:lnTo>
                  <a:pt x="299450" y="776215"/>
                </a:lnTo>
                <a:cubicBezTo>
                  <a:pt x="300454" y="791693"/>
                  <a:pt x="313253" y="803710"/>
                  <a:pt x="328732" y="803785"/>
                </a:cubicBezTo>
                <a:cubicBezTo>
                  <a:pt x="343800" y="837345"/>
                  <a:pt x="368245" y="857251"/>
                  <a:pt x="394774" y="857251"/>
                </a:cubicBezTo>
                <a:cubicBezTo>
                  <a:pt x="421303" y="857251"/>
                  <a:pt x="445711" y="837346"/>
                  <a:pt x="460742" y="803822"/>
                </a:cubicBezTo>
                <a:cubicBezTo>
                  <a:pt x="476443" y="804008"/>
                  <a:pt x="489577" y="791878"/>
                  <a:pt x="490582" y="776177"/>
                </a:cubicBezTo>
                <a:lnTo>
                  <a:pt x="490582" y="733985"/>
                </a:lnTo>
                <a:cubicBezTo>
                  <a:pt x="511307" y="732533"/>
                  <a:pt x="526450" y="721185"/>
                  <a:pt x="526450" y="706489"/>
                </a:cubicBezTo>
                <a:lnTo>
                  <a:pt x="526450" y="654250"/>
                </a:lnTo>
                <a:cubicBezTo>
                  <a:pt x="526450" y="651534"/>
                  <a:pt x="525371" y="648929"/>
                  <a:pt x="523436" y="646994"/>
                </a:cubicBezTo>
                <a:cubicBezTo>
                  <a:pt x="521501" y="645060"/>
                  <a:pt x="518897" y="643981"/>
                  <a:pt x="516180" y="643981"/>
                </a:cubicBezTo>
                <a:lnTo>
                  <a:pt x="498842" y="643981"/>
                </a:lnTo>
                <a:cubicBezTo>
                  <a:pt x="503753" y="613955"/>
                  <a:pt x="528682" y="584189"/>
                  <a:pt x="552830" y="555316"/>
                </a:cubicBezTo>
                <a:cubicBezTo>
                  <a:pt x="563843" y="542145"/>
                  <a:pt x="574298" y="529681"/>
                  <a:pt x="582818" y="517216"/>
                </a:cubicBezTo>
                <a:cubicBezTo>
                  <a:pt x="609161" y="478669"/>
                  <a:pt x="623002" y="432942"/>
                  <a:pt x="622481" y="386247"/>
                </a:cubicBezTo>
                <a:cubicBezTo>
                  <a:pt x="621923" y="339553"/>
                  <a:pt x="607040" y="294160"/>
                  <a:pt x="579805" y="256212"/>
                </a:cubicBezTo>
                <a:close/>
                <a:moveTo>
                  <a:pt x="431344" y="304651"/>
                </a:moveTo>
                <a:lnTo>
                  <a:pt x="463007" y="336314"/>
                </a:lnTo>
                <a:lnTo>
                  <a:pt x="411214" y="356481"/>
                </a:lnTo>
                <a:close/>
                <a:moveTo>
                  <a:pt x="481350" y="325673"/>
                </a:moveTo>
                <a:lnTo>
                  <a:pt x="441985" y="286308"/>
                </a:lnTo>
                <a:lnTo>
                  <a:pt x="639553" y="88741"/>
                </a:lnTo>
                <a:lnTo>
                  <a:pt x="678880" y="128106"/>
                </a:lnTo>
                <a:close/>
                <a:moveTo>
                  <a:pt x="679699" y="48591"/>
                </a:moveTo>
                <a:cubicBezTo>
                  <a:pt x="694954" y="33336"/>
                  <a:pt x="716831" y="29541"/>
                  <a:pt x="727472" y="40182"/>
                </a:cubicBezTo>
                <a:cubicBezTo>
                  <a:pt x="738113" y="50823"/>
                  <a:pt x="734281" y="72739"/>
                  <a:pt x="719063" y="87956"/>
                </a:cubicBezTo>
                <a:lnTo>
                  <a:pt x="693391" y="113628"/>
                </a:lnTo>
                <a:lnTo>
                  <a:pt x="654026" y="74301"/>
                </a:lnTo>
                <a:close/>
                <a:moveTo>
                  <a:pt x="394768" y="836747"/>
                </a:moveTo>
                <a:cubicBezTo>
                  <a:pt x="378657" y="836747"/>
                  <a:pt x="363068" y="824655"/>
                  <a:pt x="351682" y="803856"/>
                </a:cubicBezTo>
                <a:lnTo>
                  <a:pt x="437891" y="803893"/>
                </a:lnTo>
                <a:cubicBezTo>
                  <a:pt x="426469" y="824692"/>
                  <a:pt x="410879" y="836747"/>
                  <a:pt x="394769" y="836747"/>
                </a:cubicBezTo>
                <a:close/>
                <a:moveTo>
                  <a:pt x="470074" y="776210"/>
                </a:moveTo>
                <a:cubicBezTo>
                  <a:pt x="470074" y="779596"/>
                  <a:pt x="465386" y="783391"/>
                  <a:pt x="459099" y="783391"/>
                </a:cubicBezTo>
                <a:lnTo>
                  <a:pt x="330959" y="783391"/>
                </a:lnTo>
                <a:cubicBezTo>
                  <a:pt x="324671" y="783391"/>
                  <a:pt x="319983" y="779596"/>
                  <a:pt x="319983" y="776210"/>
                </a:cubicBezTo>
                <a:lnTo>
                  <a:pt x="319983" y="734166"/>
                </a:lnTo>
                <a:lnTo>
                  <a:pt x="470078" y="734166"/>
                </a:lnTo>
                <a:close/>
                <a:moveTo>
                  <a:pt x="505942" y="706484"/>
                </a:moveTo>
                <a:cubicBezTo>
                  <a:pt x="505681" y="708159"/>
                  <a:pt x="498984" y="713666"/>
                  <a:pt x="486036" y="713666"/>
                </a:cubicBezTo>
                <a:lnTo>
                  <a:pt x="304023" y="713703"/>
                </a:lnTo>
                <a:cubicBezTo>
                  <a:pt x="291075" y="713703"/>
                  <a:pt x="284341" y="708196"/>
                  <a:pt x="284118" y="706522"/>
                </a:cubicBezTo>
                <a:lnTo>
                  <a:pt x="284118" y="664477"/>
                </a:lnTo>
                <a:lnTo>
                  <a:pt x="505945" y="664477"/>
                </a:lnTo>
                <a:close/>
                <a:moveTo>
                  <a:pt x="565957" y="505678"/>
                </a:moveTo>
                <a:cubicBezTo>
                  <a:pt x="557994" y="517325"/>
                  <a:pt x="547874" y="529380"/>
                  <a:pt x="537159" y="542178"/>
                </a:cubicBezTo>
                <a:cubicBezTo>
                  <a:pt x="511597" y="572688"/>
                  <a:pt x="482911" y="606993"/>
                  <a:pt x="478186" y="644010"/>
                </a:cubicBezTo>
                <a:lnTo>
                  <a:pt x="405260" y="643973"/>
                </a:lnTo>
                <a:lnTo>
                  <a:pt x="405260" y="500060"/>
                </a:lnTo>
                <a:cubicBezTo>
                  <a:pt x="452216" y="494776"/>
                  <a:pt x="487674" y="455151"/>
                  <a:pt x="487749" y="407898"/>
                </a:cubicBezTo>
                <a:cubicBezTo>
                  <a:pt x="487600" y="402391"/>
                  <a:pt x="483061" y="397963"/>
                  <a:pt x="477517" y="397963"/>
                </a:cubicBezTo>
                <a:cubicBezTo>
                  <a:pt x="471973" y="397963"/>
                  <a:pt x="467434" y="402391"/>
                  <a:pt x="467285" y="407898"/>
                </a:cubicBezTo>
                <a:cubicBezTo>
                  <a:pt x="467285" y="447821"/>
                  <a:pt x="434916" y="480153"/>
                  <a:pt x="395030" y="480153"/>
                </a:cubicBezTo>
                <a:cubicBezTo>
                  <a:pt x="355144" y="480153"/>
                  <a:pt x="322774" y="447821"/>
                  <a:pt x="322774" y="407898"/>
                </a:cubicBezTo>
                <a:cubicBezTo>
                  <a:pt x="322625" y="402391"/>
                  <a:pt x="318086" y="397963"/>
                  <a:pt x="312542" y="397963"/>
                </a:cubicBezTo>
                <a:cubicBezTo>
                  <a:pt x="306998" y="397963"/>
                  <a:pt x="302459" y="402391"/>
                  <a:pt x="302310" y="407898"/>
                </a:cubicBezTo>
                <a:cubicBezTo>
                  <a:pt x="302385" y="455150"/>
                  <a:pt x="337843" y="494776"/>
                  <a:pt x="384799" y="500060"/>
                </a:cubicBezTo>
                <a:lnTo>
                  <a:pt x="384799" y="643973"/>
                </a:lnTo>
                <a:lnTo>
                  <a:pt x="311911" y="643973"/>
                </a:lnTo>
                <a:cubicBezTo>
                  <a:pt x="307297" y="606841"/>
                  <a:pt x="278685" y="572721"/>
                  <a:pt x="253160" y="542360"/>
                </a:cubicBezTo>
                <a:cubicBezTo>
                  <a:pt x="242371" y="529523"/>
                  <a:pt x="232213" y="517431"/>
                  <a:pt x="224139" y="505674"/>
                </a:cubicBezTo>
                <a:cubicBezTo>
                  <a:pt x="188978" y="454254"/>
                  <a:pt x="178858" y="389773"/>
                  <a:pt x="196531" y="330052"/>
                </a:cubicBezTo>
                <a:cubicBezTo>
                  <a:pt x="214242" y="270372"/>
                  <a:pt x="257849" y="221781"/>
                  <a:pt x="315337" y="197816"/>
                </a:cubicBezTo>
                <a:cubicBezTo>
                  <a:pt x="372784" y="173818"/>
                  <a:pt x="438009" y="176980"/>
                  <a:pt x="492892" y="206411"/>
                </a:cubicBezTo>
                <a:lnTo>
                  <a:pt x="420227" y="279076"/>
                </a:lnTo>
                <a:cubicBezTo>
                  <a:pt x="419222" y="280081"/>
                  <a:pt x="418441" y="281271"/>
                  <a:pt x="417920" y="282611"/>
                </a:cubicBezTo>
                <a:lnTo>
                  <a:pt x="383615" y="370754"/>
                </a:lnTo>
                <a:lnTo>
                  <a:pt x="383652" y="370754"/>
                </a:lnTo>
                <a:cubicBezTo>
                  <a:pt x="382164" y="374549"/>
                  <a:pt x="383094" y="378828"/>
                  <a:pt x="385959" y="381730"/>
                </a:cubicBezTo>
                <a:cubicBezTo>
                  <a:pt x="388824" y="384595"/>
                  <a:pt x="393140" y="385488"/>
                  <a:pt x="396935" y="383999"/>
                </a:cubicBezTo>
                <a:lnTo>
                  <a:pt x="485078" y="349694"/>
                </a:lnTo>
                <a:cubicBezTo>
                  <a:pt x="486417" y="349173"/>
                  <a:pt x="487608" y="348392"/>
                  <a:pt x="488613" y="347387"/>
                </a:cubicBezTo>
                <a:lnTo>
                  <a:pt x="565148" y="270852"/>
                </a:lnTo>
                <a:cubicBezTo>
                  <a:pt x="589072" y="305306"/>
                  <a:pt x="601946" y="346197"/>
                  <a:pt x="602094" y="388124"/>
                </a:cubicBezTo>
                <a:cubicBezTo>
                  <a:pt x="602243" y="430051"/>
                  <a:pt x="589630" y="471058"/>
                  <a:pt x="565966" y="505662"/>
                </a:cubicBezTo>
                <a:close/>
                <a:moveTo>
                  <a:pt x="385020" y="95808"/>
                </a:moveTo>
                <a:lnTo>
                  <a:pt x="385020" y="10232"/>
                </a:lnTo>
                <a:cubicBezTo>
                  <a:pt x="385020" y="4576"/>
                  <a:pt x="389596" y="0"/>
                  <a:pt x="395252" y="0"/>
                </a:cubicBezTo>
                <a:cubicBezTo>
                  <a:pt x="400944" y="0"/>
                  <a:pt x="405520" y="4576"/>
                  <a:pt x="405520" y="10232"/>
                </a:cubicBezTo>
                <a:lnTo>
                  <a:pt x="405520" y="95808"/>
                </a:lnTo>
                <a:cubicBezTo>
                  <a:pt x="405520" y="101464"/>
                  <a:pt x="400944" y="106077"/>
                  <a:pt x="395252" y="106077"/>
                </a:cubicBezTo>
                <a:cubicBezTo>
                  <a:pt x="389596" y="106077"/>
                  <a:pt x="385020" y="101463"/>
                  <a:pt x="385020" y="95808"/>
                </a:cubicBezTo>
                <a:close/>
                <a:moveTo>
                  <a:pt x="115862" y="130001"/>
                </a:moveTo>
                <a:cubicBezTo>
                  <a:pt x="113890" y="128103"/>
                  <a:pt x="112774" y="125499"/>
                  <a:pt x="112774" y="122746"/>
                </a:cubicBezTo>
                <a:cubicBezTo>
                  <a:pt x="112737" y="119992"/>
                  <a:pt x="113816" y="117351"/>
                  <a:pt x="115751" y="115416"/>
                </a:cubicBezTo>
                <a:cubicBezTo>
                  <a:pt x="117723" y="113481"/>
                  <a:pt x="120364" y="112402"/>
                  <a:pt x="123080" y="112402"/>
                </a:cubicBezTo>
                <a:cubicBezTo>
                  <a:pt x="125834" y="112439"/>
                  <a:pt x="128475" y="113555"/>
                  <a:pt x="130373" y="115527"/>
                </a:cubicBezTo>
                <a:lnTo>
                  <a:pt x="190872" y="176026"/>
                </a:lnTo>
                <a:cubicBezTo>
                  <a:pt x="194555" y="180082"/>
                  <a:pt x="194407" y="186332"/>
                  <a:pt x="190537" y="190202"/>
                </a:cubicBezTo>
                <a:cubicBezTo>
                  <a:pt x="186668" y="194035"/>
                  <a:pt x="180417" y="194184"/>
                  <a:pt x="176398" y="190500"/>
                </a:cubicBezTo>
                <a:close/>
                <a:moveTo>
                  <a:pt x="106077" y="394806"/>
                </a:moveTo>
                <a:cubicBezTo>
                  <a:pt x="106077" y="397522"/>
                  <a:pt x="104998" y="400126"/>
                  <a:pt x="103101" y="402061"/>
                </a:cubicBezTo>
                <a:cubicBezTo>
                  <a:pt x="101166" y="403996"/>
                  <a:pt x="98561" y="405075"/>
                  <a:pt x="95845" y="405075"/>
                </a:cubicBezTo>
                <a:lnTo>
                  <a:pt x="10269" y="405075"/>
                </a:lnTo>
                <a:cubicBezTo>
                  <a:pt x="4613" y="405075"/>
                  <a:pt x="0" y="400461"/>
                  <a:pt x="0" y="394806"/>
                </a:cubicBezTo>
                <a:cubicBezTo>
                  <a:pt x="0" y="389151"/>
                  <a:pt x="4614" y="384574"/>
                  <a:pt x="10269" y="384574"/>
                </a:cubicBezTo>
                <a:lnTo>
                  <a:pt x="95845" y="384574"/>
                </a:lnTo>
                <a:cubicBezTo>
                  <a:pt x="101501" y="384574"/>
                  <a:pt x="106077" y="389113"/>
                  <a:pt x="106077" y="394769"/>
                </a:cubicBezTo>
                <a:close/>
                <a:moveTo>
                  <a:pt x="190537" y="599107"/>
                </a:moveTo>
                <a:cubicBezTo>
                  <a:pt x="192472" y="601042"/>
                  <a:pt x="193551" y="603647"/>
                  <a:pt x="193551" y="606363"/>
                </a:cubicBezTo>
                <a:cubicBezTo>
                  <a:pt x="193551" y="609079"/>
                  <a:pt x="192472" y="611683"/>
                  <a:pt x="190537" y="613618"/>
                </a:cubicBezTo>
                <a:lnTo>
                  <a:pt x="130038" y="674117"/>
                </a:lnTo>
                <a:cubicBezTo>
                  <a:pt x="128141" y="676126"/>
                  <a:pt x="125499" y="677317"/>
                  <a:pt x="122709" y="677354"/>
                </a:cubicBezTo>
                <a:cubicBezTo>
                  <a:pt x="119955" y="677391"/>
                  <a:pt x="117276" y="676312"/>
                  <a:pt x="115304" y="674340"/>
                </a:cubicBezTo>
                <a:cubicBezTo>
                  <a:pt x="113370" y="672368"/>
                  <a:pt x="112291" y="669726"/>
                  <a:pt x="112328" y="666936"/>
                </a:cubicBezTo>
                <a:cubicBezTo>
                  <a:pt x="112365" y="664183"/>
                  <a:pt x="113518" y="661541"/>
                  <a:pt x="115528" y="659644"/>
                </a:cubicBezTo>
                <a:lnTo>
                  <a:pt x="176064" y="599107"/>
                </a:lnTo>
                <a:cubicBezTo>
                  <a:pt x="180045" y="595126"/>
                  <a:pt x="186557" y="595126"/>
                  <a:pt x="190537" y="599107"/>
                </a:cubicBezTo>
                <a:close/>
                <a:moveTo>
                  <a:pt x="790050" y="395291"/>
                </a:moveTo>
                <a:cubicBezTo>
                  <a:pt x="790013" y="400910"/>
                  <a:pt x="785474" y="405486"/>
                  <a:pt x="779819" y="405486"/>
                </a:cubicBezTo>
                <a:lnTo>
                  <a:pt x="694205" y="405486"/>
                </a:lnTo>
                <a:cubicBezTo>
                  <a:pt x="688661" y="405337"/>
                  <a:pt x="684270" y="400798"/>
                  <a:pt x="684270" y="395254"/>
                </a:cubicBezTo>
                <a:cubicBezTo>
                  <a:pt x="684270" y="389710"/>
                  <a:pt x="688661" y="385171"/>
                  <a:pt x="694205" y="385022"/>
                </a:cubicBezTo>
                <a:lnTo>
                  <a:pt x="779819" y="385022"/>
                </a:lnTo>
                <a:cubicBezTo>
                  <a:pt x="785474" y="385022"/>
                  <a:pt x="790050" y="389636"/>
                  <a:pt x="790050" y="395291"/>
                </a:cubicBezTo>
                <a:close/>
                <a:moveTo>
                  <a:pt x="674188" y="659982"/>
                </a:moveTo>
                <a:cubicBezTo>
                  <a:pt x="676160" y="661916"/>
                  <a:pt x="677277" y="664521"/>
                  <a:pt x="677277" y="667274"/>
                </a:cubicBezTo>
                <a:cubicBezTo>
                  <a:pt x="677314" y="670027"/>
                  <a:pt x="676235" y="672669"/>
                  <a:pt x="674300" y="674604"/>
                </a:cubicBezTo>
                <a:cubicBezTo>
                  <a:pt x="672328" y="676539"/>
                  <a:pt x="669686" y="677618"/>
                  <a:pt x="666970" y="677618"/>
                </a:cubicBezTo>
                <a:cubicBezTo>
                  <a:pt x="664217" y="677581"/>
                  <a:pt x="661575" y="676464"/>
                  <a:pt x="659678" y="674492"/>
                </a:cubicBezTo>
                <a:lnTo>
                  <a:pt x="599179" y="613993"/>
                </a:lnTo>
                <a:cubicBezTo>
                  <a:pt x="595160" y="609975"/>
                  <a:pt x="595160" y="603501"/>
                  <a:pt x="599179" y="599483"/>
                </a:cubicBezTo>
                <a:cubicBezTo>
                  <a:pt x="603160" y="595502"/>
                  <a:pt x="609671" y="595502"/>
                  <a:pt x="613652" y="599483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23" name="Freeform: Shape 122">
            <a:extLst>
              <a:ext uri="{FF2B5EF4-FFF2-40B4-BE49-F238E27FC236}">
                <a16:creationId xmlns:a16="http://schemas.microsoft.com/office/drawing/2014/main" id="{2C55ECCD-F0EF-9361-7BD0-AF858F81C978}"/>
              </a:ext>
            </a:extLst>
          </p:cNvPr>
          <p:cNvSpPr/>
          <p:nvPr/>
        </p:nvSpPr>
        <p:spPr>
          <a:xfrm>
            <a:off x="576441" y="4018804"/>
            <a:ext cx="303936" cy="340660"/>
          </a:xfrm>
          <a:custGeom>
            <a:avLst/>
            <a:gdLst>
              <a:gd name="csX0" fmla="*/ 2550328 w 4146680"/>
              <a:gd name="csY0" fmla="*/ 3749750 h 4647728"/>
              <a:gd name="csX1" fmla="*/ 2644788 w 4146680"/>
              <a:gd name="csY1" fmla="*/ 4092393 h 4647728"/>
              <a:gd name="csX2" fmla="*/ 3126886 w 4146680"/>
              <a:gd name="csY2" fmla="*/ 4092393 h 4647728"/>
              <a:gd name="csX3" fmla="*/ 3360925 w 4146680"/>
              <a:gd name="csY3" fmla="*/ 4326431 h 4647728"/>
              <a:gd name="csX4" fmla="*/ 3360925 w 4146680"/>
              <a:gd name="csY4" fmla="*/ 4609629 h 4647728"/>
              <a:gd name="csX5" fmla="*/ 3322825 w 4146680"/>
              <a:gd name="csY5" fmla="*/ 4647729 h 4647728"/>
              <a:gd name="csX6" fmla="*/ 823855 w 4146680"/>
              <a:gd name="csY6" fmla="*/ 4647729 h 4647728"/>
              <a:gd name="csX7" fmla="*/ 785755 w 4146680"/>
              <a:gd name="csY7" fmla="*/ 4609629 h 4647728"/>
              <a:gd name="csX8" fmla="*/ 785755 w 4146680"/>
              <a:gd name="csY8" fmla="*/ 4326431 h 4647728"/>
              <a:gd name="csX9" fmla="*/ 1019794 w 4146680"/>
              <a:gd name="csY9" fmla="*/ 4092393 h 4647728"/>
              <a:gd name="csX10" fmla="*/ 1501902 w 4146680"/>
              <a:gd name="csY10" fmla="*/ 4092393 h 4647728"/>
              <a:gd name="csX11" fmla="*/ 1596362 w 4146680"/>
              <a:gd name="csY11" fmla="*/ 3749750 h 4647728"/>
              <a:gd name="csX12" fmla="*/ 243488 w 4146680"/>
              <a:gd name="csY12" fmla="*/ 3749750 h 4647728"/>
              <a:gd name="csX13" fmla="*/ 0 w 4146680"/>
              <a:gd name="csY13" fmla="*/ 3506262 h 4647728"/>
              <a:gd name="csX14" fmla="*/ 0 w 4146680"/>
              <a:gd name="csY14" fmla="*/ 1007988 h 4647728"/>
              <a:gd name="csX15" fmla="*/ 243488 w 4146680"/>
              <a:gd name="csY15" fmla="*/ 764500 h 4647728"/>
              <a:gd name="csX16" fmla="*/ 955157 w 4146680"/>
              <a:gd name="csY16" fmla="*/ 764500 h 4647728"/>
              <a:gd name="csX17" fmla="*/ 955157 w 4146680"/>
              <a:gd name="csY17" fmla="*/ 621368 h 4647728"/>
              <a:gd name="csX18" fmla="*/ 1041273 w 4146680"/>
              <a:gd name="csY18" fmla="*/ 535253 h 4647728"/>
              <a:gd name="csX19" fmla="*/ 3147536 w 4146680"/>
              <a:gd name="csY19" fmla="*/ 535253 h 4647728"/>
              <a:gd name="csX20" fmla="*/ 3208316 w 4146680"/>
              <a:gd name="csY20" fmla="*/ 560599 h 4647728"/>
              <a:gd name="csX21" fmla="*/ 3208392 w 4146680"/>
              <a:gd name="csY21" fmla="*/ 560522 h 4647728"/>
              <a:gd name="csX22" fmla="*/ 3233661 w 4146680"/>
              <a:gd name="csY22" fmla="*/ 621378 h 4647728"/>
              <a:gd name="csX23" fmla="*/ 3233661 w 4146680"/>
              <a:gd name="csY23" fmla="*/ 764510 h 4647728"/>
              <a:gd name="csX24" fmla="*/ 3903193 w 4146680"/>
              <a:gd name="csY24" fmla="*/ 764510 h 4647728"/>
              <a:gd name="csX25" fmla="*/ 4146680 w 4146680"/>
              <a:gd name="csY25" fmla="*/ 1007997 h 4647728"/>
              <a:gd name="csX26" fmla="*/ 4146680 w 4146680"/>
              <a:gd name="csY26" fmla="*/ 3506262 h 4647728"/>
              <a:gd name="csX27" fmla="*/ 3903193 w 4146680"/>
              <a:gd name="csY27" fmla="*/ 3749750 h 4647728"/>
              <a:gd name="csX28" fmla="*/ 2550328 w 4146680"/>
              <a:gd name="csY28" fmla="*/ 3749750 h 4647728"/>
              <a:gd name="csX29" fmla="*/ 2550328 w 4146680"/>
              <a:gd name="csY29" fmla="*/ 3749750 h 4647728"/>
              <a:gd name="csX30" fmla="*/ 3236024 w 4146680"/>
              <a:gd name="csY30" fmla="*/ 2272651 h 4647728"/>
              <a:gd name="csX31" fmla="*/ 3236024 w 4146680"/>
              <a:gd name="csY31" fmla="*/ 2286672 h 4647728"/>
              <a:gd name="csX32" fmla="*/ 3192590 w 4146680"/>
              <a:gd name="csY32" fmla="*/ 2313999 h 4647728"/>
              <a:gd name="csX33" fmla="*/ 3274124 w 4146680"/>
              <a:gd name="csY33" fmla="*/ 2510852 h 4647728"/>
              <a:gd name="csX34" fmla="*/ 3313243 w 4146680"/>
              <a:gd name="csY34" fmla="*/ 2549962 h 4647728"/>
              <a:gd name="csX35" fmla="*/ 3235014 w 4146680"/>
              <a:gd name="csY35" fmla="*/ 2549962 h 4647728"/>
              <a:gd name="csX36" fmla="*/ 3196914 w 4146680"/>
              <a:gd name="csY36" fmla="*/ 2511862 h 4647728"/>
              <a:gd name="csX37" fmla="*/ 3236033 w 4146680"/>
              <a:gd name="csY37" fmla="*/ 2658832 h 4647728"/>
              <a:gd name="csX38" fmla="*/ 3236033 w 4146680"/>
              <a:gd name="csY38" fmla="*/ 2672844 h 4647728"/>
              <a:gd name="csX39" fmla="*/ 3312233 w 4146680"/>
              <a:gd name="csY39" fmla="*/ 2672844 h 4647728"/>
              <a:gd name="csX40" fmla="*/ 3312233 w 4146680"/>
              <a:gd name="csY40" fmla="*/ 2658832 h 4647728"/>
              <a:gd name="csX41" fmla="*/ 3355677 w 4146680"/>
              <a:gd name="csY41" fmla="*/ 2631496 h 4647728"/>
              <a:gd name="csX42" fmla="*/ 3274133 w 4146680"/>
              <a:gd name="csY42" fmla="*/ 2434643 h 4647728"/>
              <a:gd name="csX43" fmla="*/ 3235014 w 4146680"/>
              <a:gd name="csY43" fmla="*/ 2395523 h 4647728"/>
              <a:gd name="csX44" fmla="*/ 3313243 w 4146680"/>
              <a:gd name="csY44" fmla="*/ 2395523 h 4647728"/>
              <a:gd name="csX45" fmla="*/ 3351343 w 4146680"/>
              <a:gd name="csY45" fmla="*/ 2433623 h 4647728"/>
              <a:gd name="csX46" fmla="*/ 3312224 w 4146680"/>
              <a:gd name="csY46" fmla="*/ 2286653 h 4647728"/>
              <a:gd name="csX47" fmla="*/ 3312224 w 4146680"/>
              <a:gd name="csY47" fmla="*/ 2272641 h 4647728"/>
              <a:gd name="csX48" fmla="*/ 3236024 w 4146680"/>
              <a:gd name="csY48" fmla="*/ 2272651 h 4647728"/>
              <a:gd name="csX49" fmla="*/ 3236024 w 4146680"/>
              <a:gd name="csY49" fmla="*/ 2272651 h 4647728"/>
              <a:gd name="csX50" fmla="*/ 896102 w 4146680"/>
              <a:gd name="csY50" fmla="*/ 2487487 h 4647728"/>
              <a:gd name="csX51" fmla="*/ 1420178 w 4146680"/>
              <a:gd name="csY51" fmla="*/ 2487487 h 4647728"/>
              <a:gd name="csX52" fmla="*/ 1420178 w 4146680"/>
              <a:gd name="csY52" fmla="*/ 2411287 h 4647728"/>
              <a:gd name="csX53" fmla="*/ 896102 w 4146680"/>
              <a:gd name="csY53" fmla="*/ 2411287 h 4647728"/>
              <a:gd name="csX54" fmla="*/ 896102 w 4146680"/>
              <a:gd name="csY54" fmla="*/ 2487487 h 4647728"/>
              <a:gd name="csX55" fmla="*/ 896102 w 4146680"/>
              <a:gd name="csY55" fmla="*/ 2487487 h 4647728"/>
              <a:gd name="csX56" fmla="*/ 896102 w 4146680"/>
              <a:gd name="csY56" fmla="*/ 2258516 h 4647728"/>
              <a:gd name="csX57" fmla="*/ 1420178 w 4146680"/>
              <a:gd name="csY57" fmla="*/ 2258516 h 4647728"/>
              <a:gd name="csX58" fmla="*/ 1420178 w 4146680"/>
              <a:gd name="csY58" fmla="*/ 2182316 h 4647728"/>
              <a:gd name="csX59" fmla="*/ 896102 w 4146680"/>
              <a:gd name="csY59" fmla="*/ 2182316 h 4647728"/>
              <a:gd name="csX60" fmla="*/ 896102 w 4146680"/>
              <a:gd name="csY60" fmla="*/ 2258516 h 4647728"/>
              <a:gd name="csX61" fmla="*/ 896102 w 4146680"/>
              <a:gd name="csY61" fmla="*/ 2258516 h 4647728"/>
              <a:gd name="csX62" fmla="*/ 896102 w 4146680"/>
              <a:gd name="csY62" fmla="*/ 2029554 h 4647728"/>
              <a:gd name="csX63" fmla="*/ 1420178 w 4146680"/>
              <a:gd name="csY63" fmla="*/ 2029554 h 4647728"/>
              <a:gd name="csX64" fmla="*/ 1420178 w 4146680"/>
              <a:gd name="csY64" fmla="*/ 1953354 h 4647728"/>
              <a:gd name="csX65" fmla="*/ 896102 w 4146680"/>
              <a:gd name="csY65" fmla="*/ 1953354 h 4647728"/>
              <a:gd name="csX66" fmla="*/ 896102 w 4146680"/>
              <a:gd name="csY66" fmla="*/ 2029554 h 4647728"/>
              <a:gd name="csX67" fmla="*/ 896102 w 4146680"/>
              <a:gd name="csY67" fmla="*/ 2029554 h 4647728"/>
              <a:gd name="csX68" fmla="*/ 896102 w 4146680"/>
              <a:gd name="csY68" fmla="*/ 1800592 h 4647728"/>
              <a:gd name="csX69" fmla="*/ 1420178 w 4146680"/>
              <a:gd name="csY69" fmla="*/ 1800592 h 4647728"/>
              <a:gd name="csX70" fmla="*/ 1420178 w 4146680"/>
              <a:gd name="csY70" fmla="*/ 1724392 h 4647728"/>
              <a:gd name="csX71" fmla="*/ 896102 w 4146680"/>
              <a:gd name="csY71" fmla="*/ 1724392 h 4647728"/>
              <a:gd name="csX72" fmla="*/ 896102 w 4146680"/>
              <a:gd name="csY72" fmla="*/ 1800592 h 4647728"/>
              <a:gd name="csX73" fmla="*/ 896102 w 4146680"/>
              <a:gd name="csY73" fmla="*/ 1800592 h 4647728"/>
              <a:gd name="csX74" fmla="*/ 2743210 w 4146680"/>
              <a:gd name="csY74" fmla="*/ 256399 h 4647728"/>
              <a:gd name="csX75" fmla="*/ 2819410 w 4146680"/>
              <a:gd name="csY75" fmla="*/ 256399 h 4647728"/>
              <a:gd name="csX76" fmla="*/ 2819410 w 4146680"/>
              <a:gd name="csY76" fmla="*/ 421762 h 4647728"/>
              <a:gd name="csX77" fmla="*/ 2743210 w 4146680"/>
              <a:gd name="csY77" fmla="*/ 421762 h 4647728"/>
              <a:gd name="csX78" fmla="*/ 2743210 w 4146680"/>
              <a:gd name="csY78" fmla="*/ 256399 h 4647728"/>
              <a:gd name="csX79" fmla="*/ 2743210 w 4146680"/>
              <a:gd name="csY79" fmla="*/ 256399 h 4647728"/>
              <a:gd name="csX80" fmla="*/ 2468451 w 4146680"/>
              <a:gd name="csY80" fmla="*/ 167369 h 4647728"/>
              <a:gd name="csX81" fmla="*/ 2544651 w 4146680"/>
              <a:gd name="csY81" fmla="*/ 167369 h 4647728"/>
              <a:gd name="csX82" fmla="*/ 2544651 w 4146680"/>
              <a:gd name="csY82" fmla="*/ 421772 h 4647728"/>
              <a:gd name="csX83" fmla="*/ 2468451 w 4146680"/>
              <a:gd name="csY83" fmla="*/ 421772 h 4647728"/>
              <a:gd name="csX84" fmla="*/ 2468451 w 4146680"/>
              <a:gd name="csY84" fmla="*/ 167369 h 4647728"/>
              <a:gd name="csX85" fmla="*/ 2468451 w 4146680"/>
              <a:gd name="csY85" fmla="*/ 167369 h 4647728"/>
              <a:gd name="csX86" fmla="*/ 2193693 w 4146680"/>
              <a:gd name="csY86" fmla="*/ 37619 h 4647728"/>
              <a:gd name="csX87" fmla="*/ 2269893 w 4146680"/>
              <a:gd name="csY87" fmla="*/ 37619 h 4647728"/>
              <a:gd name="csX88" fmla="*/ 2269893 w 4146680"/>
              <a:gd name="csY88" fmla="*/ 421772 h 4647728"/>
              <a:gd name="csX89" fmla="*/ 2193693 w 4146680"/>
              <a:gd name="csY89" fmla="*/ 421772 h 4647728"/>
              <a:gd name="csX90" fmla="*/ 2193693 w 4146680"/>
              <a:gd name="csY90" fmla="*/ 37619 h 4647728"/>
              <a:gd name="csX91" fmla="*/ 2193693 w 4146680"/>
              <a:gd name="csY91" fmla="*/ 37619 h 4647728"/>
              <a:gd name="csX92" fmla="*/ 1918935 w 4146680"/>
              <a:gd name="csY92" fmla="*/ 37619 h 4647728"/>
              <a:gd name="csX93" fmla="*/ 1995135 w 4146680"/>
              <a:gd name="csY93" fmla="*/ 37619 h 4647728"/>
              <a:gd name="csX94" fmla="*/ 1995135 w 4146680"/>
              <a:gd name="csY94" fmla="*/ 421772 h 4647728"/>
              <a:gd name="csX95" fmla="*/ 1918935 w 4146680"/>
              <a:gd name="csY95" fmla="*/ 421772 h 4647728"/>
              <a:gd name="csX96" fmla="*/ 1918935 w 4146680"/>
              <a:gd name="csY96" fmla="*/ 37619 h 4647728"/>
              <a:gd name="csX97" fmla="*/ 1918935 w 4146680"/>
              <a:gd name="csY97" fmla="*/ 37619 h 4647728"/>
              <a:gd name="csX98" fmla="*/ 1644167 w 4146680"/>
              <a:gd name="csY98" fmla="*/ 167369 h 4647728"/>
              <a:gd name="csX99" fmla="*/ 1720367 w 4146680"/>
              <a:gd name="csY99" fmla="*/ 167369 h 4647728"/>
              <a:gd name="csX100" fmla="*/ 1720367 w 4146680"/>
              <a:gd name="csY100" fmla="*/ 421772 h 4647728"/>
              <a:gd name="csX101" fmla="*/ 1644167 w 4146680"/>
              <a:gd name="csY101" fmla="*/ 421772 h 4647728"/>
              <a:gd name="csX102" fmla="*/ 1644167 w 4146680"/>
              <a:gd name="csY102" fmla="*/ 167369 h 4647728"/>
              <a:gd name="csX103" fmla="*/ 1644167 w 4146680"/>
              <a:gd name="csY103" fmla="*/ 167369 h 4647728"/>
              <a:gd name="csX104" fmla="*/ 1369419 w 4146680"/>
              <a:gd name="csY104" fmla="*/ 256399 h 4647728"/>
              <a:gd name="csX105" fmla="*/ 1445619 w 4146680"/>
              <a:gd name="csY105" fmla="*/ 256399 h 4647728"/>
              <a:gd name="csX106" fmla="*/ 1445619 w 4146680"/>
              <a:gd name="csY106" fmla="*/ 421762 h 4647728"/>
              <a:gd name="csX107" fmla="*/ 1369419 w 4146680"/>
              <a:gd name="csY107" fmla="*/ 421762 h 4647728"/>
              <a:gd name="csX108" fmla="*/ 1369419 w 4146680"/>
              <a:gd name="csY108" fmla="*/ 256399 h 4647728"/>
              <a:gd name="csX109" fmla="*/ 1369419 w 4146680"/>
              <a:gd name="csY109" fmla="*/ 256399 h 4647728"/>
              <a:gd name="csX110" fmla="*/ 3274124 w 4146680"/>
              <a:gd name="csY110" fmla="*/ 2117346 h 4647728"/>
              <a:gd name="csX111" fmla="*/ 2918717 w 4146680"/>
              <a:gd name="csY111" fmla="*/ 2472752 h 4647728"/>
              <a:gd name="csX112" fmla="*/ 3274124 w 4146680"/>
              <a:gd name="csY112" fmla="*/ 2828158 h 4647728"/>
              <a:gd name="csX113" fmla="*/ 3629530 w 4146680"/>
              <a:gd name="csY113" fmla="*/ 2472752 h 4647728"/>
              <a:gd name="csX114" fmla="*/ 3274124 w 4146680"/>
              <a:gd name="csY114" fmla="*/ 2117346 h 4647728"/>
              <a:gd name="csX115" fmla="*/ 3274124 w 4146680"/>
              <a:gd name="csY115" fmla="*/ 2117346 h 4647728"/>
              <a:gd name="csX116" fmla="*/ 3471558 w 4146680"/>
              <a:gd name="csY116" fmla="*/ 2275318 h 4647728"/>
              <a:gd name="csX117" fmla="*/ 3076690 w 4146680"/>
              <a:gd name="csY117" fmla="*/ 2275318 h 4647728"/>
              <a:gd name="csX118" fmla="*/ 3076690 w 4146680"/>
              <a:gd name="csY118" fmla="*/ 2670186 h 4647728"/>
              <a:gd name="csX119" fmla="*/ 3553330 w 4146680"/>
              <a:gd name="csY119" fmla="*/ 2472752 h 4647728"/>
              <a:gd name="csX120" fmla="*/ 3471558 w 4146680"/>
              <a:gd name="csY120" fmla="*/ 2275318 h 4647728"/>
              <a:gd name="csX121" fmla="*/ 3471558 w 4146680"/>
              <a:gd name="csY121" fmla="*/ 2275318 h 4647728"/>
              <a:gd name="csX122" fmla="*/ 3415684 w 4146680"/>
              <a:gd name="csY122" fmla="*/ 1920864 h 4647728"/>
              <a:gd name="csX123" fmla="*/ 3564169 w 4146680"/>
              <a:gd name="csY123" fmla="*/ 1982519 h 4647728"/>
              <a:gd name="csX124" fmla="*/ 3609489 w 4146680"/>
              <a:gd name="csY124" fmla="*/ 1937552 h 4647728"/>
              <a:gd name="csX125" fmla="*/ 3680832 w 4146680"/>
              <a:gd name="csY125" fmla="*/ 1930513 h 4647728"/>
              <a:gd name="csX126" fmla="*/ 3680832 w 4146680"/>
              <a:gd name="csY126" fmla="*/ 1243074 h 4647728"/>
              <a:gd name="csX127" fmla="*/ 2743143 w 4146680"/>
              <a:gd name="csY127" fmla="*/ 1243074 h 4647728"/>
              <a:gd name="csX128" fmla="*/ 2348627 w 4146680"/>
              <a:gd name="csY128" fmla="*/ 1637590 h 4647728"/>
              <a:gd name="csX129" fmla="*/ 2348627 w 4146680"/>
              <a:gd name="csY129" fmla="*/ 2463494 h 4647728"/>
              <a:gd name="csX130" fmla="*/ 2329577 w 4146680"/>
              <a:gd name="csY130" fmla="*/ 2496498 h 4647728"/>
              <a:gd name="csX131" fmla="*/ 1899876 w 4146680"/>
              <a:gd name="csY131" fmla="*/ 2793192 h 4647728"/>
              <a:gd name="csX132" fmla="*/ 1840316 w 4146680"/>
              <a:gd name="csY132" fmla="*/ 2761941 h 4647728"/>
              <a:gd name="csX133" fmla="*/ 1840201 w 4146680"/>
              <a:gd name="csY133" fmla="*/ 2761941 h 4647728"/>
              <a:gd name="csX134" fmla="*/ 1840201 w 4146680"/>
              <a:gd name="csY134" fmla="*/ 1637590 h 4647728"/>
              <a:gd name="csX135" fmla="*/ 1445686 w 4146680"/>
              <a:gd name="csY135" fmla="*/ 1243074 h 4647728"/>
              <a:gd name="csX136" fmla="*/ 465858 w 4146680"/>
              <a:gd name="csY136" fmla="*/ 1243074 h 4647728"/>
              <a:gd name="csX137" fmla="*/ 465858 w 4146680"/>
              <a:gd name="csY137" fmla="*/ 3271166 h 4647728"/>
              <a:gd name="csX138" fmla="*/ 3680841 w 4146680"/>
              <a:gd name="csY138" fmla="*/ 3271166 h 4647728"/>
              <a:gd name="csX139" fmla="*/ 3680841 w 4146680"/>
              <a:gd name="csY139" fmla="*/ 3014887 h 4647728"/>
              <a:gd name="csX140" fmla="*/ 3606213 w 4146680"/>
              <a:gd name="csY140" fmla="*/ 3005019 h 4647728"/>
              <a:gd name="csX141" fmla="*/ 3564198 w 4146680"/>
              <a:gd name="csY141" fmla="*/ 2963004 h 4647728"/>
              <a:gd name="csX142" fmla="*/ 3415694 w 4146680"/>
              <a:gd name="csY142" fmla="*/ 3024669 h 4647728"/>
              <a:gd name="csX143" fmla="*/ 3415694 w 4146680"/>
              <a:gd name="csY143" fmla="*/ 3083943 h 4647728"/>
              <a:gd name="csX144" fmla="*/ 3353714 w 4146680"/>
              <a:gd name="csY144" fmla="*/ 3145922 h 4647728"/>
              <a:gd name="csX145" fmla="*/ 3194561 w 4146680"/>
              <a:gd name="csY145" fmla="*/ 3145922 h 4647728"/>
              <a:gd name="csX146" fmla="*/ 3150832 w 4146680"/>
              <a:gd name="csY146" fmla="*/ 3127672 h 4647728"/>
              <a:gd name="csX147" fmla="*/ 3150756 w 4146680"/>
              <a:gd name="csY147" fmla="*/ 3127748 h 4647728"/>
              <a:gd name="csX148" fmla="*/ 3132582 w 4146680"/>
              <a:gd name="csY148" fmla="*/ 3083933 h 4647728"/>
              <a:gd name="csX149" fmla="*/ 3132582 w 4146680"/>
              <a:gd name="csY149" fmla="*/ 3024630 h 4647728"/>
              <a:gd name="csX150" fmla="*/ 2984097 w 4146680"/>
              <a:gd name="csY150" fmla="*/ 2962975 h 4647728"/>
              <a:gd name="csX151" fmla="*/ 2942054 w 4146680"/>
              <a:gd name="csY151" fmla="*/ 3005019 h 4647728"/>
              <a:gd name="csX152" fmla="*/ 2854490 w 4146680"/>
              <a:gd name="csY152" fmla="*/ 3004942 h 4647728"/>
              <a:gd name="csX153" fmla="*/ 2854414 w 4146680"/>
              <a:gd name="csY153" fmla="*/ 3005019 h 4647728"/>
              <a:gd name="csX154" fmla="*/ 2741876 w 4146680"/>
              <a:gd name="csY154" fmla="*/ 2892481 h 4647728"/>
              <a:gd name="csX155" fmla="*/ 2741952 w 4146680"/>
              <a:gd name="csY155" fmla="*/ 2804908 h 4647728"/>
              <a:gd name="csX156" fmla="*/ 2741876 w 4146680"/>
              <a:gd name="csY156" fmla="*/ 2804832 h 4647728"/>
              <a:gd name="csX157" fmla="*/ 2783891 w 4146680"/>
              <a:gd name="csY157" fmla="*/ 2762817 h 4647728"/>
              <a:gd name="csX158" fmla="*/ 2722226 w 4146680"/>
              <a:gd name="csY158" fmla="*/ 2614312 h 4647728"/>
              <a:gd name="csX159" fmla="*/ 2662942 w 4146680"/>
              <a:gd name="csY159" fmla="*/ 2614312 h 4647728"/>
              <a:gd name="csX160" fmla="*/ 2600963 w 4146680"/>
              <a:gd name="csY160" fmla="*/ 2552333 h 4647728"/>
              <a:gd name="csX161" fmla="*/ 2600963 w 4146680"/>
              <a:gd name="csY161" fmla="*/ 2393180 h 4647728"/>
              <a:gd name="csX162" fmla="*/ 2662942 w 4146680"/>
              <a:gd name="csY162" fmla="*/ 2331201 h 4647728"/>
              <a:gd name="csX163" fmla="*/ 2722236 w 4146680"/>
              <a:gd name="csY163" fmla="*/ 2331201 h 4647728"/>
              <a:gd name="csX164" fmla="*/ 2783900 w 4146680"/>
              <a:gd name="csY164" fmla="*/ 2182706 h 4647728"/>
              <a:gd name="csX165" fmla="*/ 2741867 w 4146680"/>
              <a:gd name="csY165" fmla="*/ 2140672 h 4647728"/>
              <a:gd name="csX166" fmla="*/ 2741943 w 4146680"/>
              <a:gd name="csY166" fmla="*/ 2053109 h 4647728"/>
              <a:gd name="csX167" fmla="*/ 2741867 w 4146680"/>
              <a:gd name="csY167" fmla="*/ 2053033 h 4647728"/>
              <a:gd name="csX168" fmla="*/ 2854414 w 4146680"/>
              <a:gd name="csY168" fmla="*/ 1940486 h 4647728"/>
              <a:gd name="csX169" fmla="*/ 2942063 w 4146680"/>
              <a:gd name="csY169" fmla="*/ 1940486 h 4647728"/>
              <a:gd name="csX170" fmla="*/ 2984097 w 4146680"/>
              <a:gd name="csY170" fmla="*/ 1982519 h 4647728"/>
              <a:gd name="csX171" fmla="*/ 3132582 w 4146680"/>
              <a:gd name="csY171" fmla="*/ 1920864 h 4647728"/>
              <a:gd name="csX172" fmla="*/ 3132582 w 4146680"/>
              <a:gd name="csY172" fmla="*/ 1861561 h 4647728"/>
              <a:gd name="csX173" fmla="*/ 3194561 w 4146680"/>
              <a:gd name="csY173" fmla="*/ 1799582 h 4647728"/>
              <a:gd name="csX174" fmla="*/ 3353714 w 4146680"/>
              <a:gd name="csY174" fmla="*/ 1799582 h 4647728"/>
              <a:gd name="csX175" fmla="*/ 3415694 w 4146680"/>
              <a:gd name="csY175" fmla="*/ 1861561 h 4647728"/>
              <a:gd name="csX176" fmla="*/ 3415694 w 4146680"/>
              <a:gd name="csY176" fmla="*/ 1920864 h 4647728"/>
              <a:gd name="csX177" fmla="*/ 3415684 w 4146680"/>
              <a:gd name="csY177" fmla="*/ 1920864 h 4647728"/>
              <a:gd name="csX178" fmla="*/ 3757032 w 4146680"/>
              <a:gd name="csY178" fmla="*/ 2003655 h 4647728"/>
              <a:gd name="csX179" fmla="*/ 3806400 w 4146680"/>
              <a:gd name="csY179" fmla="*/ 2053023 h 4647728"/>
              <a:gd name="csX180" fmla="*/ 3806400 w 4146680"/>
              <a:gd name="csY180" fmla="*/ 2140672 h 4647728"/>
              <a:gd name="csX181" fmla="*/ 3764385 w 4146680"/>
              <a:gd name="csY181" fmla="*/ 2182687 h 4647728"/>
              <a:gd name="csX182" fmla="*/ 3826050 w 4146680"/>
              <a:gd name="csY182" fmla="*/ 2331191 h 4647728"/>
              <a:gd name="csX183" fmla="*/ 3885324 w 4146680"/>
              <a:gd name="csY183" fmla="*/ 2331191 h 4647728"/>
              <a:gd name="csX184" fmla="*/ 3947303 w 4146680"/>
              <a:gd name="csY184" fmla="*/ 2393171 h 4647728"/>
              <a:gd name="csX185" fmla="*/ 3947303 w 4146680"/>
              <a:gd name="csY185" fmla="*/ 2552324 h 4647728"/>
              <a:gd name="csX186" fmla="*/ 3885324 w 4146680"/>
              <a:gd name="csY186" fmla="*/ 2614303 h 4647728"/>
              <a:gd name="csX187" fmla="*/ 3826021 w 4146680"/>
              <a:gd name="csY187" fmla="*/ 2614303 h 4647728"/>
              <a:gd name="csX188" fmla="*/ 3764356 w 4146680"/>
              <a:gd name="csY188" fmla="*/ 2762788 h 4647728"/>
              <a:gd name="csX189" fmla="*/ 3806400 w 4146680"/>
              <a:gd name="csY189" fmla="*/ 2804832 h 4647728"/>
              <a:gd name="csX190" fmla="*/ 3806323 w 4146680"/>
              <a:gd name="csY190" fmla="*/ 2892405 h 4647728"/>
              <a:gd name="csX191" fmla="*/ 3806400 w 4146680"/>
              <a:gd name="csY191" fmla="*/ 2892481 h 4647728"/>
              <a:gd name="csX192" fmla="*/ 3757041 w 4146680"/>
              <a:gd name="csY192" fmla="*/ 2941839 h 4647728"/>
              <a:gd name="csX193" fmla="*/ 3757041 w 4146680"/>
              <a:gd name="csY193" fmla="*/ 3309257 h 4647728"/>
              <a:gd name="csX194" fmla="*/ 3718941 w 4146680"/>
              <a:gd name="csY194" fmla="*/ 3347357 h 4647728"/>
              <a:gd name="csX195" fmla="*/ 427758 w 4146680"/>
              <a:gd name="csY195" fmla="*/ 3347357 h 4647728"/>
              <a:gd name="csX196" fmla="*/ 389658 w 4146680"/>
              <a:gd name="csY196" fmla="*/ 3309257 h 4647728"/>
              <a:gd name="csX197" fmla="*/ 389658 w 4146680"/>
              <a:gd name="csY197" fmla="*/ 1204974 h 4647728"/>
              <a:gd name="csX198" fmla="*/ 427758 w 4146680"/>
              <a:gd name="csY198" fmla="*/ 1166874 h 4647728"/>
              <a:gd name="csX199" fmla="*/ 1369486 w 4146680"/>
              <a:gd name="csY199" fmla="*/ 1166874 h 4647728"/>
              <a:gd name="csX200" fmla="*/ 1157097 w 4146680"/>
              <a:gd name="csY200" fmla="*/ 954486 h 4647728"/>
              <a:gd name="csX201" fmla="*/ 1041273 w 4146680"/>
              <a:gd name="csY201" fmla="*/ 954486 h 4647728"/>
              <a:gd name="csX202" fmla="*/ 980427 w 4146680"/>
              <a:gd name="csY202" fmla="*/ 929073 h 4647728"/>
              <a:gd name="csX203" fmla="*/ 980427 w 4146680"/>
              <a:gd name="csY203" fmla="*/ 929073 h 4647728"/>
              <a:gd name="csX204" fmla="*/ 955157 w 4146680"/>
              <a:gd name="csY204" fmla="*/ 840691 h 4647728"/>
              <a:gd name="csX205" fmla="*/ 243488 w 4146680"/>
              <a:gd name="csY205" fmla="*/ 840691 h 4647728"/>
              <a:gd name="csX206" fmla="*/ 76200 w 4146680"/>
              <a:gd name="csY206" fmla="*/ 1007978 h 4647728"/>
              <a:gd name="csX207" fmla="*/ 76200 w 4146680"/>
              <a:gd name="csY207" fmla="*/ 3506243 h 4647728"/>
              <a:gd name="csX208" fmla="*/ 243488 w 4146680"/>
              <a:gd name="csY208" fmla="*/ 3673531 h 4647728"/>
              <a:gd name="csX209" fmla="*/ 3903202 w 4146680"/>
              <a:gd name="csY209" fmla="*/ 3673531 h 4647728"/>
              <a:gd name="csX210" fmla="*/ 4070499 w 4146680"/>
              <a:gd name="csY210" fmla="*/ 3506243 h 4647728"/>
              <a:gd name="csX211" fmla="*/ 4070499 w 4146680"/>
              <a:gd name="csY211" fmla="*/ 1007988 h 4647728"/>
              <a:gd name="csX212" fmla="*/ 3903202 w 4146680"/>
              <a:gd name="csY212" fmla="*/ 840700 h 4647728"/>
              <a:gd name="csX213" fmla="*/ 3233671 w 4146680"/>
              <a:gd name="csY213" fmla="*/ 840700 h 4647728"/>
              <a:gd name="csX214" fmla="*/ 3208249 w 4146680"/>
              <a:gd name="csY214" fmla="*/ 929226 h 4647728"/>
              <a:gd name="csX215" fmla="*/ 3208249 w 4146680"/>
              <a:gd name="csY215" fmla="*/ 929226 h 4647728"/>
              <a:gd name="csX216" fmla="*/ 3147546 w 4146680"/>
              <a:gd name="csY216" fmla="*/ 954496 h 4647728"/>
              <a:gd name="csX217" fmla="*/ 3031722 w 4146680"/>
              <a:gd name="csY217" fmla="*/ 954496 h 4647728"/>
              <a:gd name="csX218" fmla="*/ 2819333 w 4146680"/>
              <a:gd name="csY218" fmla="*/ 1166884 h 4647728"/>
              <a:gd name="csX219" fmla="*/ 3718932 w 4146680"/>
              <a:gd name="csY219" fmla="*/ 1166884 h 4647728"/>
              <a:gd name="csX220" fmla="*/ 3757032 w 4146680"/>
              <a:gd name="csY220" fmla="*/ 1204984 h 4647728"/>
              <a:gd name="csX221" fmla="*/ 3757032 w 4146680"/>
              <a:gd name="csY221" fmla="*/ 2003655 h 4647728"/>
              <a:gd name="csX222" fmla="*/ 3757032 w 4146680"/>
              <a:gd name="csY222" fmla="*/ 2003655 h 4647728"/>
              <a:gd name="csX223" fmla="*/ 3462928 w 4146680"/>
              <a:gd name="csY223" fmla="*/ 2016609 h 4647728"/>
              <a:gd name="csX224" fmla="*/ 3387376 w 4146680"/>
              <a:gd name="csY224" fmla="*/ 1992273 h 4647728"/>
              <a:gd name="csX225" fmla="*/ 3339484 w 4146680"/>
              <a:gd name="csY225" fmla="*/ 1931961 h 4647728"/>
              <a:gd name="csX226" fmla="*/ 3339484 w 4146680"/>
              <a:gd name="csY226" fmla="*/ 1875782 h 4647728"/>
              <a:gd name="csX227" fmla="*/ 3208772 w 4146680"/>
              <a:gd name="csY227" fmla="*/ 1875782 h 4647728"/>
              <a:gd name="csX228" fmla="*/ 3208772 w 4146680"/>
              <a:gd name="csY228" fmla="*/ 1931961 h 4647728"/>
              <a:gd name="csX229" fmla="*/ 3160881 w 4146680"/>
              <a:gd name="csY229" fmla="*/ 1992263 h 4647728"/>
              <a:gd name="csX230" fmla="*/ 3014348 w 4146680"/>
              <a:gd name="csY230" fmla="*/ 2052938 h 4647728"/>
              <a:gd name="csX231" fmla="*/ 2937996 w 4146680"/>
              <a:gd name="csY231" fmla="*/ 2044175 h 4647728"/>
              <a:gd name="csX232" fmla="*/ 2898220 w 4146680"/>
              <a:gd name="csY232" fmla="*/ 2004408 h 4647728"/>
              <a:gd name="csX233" fmla="*/ 2805789 w 4146680"/>
              <a:gd name="csY233" fmla="*/ 2096838 h 4647728"/>
              <a:gd name="csX234" fmla="*/ 2845556 w 4146680"/>
              <a:gd name="csY234" fmla="*/ 2136605 h 4647728"/>
              <a:gd name="csX235" fmla="*/ 2854319 w 4146680"/>
              <a:gd name="csY235" fmla="*/ 2212958 h 4647728"/>
              <a:gd name="csX236" fmla="*/ 2793635 w 4146680"/>
              <a:gd name="csY236" fmla="*/ 2359490 h 4647728"/>
              <a:gd name="csX237" fmla="*/ 2733332 w 4146680"/>
              <a:gd name="csY237" fmla="*/ 2407382 h 4647728"/>
              <a:gd name="csX238" fmla="*/ 2677163 w 4146680"/>
              <a:gd name="csY238" fmla="*/ 2407382 h 4647728"/>
              <a:gd name="csX239" fmla="*/ 2677163 w 4146680"/>
              <a:gd name="csY239" fmla="*/ 2538094 h 4647728"/>
              <a:gd name="csX240" fmla="*/ 2733323 w 4146680"/>
              <a:gd name="csY240" fmla="*/ 2538094 h 4647728"/>
              <a:gd name="csX241" fmla="*/ 2793625 w 4146680"/>
              <a:gd name="csY241" fmla="*/ 2585985 h 4647728"/>
              <a:gd name="csX242" fmla="*/ 2854309 w 4146680"/>
              <a:gd name="csY242" fmla="*/ 2732537 h 4647728"/>
              <a:gd name="csX243" fmla="*/ 2845546 w 4146680"/>
              <a:gd name="csY243" fmla="*/ 2808889 h 4647728"/>
              <a:gd name="csX244" fmla="*/ 2805799 w 4146680"/>
              <a:gd name="csY244" fmla="*/ 2848637 h 4647728"/>
              <a:gd name="csX245" fmla="*/ 2898229 w 4146680"/>
              <a:gd name="csY245" fmla="*/ 2941068 h 4647728"/>
              <a:gd name="csX246" fmla="*/ 2938006 w 4146680"/>
              <a:gd name="csY246" fmla="*/ 2901291 h 4647728"/>
              <a:gd name="csX247" fmla="*/ 2938082 w 4146680"/>
              <a:gd name="csY247" fmla="*/ 2901368 h 4647728"/>
              <a:gd name="csX248" fmla="*/ 3014358 w 4146680"/>
              <a:gd name="csY248" fmla="*/ 2892528 h 4647728"/>
              <a:gd name="csX249" fmla="*/ 3160891 w 4146680"/>
              <a:gd name="csY249" fmla="*/ 2953212 h 4647728"/>
              <a:gd name="csX250" fmla="*/ 3208782 w 4146680"/>
              <a:gd name="csY250" fmla="*/ 3013524 h 4647728"/>
              <a:gd name="csX251" fmla="*/ 3208782 w 4146680"/>
              <a:gd name="csY251" fmla="*/ 3069703 h 4647728"/>
              <a:gd name="csX252" fmla="*/ 3339494 w 4146680"/>
              <a:gd name="csY252" fmla="*/ 3069703 h 4647728"/>
              <a:gd name="csX253" fmla="*/ 3339494 w 4146680"/>
              <a:gd name="csY253" fmla="*/ 3013543 h 4647728"/>
              <a:gd name="csX254" fmla="*/ 3387385 w 4146680"/>
              <a:gd name="csY254" fmla="*/ 2953231 h 4647728"/>
              <a:gd name="csX255" fmla="*/ 3533937 w 4146680"/>
              <a:gd name="csY255" fmla="*/ 2892547 h 4647728"/>
              <a:gd name="csX256" fmla="*/ 3610290 w 4146680"/>
              <a:gd name="csY256" fmla="*/ 2901310 h 4647728"/>
              <a:gd name="csX257" fmla="*/ 3650047 w 4146680"/>
              <a:gd name="csY257" fmla="*/ 2941068 h 4647728"/>
              <a:gd name="csX258" fmla="*/ 3742477 w 4146680"/>
              <a:gd name="csY258" fmla="*/ 2848637 h 4647728"/>
              <a:gd name="csX259" fmla="*/ 3702701 w 4146680"/>
              <a:gd name="csY259" fmla="*/ 2808861 h 4647728"/>
              <a:gd name="csX260" fmla="*/ 3693938 w 4146680"/>
              <a:gd name="csY260" fmla="*/ 2732508 h 4647728"/>
              <a:gd name="csX261" fmla="*/ 3754622 w 4146680"/>
              <a:gd name="csY261" fmla="*/ 2585985 h 4647728"/>
              <a:gd name="csX262" fmla="*/ 3814924 w 4146680"/>
              <a:gd name="csY262" fmla="*/ 2538094 h 4647728"/>
              <a:gd name="csX263" fmla="*/ 3871103 w 4146680"/>
              <a:gd name="csY263" fmla="*/ 2538094 h 4647728"/>
              <a:gd name="csX264" fmla="*/ 3871103 w 4146680"/>
              <a:gd name="csY264" fmla="*/ 2407391 h 4647728"/>
              <a:gd name="csX265" fmla="*/ 3814944 w 4146680"/>
              <a:gd name="csY265" fmla="*/ 2407391 h 4647728"/>
              <a:gd name="csX266" fmla="*/ 3754631 w 4146680"/>
              <a:gd name="csY266" fmla="*/ 2359500 h 4647728"/>
              <a:gd name="csX267" fmla="*/ 3693948 w 4146680"/>
              <a:gd name="csY267" fmla="*/ 2212948 h 4647728"/>
              <a:gd name="csX268" fmla="*/ 3702711 w 4146680"/>
              <a:gd name="csY268" fmla="*/ 2136596 h 4647728"/>
              <a:gd name="csX269" fmla="*/ 3742458 w 4146680"/>
              <a:gd name="csY269" fmla="*/ 2096838 h 4647728"/>
              <a:gd name="csX270" fmla="*/ 3650028 w 4146680"/>
              <a:gd name="csY270" fmla="*/ 2004408 h 4647728"/>
              <a:gd name="csX271" fmla="*/ 3610251 w 4146680"/>
              <a:gd name="csY271" fmla="*/ 2044184 h 4647728"/>
              <a:gd name="csX272" fmla="*/ 3533899 w 4146680"/>
              <a:gd name="csY272" fmla="*/ 2052947 h 4647728"/>
              <a:gd name="csX273" fmla="*/ 3462928 w 4146680"/>
              <a:gd name="csY273" fmla="*/ 2016609 h 4647728"/>
              <a:gd name="csX274" fmla="*/ 3462928 w 4146680"/>
              <a:gd name="csY274" fmla="*/ 2016609 h 4647728"/>
              <a:gd name="csX275" fmla="*/ 2923975 w 4146680"/>
              <a:gd name="csY275" fmla="*/ 954486 h 4647728"/>
              <a:gd name="csX276" fmla="*/ 1264853 w 4146680"/>
              <a:gd name="csY276" fmla="*/ 954486 h 4647728"/>
              <a:gd name="csX277" fmla="*/ 1905019 w 4146680"/>
              <a:gd name="csY277" fmla="*/ 1594652 h 4647728"/>
              <a:gd name="csX278" fmla="*/ 1916401 w 4146680"/>
              <a:gd name="csY278" fmla="*/ 1621808 h 4647728"/>
              <a:gd name="csX279" fmla="*/ 1916401 w 4146680"/>
              <a:gd name="csY279" fmla="*/ 2689474 h 4647728"/>
              <a:gd name="csX280" fmla="*/ 2272437 w 4146680"/>
              <a:gd name="csY280" fmla="*/ 2443644 h 4647728"/>
              <a:gd name="csX281" fmla="*/ 2272446 w 4146680"/>
              <a:gd name="csY281" fmla="*/ 1621808 h 4647728"/>
              <a:gd name="csX282" fmla="*/ 2283600 w 4146680"/>
              <a:gd name="csY282" fmla="*/ 1594871 h 4647728"/>
              <a:gd name="csX283" fmla="*/ 2923975 w 4146680"/>
              <a:gd name="csY283" fmla="*/ 954486 h 4647728"/>
              <a:gd name="csX284" fmla="*/ 2923975 w 4146680"/>
              <a:gd name="csY284" fmla="*/ 954486 h 4647728"/>
              <a:gd name="csX285" fmla="*/ 3147546 w 4146680"/>
              <a:gd name="csY285" fmla="*/ 611453 h 4647728"/>
              <a:gd name="csX286" fmla="*/ 1041283 w 4146680"/>
              <a:gd name="csY286" fmla="*/ 611453 h 4647728"/>
              <a:gd name="csX287" fmla="*/ 1031367 w 4146680"/>
              <a:gd name="csY287" fmla="*/ 621368 h 4647728"/>
              <a:gd name="csX288" fmla="*/ 1031367 w 4146680"/>
              <a:gd name="csY288" fmla="*/ 868370 h 4647728"/>
              <a:gd name="csX289" fmla="*/ 1041283 w 4146680"/>
              <a:gd name="csY289" fmla="*/ 878296 h 4647728"/>
              <a:gd name="csX290" fmla="*/ 3147546 w 4146680"/>
              <a:gd name="csY290" fmla="*/ 878296 h 4647728"/>
              <a:gd name="csX291" fmla="*/ 3157471 w 4146680"/>
              <a:gd name="csY291" fmla="*/ 868370 h 4647728"/>
              <a:gd name="csX292" fmla="*/ 3157471 w 4146680"/>
              <a:gd name="csY292" fmla="*/ 621368 h 4647728"/>
              <a:gd name="csX293" fmla="*/ 3154528 w 4146680"/>
              <a:gd name="csY293" fmla="*/ 614396 h 4647728"/>
              <a:gd name="csX294" fmla="*/ 3154604 w 4146680"/>
              <a:gd name="csY294" fmla="*/ 614320 h 4647728"/>
              <a:gd name="csX295" fmla="*/ 3147546 w 4146680"/>
              <a:gd name="csY295" fmla="*/ 611453 h 4647728"/>
              <a:gd name="csX296" fmla="*/ 3147546 w 4146680"/>
              <a:gd name="csY296" fmla="*/ 611453 h 4647728"/>
              <a:gd name="csX297" fmla="*/ 2565997 w 4146680"/>
              <a:gd name="csY297" fmla="*/ 4092383 h 4647728"/>
              <a:gd name="csX298" fmla="*/ 2471538 w 4146680"/>
              <a:gd name="csY298" fmla="*/ 3749740 h 4647728"/>
              <a:gd name="csX299" fmla="*/ 1675171 w 4146680"/>
              <a:gd name="csY299" fmla="*/ 3749740 h 4647728"/>
              <a:gd name="csX300" fmla="*/ 1580712 w 4146680"/>
              <a:gd name="csY300" fmla="*/ 4092383 h 4647728"/>
              <a:gd name="csX301" fmla="*/ 2565997 w 4146680"/>
              <a:gd name="csY301" fmla="*/ 4092383 h 4647728"/>
              <a:gd name="csX302" fmla="*/ 2565997 w 4146680"/>
              <a:gd name="csY302" fmla="*/ 4092383 h 4647728"/>
              <a:gd name="csX303" fmla="*/ 3126896 w 4146680"/>
              <a:gd name="csY303" fmla="*/ 4168583 h 4647728"/>
              <a:gd name="csX304" fmla="*/ 1019794 w 4146680"/>
              <a:gd name="csY304" fmla="*/ 4168583 h 4647728"/>
              <a:gd name="csX305" fmla="*/ 861955 w 4146680"/>
              <a:gd name="csY305" fmla="*/ 4326422 h 4647728"/>
              <a:gd name="csX306" fmla="*/ 861955 w 4146680"/>
              <a:gd name="csY306" fmla="*/ 4571519 h 4647728"/>
              <a:gd name="csX307" fmla="*/ 3284734 w 4146680"/>
              <a:gd name="csY307" fmla="*/ 4571519 h 4647728"/>
              <a:gd name="csX308" fmla="*/ 3284734 w 4146680"/>
              <a:gd name="csY308" fmla="*/ 4326422 h 4647728"/>
              <a:gd name="csX309" fmla="*/ 3126896 w 4146680"/>
              <a:gd name="csY309" fmla="*/ 4168583 h 46477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</a:cxnLst>
            <a:rect l="l" t="t" r="r" b="b"/>
            <a:pathLst>
              <a:path w="4146680" h="4647728">
                <a:moveTo>
                  <a:pt x="2550328" y="3749750"/>
                </a:moveTo>
                <a:lnTo>
                  <a:pt x="2644788" y="4092393"/>
                </a:lnTo>
                <a:lnTo>
                  <a:pt x="3126886" y="4092393"/>
                </a:lnTo>
                <a:cubicBezTo>
                  <a:pt x="3255683" y="4092393"/>
                  <a:pt x="3360925" y="4197634"/>
                  <a:pt x="3360925" y="4326431"/>
                </a:cubicBezTo>
                <a:lnTo>
                  <a:pt x="3360925" y="4609629"/>
                </a:lnTo>
                <a:cubicBezTo>
                  <a:pt x="3360925" y="4630669"/>
                  <a:pt x="3343866" y="4647729"/>
                  <a:pt x="3322825" y="4647729"/>
                </a:cubicBezTo>
                <a:lnTo>
                  <a:pt x="823855" y="4647729"/>
                </a:lnTo>
                <a:cubicBezTo>
                  <a:pt x="802815" y="4647729"/>
                  <a:pt x="785755" y="4630669"/>
                  <a:pt x="785755" y="4609629"/>
                </a:cubicBezTo>
                <a:lnTo>
                  <a:pt x="785755" y="4326431"/>
                </a:lnTo>
                <a:cubicBezTo>
                  <a:pt x="785755" y="4197634"/>
                  <a:pt x="890997" y="4092393"/>
                  <a:pt x="1019794" y="4092393"/>
                </a:cubicBezTo>
                <a:lnTo>
                  <a:pt x="1501902" y="4092393"/>
                </a:lnTo>
                <a:lnTo>
                  <a:pt x="1596362" y="3749750"/>
                </a:lnTo>
                <a:lnTo>
                  <a:pt x="243488" y="3749750"/>
                </a:lnTo>
                <a:cubicBezTo>
                  <a:pt x="109490" y="3749750"/>
                  <a:pt x="0" y="3640250"/>
                  <a:pt x="0" y="3506262"/>
                </a:cubicBezTo>
                <a:lnTo>
                  <a:pt x="0" y="1007988"/>
                </a:lnTo>
                <a:cubicBezTo>
                  <a:pt x="0" y="874000"/>
                  <a:pt x="109490" y="764500"/>
                  <a:pt x="243488" y="764500"/>
                </a:cubicBezTo>
                <a:lnTo>
                  <a:pt x="955157" y="764500"/>
                </a:lnTo>
                <a:lnTo>
                  <a:pt x="955157" y="621368"/>
                </a:lnTo>
                <a:cubicBezTo>
                  <a:pt x="955157" y="573943"/>
                  <a:pt x="993981" y="535253"/>
                  <a:pt x="1041273" y="535253"/>
                </a:cubicBezTo>
                <a:lnTo>
                  <a:pt x="3147536" y="535253"/>
                </a:lnTo>
                <a:cubicBezTo>
                  <a:pt x="3170701" y="535253"/>
                  <a:pt x="3193342" y="545073"/>
                  <a:pt x="3208316" y="560599"/>
                </a:cubicBezTo>
                <a:lnTo>
                  <a:pt x="3208392" y="560522"/>
                </a:lnTo>
                <a:cubicBezTo>
                  <a:pt x="3223974" y="576105"/>
                  <a:pt x="3233661" y="597651"/>
                  <a:pt x="3233661" y="621378"/>
                </a:cubicBezTo>
                <a:lnTo>
                  <a:pt x="3233661" y="764510"/>
                </a:lnTo>
                <a:lnTo>
                  <a:pt x="3903193" y="764510"/>
                </a:lnTo>
                <a:cubicBezTo>
                  <a:pt x="4037191" y="764510"/>
                  <a:pt x="4146680" y="874009"/>
                  <a:pt x="4146680" y="1007997"/>
                </a:cubicBezTo>
                <a:lnTo>
                  <a:pt x="4146680" y="3506262"/>
                </a:lnTo>
                <a:cubicBezTo>
                  <a:pt x="4146680" y="3640260"/>
                  <a:pt x="4037181" y="3749750"/>
                  <a:pt x="3903193" y="3749750"/>
                </a:cubicBezTo>
                <a:lnTo>
                  <a:pt x="2550328" y="3749750"/>
                </a:lnTo>
                <a:lnTo>
                  <a:pt x="2550328" y="3749750"/>
                </a:lnTo>
                <a:close/>
                <a:moveTo>
                  <a:pt x="3236024" y="2272651"/>
                </a:moveTo>
                <a:lnTo>
                  <a:pt x="3236024" y="2286672"/>
                </a:lnTo>
                <a:cubicBezTo>
                  <a:pt x="3219507" y="2292453"/>
                  <a:pt x="3204706" y="2301883"/>
                  <a:pt x="3192590" y="2313999"/>
                </a:cubicBezTo>
                <a:cubicBezTo>
                  <a:pt x="3120114" y="2386475"/>
                  <a:pt x="3171739" y="2510852"/>
                  <a:pt x="3274124" y="2510852"/>
                </a:cubicBezTo>
                <a:cubicBezTo>
                  <a:pt x="3295736" y="2510852"/>
                  <a:pt x="3313243" y="2528359"/>
                  <a:pt x="3313243" y="2549962"/>
                </a:cubicBezTo>
                <a:cubicBezTo>
                  <a:pt x="3313243" y="2601463"/>
                  <a:pt x="3235014" y="2601463"/>
                  <a:pt x="3235014" y="2549962"/>
                </a:cubicBezTo>
                <a:cubicBezTo>
                  <a:pt x="3235014" y="2528921"/>
                  <a:pt x="3217955" y="2511862"/>
                  <a:pt x="3196914" y="2511862"/>
                </a:cubicBezTo>
                <a:cubicBezTo>
                  <a:pt x="3132754" y="2511862"/>
                  <a:pt x="3152308" y="2629534"/>
                  <a:pt x="3236033" y="2658832"/>
                </a:cubicBezTo>
                <a:lnTo>
                  <a:pt x="3236033" y="2672844"/>
                </a:lnTo>
                <a:cubicBezTo>
                  <a:pt x="3236033" y="2723002"/>
                  <a:pt x="3312233" y="2723002"/>
                  <a:pt x="3312233" y="2672844"/>
                </a:cubicBezTo>
                <a:lnTo>
                  <a:pt x="3312233" y="2658832"/>
                </a:lnTo>
                <a:cubicBezTo>
                  <a:pt x="3328749" y="2653051"/>
                  <a:pt x="3343551" y="2643621"/>
                  <a:pt x="3355677" y="2631496"/>
                </a:cubicBezTo>
                <a:cubicBezTo>
                  <a:pt x="3428152" y="2559010"/>
                  <a:pt x="3376517" y="2434643"/>
                  <a:pt x="3274133" y="2434643"/>
                </a:cubicBezTo>
                <a:cubicBezTo>
                  <a:pt x="3252521" y="2434643"/>
                  <a:pt x="3235014" y="2417136"/>
                  <a:pt x="3235014" y="2395523"/>
                </a:cubicBezTo>
                <a:cubicBezTo>
                  <a:pt x="3235014" y="2344022"/>
                  <a:pt x="3313243" y="2344022"/>
                  <a:pt x="3313243" y="2395523"/>
                </a:cubicBezTo>
                <a:cubicBezTo>
                  <a:pt x="3313243" y="2416564"/>
                  <a:pt x="3330302" y="2433623"/>
                  <a:pt x="3351343" y="2433623"/>
                </a:cubicBezTo>
                <a:cubicBezTo>
                  <a:pt x="3415484" y="2433623"/>
                  <a:pt x="3395977" y="2315980"/>
                  <a:pt x="3312224" y="2286653"/>
                </a:cubicBezTo>
                <a:lnTo>
                  <a:pt x="3312224" y="2272641"/>
                </a:lnTo>
                <a:cubicBezTo>
                  <a:pt x="3312224" y="2222492"/>
                  <a:pt x="3236024" y="2222492"/>
                  <a:pt x="3236024" y="2272651"/>
                </a:cubicBezTo>
                <a:lnTo>
                  <a:pt x="3236024" y="2272651"/>
                </a:lnTo>
                <a:close/>
                <a:moveTo>
                  <a:pt x="896102" y="2487487"/>
                </a:moveTo>
                <a:lnTo>
                  <a:pt x="1420178" y="2487487"/>
                </a:lnTo>
                <a:cubicBezTo>
                  <a:pt x="1470336" y="2487487"/>
                  <a:pt x="1470336" y="2411287"/>
                  <a:pt x="1420178" y="2411287"/>
                </a:cubicBezTo>
                <a:lnTo>
                  <a:pt x="896102" y="2411287"/>
                </a:lnTo>
                <a:cubicBezTo>
                  <a:pt x="845944" y="2411287"/>
                  <a:pt x="845944" y="2487487"/>
                  <a:pt x="896102" y="2487487"/>
                </a:cubicBezTo>
                <a:lnTo>
                  <a:pt x="896102" y="2487487"/>
                </a:lnTo>
                <a:close/>
                <a:moveTo>
                  <a:pt x="896102" y="2258516"/>
                </a:moveTo>
                <a:lnTo>
                  <a:pt x="1420178" y="2258516"/>
                </a:lnTo>
                <a:cubicBezTo>
                  <a:pt x="1470336" y="2258516"/>
                  <a:pt x="1470336" y="2182316"/>
                  <a:pt x="1420178" y="2182316"/>
                </a:cubicBezTo>
                <a:lnTo>
                  <a:pt x="896102" y="2182316"/>
                </a:lnTo>
                <a:cubicBezTo>
                  <a:pt x="845944" y="2182325"/>
                  <a:pt x="845944" y="2258516"/>
                  <a:pt x="896102" y="2258516"/>
                </a:cubicBezTo>
                <a:lnTo>
                  <a:pt x="896102" y="2258516"/>
                </a:lnTo>
                <a:close/>
                <a:moveTo>
                  <a:pt x="896102" y="2029554"/>
                </a:moveTo>
                <a:lnTo>
                  <a:pt x="1420178" y="2029554"/>
                </a:lnTo>
                <a:cubicBezTo>
                  <a:pt x="1470336" y="2029554"/>
                  <a:pt x="1470336" y="1953354"/>
                  <a:pt x="1420178" y="1953354"/>
                </a:cubicBezTo>
                <a:lnTo>
                  <a:pt x="896102" y="1953354"/>
                </a:lnTo>
                <a:cubicBezTo>
                  <a:pt x="845944" y="1953354"/>
                  <a:pt x="845944" y="2029554"/>
                  <a:pt x="896102" y="2029554"/>
                </a:cubicBezTo>
                <a:lnTo>
                  <a:pt x="896102" y="2029554"/>
                </a:lnTo>
                <a:close/>
                <a:moveTo>
                  <a:pt x="896102" y="1800592"/>
                </a:moveTo>
                <a:lnTo>
                  <a:pt x="1420178" y="1800592"/>
                </a:lnTo>
                <a:cubicBezTo>
                  <a:pt x="1470336" y="1800592"/>
                  <a:pt x="1470336" y="1724392"/>
                  <a:pt x="1420178" y="1724392"/>
                </a:cubicBezTo>
                <a:lnTo>
                  <a:pt x="896102" y="1724392"/>
                </a:lnTo>
                <a:cubicBezTo>
                  <a:pt x="845944" y="1724392"/>
                  <a:pt x="845944" y="1800592"/>
                  <a:pt x="896102" y="1800592"/>
                </a:cubicBezTo>
                <a:lnTo>
                  <a:pt x="896102" y="1800592"/>
                </a:lnTo>
                <a:close/>
                <a:moveTo>
                  <a:pt x="2743210" y="256399"/>
                </a:moveTo>
                <a:cubicBezTo>
                  <a:pt x="2743210" y="206240"/>
                  <a:pt x="2819410" y="206240"/>
                  <a:pt x="2819410" y="256399"/>
                </a:cubicBezTo>
                <a:lnTo>
                  <a:pt x="2819410" y="421762"/>
                </a:lnTo>
                <a:cubicBezTo>
                  <a:pt x="2819410" y="471921"/>
                  <a:pt x="2743210" y="471921"/>
                  <a:pt x="2743210" y="421762"/>
                </a:cubicBezTo>
                <a:lnTo>
                  <a:pt x="2743210" y="256399"/>
                </a:lnTo>
                <a:lnTo>
                  <a:pt x="2743210" y="256399"/>
                </a:lnTo>
                <a:close/>
                <a:moveTo>
                  <a:pt x="2468451" y="167369"/>
                </a:moveTo>
                <a:cubicBezTo>
                  <a:pt x="2468451" y="117210"/>
                  <a:pt x="2544651" y="117210"/>
                  <a:pt x="2544651" y="167369"/>
                </a:cubicBezTo>
                <a:lnTo>
                  <a:pt x="2544651" y="421772"/>
                </a:lnTo>
                <a:cubicBezTo>
                  <a:pt x="2544651" y="471930"/>
                  <a:pt x="2468451" y="471930"/>
                  <a:pt x="2468451" y="421772"/>
                </a:cubicBezTo>
                <a:lnTo>
                  <a:pt x="2468451" y="167369"/>
                </a:lnTo>
                <a:lnTo>
                  <a:pt x="2468451" y="167369"/>
                </a:lnTo>
                <a:close/>
                <a:moveTo>
                  <a:pt x="2193693" y="37619"/>
                </a:moveTo>
                <a:cubicBezTo>
                  <a:pt x="2193693" y="-12540"/>
                  <a:pt x="2269893" y="-12540"/>
                  <a:pt x="2269893" y="37619"/>
                </a:cubicBezTo>
                <a:lnTo>
                  <a:pt x="2269893" y="421772"/>
                </a:lnTo>
                <a:cubicBezTo>
                  <a:pt x="2269893" y="471930"/>
                  <a:pt x="2193693" y="471930"/>
                  <a:pt x="2193693" y="421772"/>
                </a:cubicBezTo>
                <a:lnTo>
                  <a:pt x="2193693" y="37619"/>
                </a:lnTo>
                <a:lnTo>
                  <a:pt x="2193693" y="37619"/>
                </a:lnTo>
                <a:close/>
                <a:moveTo>
                  <a:pt x="1918935" y="37619"/>
                </a:moveTo>
                <a:cubicBezTo>
                  <a:pt x="1918935" y="-12540"/>
                  <a:pt x="1995135" y="-12540"/>
                  <a:pt x="1995135" y="37619"/>
                </a:cubicBezTo>
                <a:lnTo>
                  <a:pt x="1995135" y="421772"/>
                </a:lnTo>
                <a:cubicBezTo>
                  <a:pt x="1995135" y="471930"/>
                  <a:pt x="1918935" y="471930"/>
                  <a:pt x="1918935" y="421772"/>
                </a:cubicBezTo>
                <a:lnTo>
                  <a:pt x="1918935" y="37619"/>
                </a:lnTo>
                <a:lnTo>
                  <a:pt x="1918935" y="37619"/>
                </a:lnTo>
                <a:close/>
                <a:moveTo>
                  <a:pt x="1644167" y="167369"/>
                </a:moveTo>
                <a:cubicBezTo>
                  <a:pt x="1644167" y="117210"/>
                  <a:pt x="1720367" y="117210"/>
                  <a:pt x="1720367" y="167369"/>
                </a:cubicBezTo>
                <a:lnTo>
                  <a:pt x="1720367" y="421772"/>
                </a:lnTo>
                <a:cubicBezTo>
                  <a:pt x="1720367" y="471930"/>
                  <a:pt x="1644167" y="471930"/>
                  <a:pt x="1644167" y="421772"/>
                </a:cubicBezTo>
                <a:lnTo>
                  <a:pt x="1644167" y="167369"/>
                </a:lnTo>
                <a:lnTo>
                  <a:pt x="1644167" y="167369"/>
                </a:lnTo>
                <a:close/>
                <a:moveTo>
                  <a:pt x="1369419" y="256399"/>
                </a:moveTo>
                <a:cubicBezTo>
                  <a:pt x="1369419" y="206240"/>
                  <a:pt x="1445619" y="206240"/>
                  <a:pt x="1445619" y="256399"/>
                </a:cubicBezTo>
                <a:lnTo>
                  <a:pt x="1445619" y="421762"/>
                </a:lnTo>
                <a:cubicBezTo>
                  <a:pt x="1445619" y="471921"/>
                  <a:pt x="1369419" y="471921"/>
                  <a:pt x="1369419" y="421762"/>
                </a:cubicBezTo>
                <a:lnTo>
                  <a:pt x="1369419" y="256399"/>
                </a:lnTo>
                <a:lnTo>
                  <a:pt x="1369419" y="256399"/>
                </a:lnTo>
                <a:close/>
                <a:moveTo>
                  <a:pt x="3274124" y="2117346"/>
                </a:moveTo>
                <a:cubicBezTo>
                  <a:pt x="3077842" y="2117346"/>
                  <a:pt x="2918717" y="2276470"/>
                  <a:pt x="2918717" y="2472752"/>
                </a:cubicBezTo>
                <a:cubicBezTo>
                  <a:pt x="2918717" y="2669024"/>
                  <a:pt x="3077851" y="2828158"/>
                  <a:pt x="3274124" y="2828158"/>
                </a:cubicBezTo>
                <a:cubicBezTo>
                  <a:pt x="3470405" y="2828158"/>
                  <a:pt x="3629530" y="2669034"/>
                  <a:pt x="3629530" y="2472752"/>
                </a:cubicBezTo>
                <a:cubicBezTo>
                  <a:pt x="3629540" y="2276470"/>
                  <a:pt x="3470415" y="2117346"/>
                  <a:pt x="3274124" y="2117346"/>
                </a:cubicBezTo>
                <a:lnTo>
                  <a:pt x="3274124" y="2117346"/>
                </a:lnTo>
                <a:close/>
                <a:moveTo>
                  <a:pt x="3471558" y="2275318"/>
                </a:moveTo>
                <a:cubicBezTo>
                  <a:pt x="3362525" y="2166285"/>
                  <a:pt x="3185722" y="2166285"/>
                  <a:pt x="3076690" y="2275318"/>
                </a:cubicBezTo>
                <a:cubicBezTo>
                  <a:pt x="2967657" y="2384351"/>
                  <a:pt x="2967657" y="2561154"/>
                  <a:pt x="3076690" y="2670186"/>
                </a:cubicBezTo>
                <a:cubicBezTo>
                  <a:pt x="3252130" y="2845627"/>
                  <a:pt x="3553330" y="2720726"/>
                  <a:pt x="3553330" y="2472752"/>
                </a:cubicBezTo>
                <a:cubicBezTo>
                  <a:pt x="3553340" y="2395647"/>
                  <a:pt x="3522088" y="2325839"/>
                  <a:pt x="3471558" y="2275318"/>
                </a:cubicBezTo>
                <a:lnTo>
                  <a:pt x="3471558" y="2275318"/>
                </a:lnTo>
                <a:close/>
                <a:moveTo>
                  <a:pt x="3415684" y="1920864"/>
                </a:moveTo>
                <a:cubicBezTo>
                  <a:pt x="3468081" y="1934275"/>
                  <a:pt x="3517716" y="1954944"/>
                  <a:pt x="3564169" y="1982519"/>
                </a:cubicBezTo>
                <a:lnTo>
                  <a:pt x="3609489" y="1937552"/>
                </a:lnTo>
                <a:cubicBezTo>
                  <a:pt x="3630387" y="1920150"/>
                  <a:pt x="3657905" y="1917378"/>
                  <a:pt x="3680832" y="1930513"/>
                </a:cubicBezTo>
                <a:lnTo>
                  <a:pt x="3680832" y="1243074"/>
                </a:lnTo>
                <a:lnTo>
                  <a:pt x="2743143" y="1243074"/>
                </a:lnTo>
                <a:lnTo>
                  <a:pt x="2348627" y="1637590"/>
                </a:lnTo>
                <a:lnTo>
                  <a:pt x="2348627" y="2463494"/>
                </a:lnTo>
                <a:cubicBezTo>
                  <a:pt x="2348627" y="2477600"/>
                  <a:pt x="2340959" y="2489907"/>
                  <a:pt x="2329577" y="2496498"/>
                </a:cubicBezTo>
                <a:lnTo>
                  <a:pt x="1899876" y="2793192"/>
                </a:lnTo>
                <a:cubicBezTo>
                  <a:pt x="1874530" y="2810699"/>
                  <a:pt x="1840278" y="2792192"/>
                  <a:pt x="1840316" y="2761941"/>
                </a:cubicBezTo>
                <a:lnTo>
                  <a:pt x="1840201" y="2761941"/>
                </a:lnTo>
                <a:lnTo>
                  <a:pt x="1840201" y="1637590"/>
                </a:lnTo>
                <a:lnTo>
                  <a:pt x="1445686" y="1243074"/>
                </a:lnTo>
                <a:lnTo>
                  <a:pt x="465858" y="1243074"/>
                </a:lnTo>
                <a:lnTo>
                  <a:pt x="465858" y="3271166"/>
                </a:lnTo>
                <a:lnTo>
                  <a:pt x="3680841" y="3271166"/>
                </a:lnTo>
                <a:lnTo>
                  <a:pt x="3680841" y="3014887"/>
                </a:lnTo>
                <a:cubicBezTo>
                  <a:pt x="3656848" y="3028745"/>
                  <a:pt x="3626206" y="3025012"/>
                  <a:pt x="3606213" y="3005019"/>
                </a:cubicBezTo>
                <a:lnTo>
                  <a:pt x="3564198" y="2963004"/>
                </a:lnTo>
                <a:cubicBezTo>
                  <a:pt x="3517725" y="2990598"/>
                  <a:pt x="3468100" y="3011248"/>
                  <a:pt x="3415694" y="3024669"/>
                </a:cubicBezTo>
                <a:lnTo>
                  <a:pt x="3415694" y="3083943"/>
                </a:lnTo>
                <a:cubicBezTo>
                  <a:pt x="3415694" y="3117918"/>
                  <a:pt x="3387690" y="3145922"/>
                  <a:pt x="3353714" y="3145922"/>
                </a:cubicBezTo>
                <a:lnTo>
                  <a:pt x="3194561" y="3145922"/>
                </a:lnTo>
                <a:cubicBezTo>
                  <a:pt x="3177607" y="3145922"/>
                  <a:pt x="3162119" y="3138940"/>
                  <a:pt x="3150832" y="3127672"/>
                </a:cubicBezTo>
                <a:lnTo>
                  <a:pt x="3150756" y="3127748"/>
                </a:lnTo>
                <a:cubicBezTo>
                  <a:pt x="3139545" y="3116537"/>
                  <a:pt x="3132582" y="3101030"/>
                  <a:pt x="3132582" y="3083933"/>
                </a:cubicBezTo>
                <a:lnTo>
                  <a:pt x="3132582" y="3024630"/>
                </a:lnTo>
                <a:cubicBezTo>
                  <a:pt x="3080147" y="3011210"/>
                  <a:pt x="3030588" y="2990569"/>
                  <a:pt x="2984097" y="2962975"/>
                </a:cubicBezTo>
                <a:lnTo>
                  <a:pt x="2942054" y="3005019"/>
                </a:lnTo>
                <a:cubicBezTo>
                  <a:pt x="2917660" y="3029412"/>
                  <a:pt x="2877608" y="3028926"/>
                  <a:pt x="2854490" y="3004942"/>
                </a:cubicBezTo>
                <a:lnTo>
                  <a:pt x="2854414" y="3005019"/>
                </a:lnTo>
                <a:lnTo>
                  <a:pt x="2741876" y="2892481"/>
                </a:lnTo>
                <a:cubicBezTo>
                  <a:pt x="2717473" y="2868078"/>
                  <a:pt x="2717968" y="2828035"/>
                  <a:pt x="2741952" y="2804908"/>
                </a:cubicBezTo>
                <a:lnTo>
                  <a:pt x="2741876" y="2804832"/>
                </a:lnTo>
                <a:lnTo>
                  <a:pt x="2783891" y="2762817"/>
                </a:lnTo>
                <a:cubicBezTo>
                  <a:pt x="2756306" y="2716364"/>
                  <a:pt x="2735647" y="2666710"/>
                  <a:pt x="2722226" y="2614312"/>
                </a:cubicBezTo>
                <a:lnTo>
                  <a:pt x="2662942" y="2614312"/>
                </a:lnTo>
                <a:cubicBezTo>
                  <a:pt x="2628757" y="2614312"/>
                  <a:pt x="2600963" y="2586519"/>
                  <a:pt x="2600963" y="2552333"/>
                </a:cubicBezTo>
                <a:lnTo>
                  <a:pt x="2600963" y="2393180"/>
                </a:lnTo>
                <a:cubicBezTo>
                  <a:pt x="2600963" y="2359205"/>
                  <a:pt x="2628967" y="2331201"/>
                  <a:pt x="2662942" y="2331201"/>
                </a:cubicBezTo>
                <a:lnTo>
                  <a:pt x="2722236" y="2331201"/>
                </a:lnTo>
                <a:cubicBezTo>
                  <a:pt x="2735647" y="2278804"/>
                  <a:pt x="2756316" y="2229169"/>
                  <a:pt x="2783900" y="2182706"/>
                </a:cubicBezTo>
                <a:lnTo>
                  <a:pt x="2741867" y="2140672"/>
                </a:lnTo>
                <a:cubicBezTo>
                  <a:pt x="2717473" y="2116279"/>
                  <a:pt x="2717959" y="2076226"/>
                  <a:pt x="2741943" y="2053109"/>
                </a:cubicBezTo>
                <a:lnTo>
                  <a:pt x="2741867" y="2053033"/>
                </a:lnTo>
                <a:lnTo>
                  <a:pt x="2854414" y="1940486"/>
                </a:lnTo>
                <a:cubicBezTo>
                  <a:pt x="2878589" y="1916311"/>
                  <a:pt x="2917879" y="1916302"/>
                  <a:pt x="2942063" y="1940486"/>
                </a:cubicBezTo>
                <a:lnTo>
                  <a:pt x="2984097" y="1982519"/>
                </a:lnTo>
                <a:cubicBezTo>
                  <a:pt x="3030541" y="1954944"/>
                  <a:pt x="3080195" y="1934275"/>
                  <a:pt x="3132582" y="1920864"/>
                </a:cubicBezTo>
                <a:lnTo>
                  <a:pt x="3132582" y="1861561"/>
                </a:lnTo>
                <a:cubicBezTo>
                  <a:pt x="3132582" y="1827586"/>
                  <a:pt x="3160586" y="1799582"/>
                  <a:pt x="3194561" y="1799582"/>
                </a:cubicBezTo>
                <a:lnTo>
                  <a:pt x="3353714" y="1799582"/>
                </a:lnTo>
                <a:cubicBezTo>
                  <a:pt x="3387900" y="1799582"/>
                  <a:pt x="3415694" y="1827376"/>
                  <a:pt x="3415694" y="1861561"/>
                </a:cubicBezTo>
                <a:lnTo>
                  <a:pt x="3415694" y="1920864"/>
                </a:lnTo>
                <a:lnTo>
                  <a:pt x="3415684" y="1920864"/>
                </a:lnTo>
                <a:close/>
                <a:moveTo>
                  <a:pt x="3757032" y="2003655"/>
                </a:moveTo>
                <a:lnTo>
                  <a:pt x="3806400" y="2053023"/>
                </a:lnTo>
                <a:cubicBezTo>
                  <a:pt x="3830584" y="2077198"/>
                  <a:pt x="3830584" y="2116489"/>
                  <a:pt x="3806400" y="2140672"/>
                </a:cubicBezTo>
                <a:lnTo>
                  <a:pt x="3764385" y="2182687"/>
                </a:lnTo>
                <a:cubicBezTo>
                  <a:pt x="3791979" y="2229150"/>
                  <a:pt x="3812629" y="2278794"/>
                  <a:pt x="3826050" y="2331191"/>
                </a:cubicBezTo>
                <a:lnTo>
                  <a:pt x="3885324" y="2331191"/>
                </a:lnTo>
                <a:cubicBezTo>
                  <a:pt x="3919490" y="2331191"/>
                  <a:pt x="3947303" y="2359195"/>
                  <a:pt x="3947303" y="2393171"/>
                </a:cubicBezTo>
                <a:lnTo>
                  <a:pt x="3947303" y="2552324"/>
                </a:lnTo>
                <a:cubicBezTo>
                  <a:pt x="3947303" y="2586300"/>
                  <a:pt x="3919299" y="2614303"/>
                  <a:pt x="3885324" y="2614303"/>
                </a:cubicBezTo>
                <a:lnTo>
                  <a:pt x="3826021" y="2614303"/>
                </a:lnTo>
                <a:cubicBezTo>
                  <a:pt x="3812610" y="2666700"/>
                  <a:pt x="3791941" y="2716335"/>
                  <a:pt x="3764356" y="2762788"/>
                </a:cubicBezTo>
                <a:lnTo>
                  <a:pt x="3806400" y="2804832"/>
                </a:lnTo>
                <a:cubicBezTo>
                  <a:pt x="3830536" y="2828968"/>
                  <a:pt x="3830650" y="2868021"/>
                  <a:pt x="3806323" y="2892405"/>
                </a:cubicBezTo>
                <a:lnTo>
                  <a:pt x="3806400" y="2892481"/>
                </a:lnTo>
                <a:lnTo>
                  <a:pt x="3757041" y="2941839"/>
                </a:lnTo>
                <a:lnTo>
                  <a:pt x="3757041" y="3309257"/>
                </a:lnTo>
                <a:cubicBezTo>
                  <a:pt x="3757041" y="3330297"/>
                  <a:pt x="3739982" y="3347357"/>
                  <a:pt x="3718941" y="3347357"/>
                </a:cubicBezTo>
                <a:lnTo>
                  <a:pt x="427758" y="3347357"/>
                </a:lnTo>
                <a:cubicBezTo>
                  <a:pt x="406718" y="3347357"/>
                  <a:pt x="389658" y="3330297"/>
                  <a:pt x="389658" y="3309257"/>
                </a:cubicBezTo>
                <a:lnTo>
                  <a:pt x="389658" y="1204974"/>
                </a:lnTo>
                <a:cubicBezTo>
                  <a:pt x="389658" y="1183934"/>
                  <a:pt x="406718" y="1166874"/>
                  <a:pt x="427758" y="1166874"/>
                </a:cubicBezTo>
                <a:lnTo>
                  <a:pt x="1369486" y="1166874"/>
                </a:lnTo>
                <a:lnTo>
                  <a:pt x="1157097" y="954486"/>
                </a:lnTo>
                <a:lnTo>
                  <a:pt x="1041273" y="954486"/>
                </a:lnTo>
                <a:cubicBezTo>
                  <a:pt x="1018042" y="954486"/>
                  <a:pt x="995448" y="944647"/>
                  <a:pt x="980427" y="929073"/>
                </a:cubicBezTo>
                <a:lnTo>
                  <a:pt x="980427" y="929073"/>
                </a:lnTo>
                <a:cubicBezTo>
                  <a:pt x="952710" y="901346"/>
                  <a:pt x="955157" y="874666"/>
                  <a:pt x="955157" y="840691"/>
                </a:cubicBezTo>
                <a:lnTo>
                  <a:pt x="243488" y="840691"/>
                </a:lnTo>
                <a:cubicBezTo>
                  <a:pt x="151562" y="840691"/>
                  <a:pt x="76200" y="916053"/>
                  <a:pt x="76200" y="1007978"/>
                </a:cubicBezTo>
                <a:lnTo>
                  <a:pt x="76200" y="3506243"/>
                </a:lnTo>
                <a:cubicBezTo>
                  <a:pt x="76200" y="3598169"/>
                  <a:pt x="151562" y="3673531"/>
                  <a:pt x="243488" y="3673531"/>
                </a:cubicBezTo>
                <a:lnTo>
                  <a:pt x="3903202" y="3673531"/>
                </a:lnTo>
                <a:cubicBezTo>
                  <a:pt x="3995128" y="3673531"/>
                  <a:pt x="4070499" y="3598169"/>
                  <a:pt x="4070499" y="3506243"/>
                </a:cubicBezTo>
                <a:lnTo>
                  <a:pt x="4070499" y="1007988"/>
                </a:lnTo>
                <a:cubicBezTo>
                  <a:pt x="4070499" y="916062"/>
                  <a:pt x="3995138" y="840700"/>
                  <a:pt x="3903202" y="840700"/>
                </a:cubicBezTo>
                <a:lnTo>
                  <a:pt x="3233671" y="840700"/>
                </a:lnTo>
                <a:cubicBezTo>
                  <a:pt x="3233671" y="873676"/>
                  <a:pt x="3236005" y="902460"/>
                  <a:pt x="3208249" y="929226"/>
                </a:cubicBezTo>
                <a:lnTo>
                  <a:pt x="3208249" y="929226"/>
                </a:lnTo>
                <a:cubicBezTo>
                  <a:pt x="3192656" y="944809"/>
                  <a:pt x="3171168" y="954496"/>
                  <a:pt x="3147546" y="954496"/>
                </a:cubicBezTo>
                <a:lnTo>
                  <a:pt x="3031722" y="954496"/>
                </a:lnTo>
                <a:lnTo>
                  <a:pt x="2819333" y="1166884"/>
                </a:lnTo>
                <a:lnTo>
                  <a:pt x="3718932" y="1166884"/>
                </a:lnTo>
                <a:cubicBezTo>
                  <a:pt x="3739972" y="1166884"/>
                  <a:pt x="3757032" y="1183943"/>
                  <a:pt x="3757032" y="1204984"/>
                </a:cubicBezTo>
                <a:lnTo>
                  <a:pt x="3757032" y="2003655"/>
                </a:lnTo>
                <a:lnTo>
                  <a:pt x="3757032" y="2003655"/>
                </a:lnTo>
                <a:close/>
                <a:moveTo>
                  <a:pt x="3462928" y="2016609"/>
                </a:moveTo>
                <a:cubicBezTo>
                  <a:pt x="3438716" y="2006570"/>
                  <a:pt x="3413465" y="1998397"/>
                  <a:pt x="3387376" y="1992273"/>
                </a:cubicBezTo>
                <a:cubicBezTo>
                  <a:pt x="3359201" y="1985663"/>
                  <a:pt x="3339484" y="1960707"/>
                  <a:pt x="3339484" y="1931961"/>
                </a:cubicBezTo>
                <a:lnTo>
                  <a:pt x="3339484" y="1875782"/>
                </a:lnTo>
                <a:lnTo>
                  <a:pt x="3208772" y="1875782"/>
                </a:lnTo>
                <a:lnTo>
                  <a:pt x="3208772" y="1931961"/>
                </a:lnTo>
                <a:cubicBezTo>
                  <a:pt x="3208772" y="1960707"/>
                  <a:pt x="3189056" y="1985653"/>
                  <a:pt x="3160881" y="1992263"/>
                </a:cubicBezTo>
                <a:cubicBezTo>
                  <a:pt x="3108960" y="2004446"/>
                  <a:pt x="3059135" y="2025163"/>
                  <a:pt x="3014348" y="2052938"/>
                </a:cubicBezTo>
                <a:cubicBezTo>
                  <a:pt x="2989669" y="2068244"/>
                  <a:pt x="2958313" y="2064491"/>
                  <a:pt x="2937996" y="2044175"/>
                </a:cubicBezTo>
                <a:lnTo>
                  <a:pt x="2898220" y="2004408"/>
                </a:lnTo>
                <a:lnTo>
                  <a:pt x="2805789" y="2096838"/>
                </a:lnTo>
                <a:lnTo>
                  <a:pt x="2845556" y="2136605"/>
                </a:lnTo>
                <a:cubicBezTo>
                  <a:pt x="2865882" y="2156932"/>
                  <a:pt x="2869616" y="2188297"/>
                  <a:pt x="2854319" y="2212958"/>
                </a:cubicBezTo>
                <a:cubicBezTo>
                  <a:pt x="2826534" y="2257763"/>
                  <a:pt x="2805827" y="2307550"/>
                  <a:pt x="2793635" y="2359490"/>
                </a:cubicBezTo>
                <a:cubicBezTo>
                  <a:pt x="2787025" y="2387665"/>
                  <a:pt x="2762079" y="2407382"/>
                  <a:pt x="2733332" y="2407382"/>
                </a:cubicBezTo>
                <a:lnTo>
                  <a:pt x="2677163" y="2407382"/>
                </a:lnTo>
                <a:lnTo>
                  <a:pt x="2677163" y="2538094"/>
                </a:lnTo>
                <a:lnTo>
                  <a:pt x="2733323" y="2538094"/>
                </a:lnTo>
                <a:cubicBezTo>
                  <a:pt x="2762002" y="2538094"/>
                  <a:pt x="2787053" y="2557944"/>
                  <a:pt x="2793625" y="2585985"/>
                </a:cubicBezTo>
                <a:cubicBezTo>
                  <a:pt x="2805789" y="2637858"/>
                  <a:pt x="2826563" y="2687798"/>
                  <a:pt x="2854309" y="2732537"/>
                </a:cubicBezTo>
                <a:cubicBezTo>
                  <a:pt x="2869616" y="2757216"/>
                  <a:pt x="2865863" y="2788572"/>
                  <a:pt x="2845546" y="2808889"/>
                </a:cubicBezTo>
                <a:lnTo>
                  <a:pt x="2805799" y="2848637"/>
                </a:lnTo>
                <a:lnTo>
                  <a:pt x="2898229" y="2941068"/>
                </a:lnTo>
                <a:lnTo>
                  <a:pt x="2938006" y="2901291"/>
                </a:lnTo>
                <a:lnTo>
                  <a:pt x="2938082" y="2901368"/>
                </a:lnTo>
                <a:cubicBezTo>
                  <a:pt x="2958579" y="2880917"/>
                  <a:pt x="2989679" y="2877222"/>
                  <a:pt x="3014358" y="2892528"/>
                </a:cubicBezTo>
                <a:cubicBezTo>
                  <a:pt x="3059135" y="2920294"/>
                  <a:pt x="3108979" y="2941030"/>
                  <a:pt x="3160891" y="2953212"/>
                </a:cubicBezTo>
                <a:cubicBezTo>
                  <a:pt x="3189065" y="2959822"/>
                  <a:pt x="3208782" y="2984778"/>
                  <a:pt x="3208782" y="3013524"/>
                </a:cubicBezTo>
                <a:lnTo>
                  <a:pt x="3208782" y="3069703"/>
                </a:lnTo>
                <a:lnTo>
                  <a:pt x="3339494" y="3069703"/>
                </a:lnTo>
                <a:lnTo>
                  <a:pt x="3339494" y="3013543"/>
                </a:lnTo>
                <a:cubicBezTo>
                  <a:pt x="3339494" y="2984864"/>
                  <a:pt x="3359344" y="2959813"/>
                  <a:pt x="3387385" y="2953231"/>
                </a:cubicBezTo>
                <a:cubicBezTo>
                  <a:pt x="3439306" y="2941049"/>
                  <a:pt x="3489150" y="2920322"/>
                  <a:pt x="3533937" y="2892547"/>
                </a:cubicBezTo>
                <a:cubicBezTo>
                  <a:pt x="3558607" y="2877250"/>
                  <a:pt x="3589963" y="2880984"/>
                  <a:pt x="3610290" y="2901310"/>
                </a:cubicBezTo>
                <a:lnTo>
                  <a:pt x="3650047" y="2941068"/>
                </a:lnTo>
                <a:lnTo>
                  <a:pt x="3742477" y="2848637"/>
                </a:lnTo>
                <a:lnTo>
                  <a:pt x="3702701" y="2808861"/>
                </a:lnTo>
                <a:cubicBezTo>
                  <a:pt x="3682384" y="2788544"/>
                  <a:pt x="3678631" y="2757187"/>
                  <a:pt x="3693938" y="2732508"/>
                </a:cubicBezTo>
                <a:cubicBezTo>
                  <a:pt x="3721703" y="2687731"/>
                  <a:pt x="3742439" y="2637887"/>
                  <a:pt x="3754622" y="2585985"/>
                </a:cubicBezTo>
                <a:cubicBezTo>
                  <a:pt x="3761232" y="2557810"/>
                  <a:pt x="3786178" y="2538094"/>
                  <a:pt x="3814924" y="2538094"/>
                </a:cubicBezTo>
                <a:lnTo>
                  <a:pt x="3871103" y="2538094"/>
                </a:lnTo>
                <a:lnTo>
                  <a:pt x="3871103" y="2407391"/>
                </a:lnTo>
                <a:lnTo>
                  <a:pt x="3814944" y="2407391"/>
                </a:lnTo>
                <a:cubicBezTo>
                  <a:pt x="3786197" y="2407391"/>
                  <a:pt x="3761251" y="2387675"/>
                  <a:pt x="3754631" y="2359500"/>
                </a:cubicBezTo>
                <a:cubicBezTo>
                  <a:pt x="3742449" y="2307569"/>
                  <a:pt x="3721732" y="2257744"/>
                  <a:pt x="3693948" y="2212948"/>
                </a:cubicBezTo>
                <a:cubicBezTo>
                  <a:pt x="3678650" y="2188278"/>
                  <a:pt x="3682384" y="2156922"/>
                  <a:pt x="3702711" y="2136596"/>
                </a:cubicBezTo>
                <a:lnTo>
                  <a:pt x="3742458" y="2096838"/>
                </a:lnTo>
                <a:lnTo>
                  <a:pt x="3650028" y="2004408"/>
                </a:lnTo>
                <a:lnTo>
                  <a:pt x="3610251" y="2044184"/>
                </a:lnTo>
                <a:cubicBezTo>
                  <a:pt x="3589925" y="2064511"/>
                  <a:pt x="3558569" y="2068244"/>
                  <a:pt x="3533899" y="2052947"/>
                </a:cubicBezTo>
                <a:cubicBezTo>
                  <a:pt x="3511648" y="2039145"/>
                  <a:pt x="3487922" y="2026972"/>
                  <a:pt x="3462928" y="2016609"/>
                </a:cubicBezTo>
                <a:lnTo>
                  <a:pt x="3462928" y="2016609"/>
                </a:lnTo>
                <a:close/>
                <a:moveTo>
                  <a:pt x="2923975" y="954486"/>
                </a:moveTo>
                <a:lnTo>
                  <a:pt x="1264853" y="954486"/>
                </a:lnTo>
                <a:lnTo>
                  <a:pt x="1905019" y="1594652"/>
                </a:lnTo>
                <a:cubicBezTo>
                  <a:pt x="1912039" y="1601557"/>
                  <a:pt x="1916401" y="1611178"/>
                  <a:pt x="1916401" y="1621808"/>
                </a:cubicBezTo>
                <a:lnTo>
                  <a:pt x="1916401" y="2689474"/>
                </a:lnTo>
                <a:lnTo>
                  <a:pt x="2272437" y="2443644"/>
                </a:lnTo>
                <a:lnTo>
                  <a:pt x="2272446" y="1621808"/>
                </a:lnTo>
                <a:cubicBezTo>
                  <a:pt x="2272446" y="1612054"/>
                  <a:pt x="2276161" y="1602310"/>
                  <a:pt x="2283600" y="1594871"/>
                </a:cubicBezTo>
                <a:lnTo>
                  <a:pt x="2923975" y="954486"/>
                </a:lnTo>
                <a:lnTo>
                  <a:pt x="2923975" y="954486"/>
                </a:lnTo>
                <a:close/>
                <a:moveTo>
                  <a:pt x="3147546" y="611453"/>
                </a:moveTo>
                <a:lnTo>
                  <a:pt x="1041283" y="611453"/>
                </a:lnTo>
                <a:cubicBezTo>
                  <a:pt x="1035615" y="611453"/>
                  <a:pt x="1031367" y="616148"/>
                  <a:pt x="1031367" y="621368"/>
                </a:cubicBezTo>
                <a:lnTo>
                  <a:pt x="1031367" y="868370"/>
                </a:lnTo>
                <a:cubicBezTo>
                  <a:pt x="1031367" y="873924"/>
                  <a:pt x="1035739" y="878296"/>
                  <a:pt x="1041283" y="878296"/>
                </a:cubicBezTo>
                <a:lnTo>
                  <a:pt x="3147546" y="878296"/>
                </a:lnTo>
                <a:cubicBezTo>
                  <a:pt x="3153099" y="878296"/>
                  <a:pt x="3157471" y="873924"/>
                  <a:pt x="3157471" y="868370"/>
                </a:cubicBezTo>
                <a:lnTo>
                  <a:pt x="3157471" y="621368"/>
                </a:lnTo>
                <a:cubicBezTo>
                  <a:pt x="3157471" y="618682"/>
                  <a:pt x="3156347" y="616206"/>
                  <a:pt x="3154528" y="614396"/>
                </a:cubicBezTo>
                <a:lnTo>
                  <a:pt x="3154604" y="614320"/>
                </a:lnTo>
                <a:cubicBezTo>
                  <a:pt x="3152785" y="612548"/>
                  <a:pt x="3150299" y="611453"/>
                  <a:pt x="3147546" y="611453"/>
                </a:cubicBezTo>
                <a:lnTo>
                  <a:pt x="3147546" y="611453"/>
                </a:lnTo>
                <a:close/>
                <a:moveTo>
                  <a:pt x="2565997" y="4092383"/>
                </a:moveTo>
                <a:lnTo>
                  <a:pt x="2471538" y="3749740"/>
                </a:lnTo>
                <a:lnTo>
                  <a:pt x="1675171" y="3749740"/>
                </a:lnTo>
                <a:lnTo>
                  <a:pt x="1580712" y="4092383"/>
                </a:lnTo>
                <a:lnTo>
                  <a:pt x="2565997" y="4092383"/>
                </a:lnTo>
                <a:lnTo>
                  <a:pt x="2565997" y="4092383"/>
                </a:lnTo>
                <a:close/>
                <a:moveTo>
                  <a:pt x="3126896" y="4168583"/>
                </a:moveTo>
                <a:lnTo>
                  <a:pt x="1019794" y="4168583"/>
                </a:lnTo>
                <a:cubicBezTo>
                  <a:pt x="933060" y="4168583"/>
                  <a:pt x="861955" y="4239687"/>
                  <a:pt x="861955" y="4326422"/>
                </a:cubicBezTo>
                <a:lnTo>
                  <a:pt x="861955" y="4571519"/>
                </a:lnTo>
                <a:lnTo>
                  <a:pt x="3284734" y="4571519"/>
                </a:lnTo>
                <a:lnTo>
                  <a:pt x="3284734" y="4326422"/>
                </a:lnTo>
                <a:cubicBezTo>
                  <a:pt x="3284734" y="4239697"/>
                  <a:pt x="3213630" y="4168583"/>
                  <a:pt x="3126896" y="4168583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24" name="Freeform: Shape 123">
            <a:extLst>
              <a:ext uri="{FF2B5EF4-FFF2-40B4-BE49-F238E27FC236}">
                <a16:creationId xmlns:a16="http://schemas.microsoft.com/office/drawing/2014/main" id="{7D010BFE-8939-45E4-438B-C3BD6BE8B76D}"/>
              </a:ext>
            </a:extLst>
          </p:cNvPr>
          <p:cNvSpPr/>
          <p:nvPr/>
        </p:nvSpPr>
        <p:spPr>
          <a:xfrm>
            <a:off x="567616" y="4823746"/>
            <a:ext cx="321586" cy="389252"/>
          </a:xfrm>
          <a:custGeom>
            <a:avLst/>
            <a:gdLst>
              <a:gd name="csX0" fmla="*/ 624745 w 624744"/>
              <a:gd name="csY0" fmla="*/ 195159 h 756199"/>
              <a:gd name="csX1" fmla="*/ 624745 w 624744"/>
              <a:gd name="csY1" fmla="*/ 748647 h 756199"/>
              <a:gd name="csX2" fmla="*/ 617192 w 624744"/>
              <a:gd name="csY2" fmla="*/ 756200 h 756199"/>
              <a:gd name="csX3" fmla="*/ 181756 w 624744"/>
              <a:gd name="csY3" fmla="*/ 756200 h 756199"/>
              <a:gd name="csX4" fmla="*/ 174203 w 624744"/>
              <a:gd name="csY4" fmla="*/ 748647 h 756199"/>
              <a:gd name="csX5" fmla="*/ 174203 w 624744"/>
              <a:gd name="csY5" fmla="*/ 321584 h 756199"/>
              <a:gd name="csX6" fmla="*/ 181756 w 624744"/>
              <a:gd name="csY6" fmla="*/ 314031 h 756199"/>
              <a:gd name="csX7" fmla="*/ 189309 w 624744"/>
              <a:gd name="csY7" fmla="*/ 321584 h 756199"/>
              <a:gd name="csX8" fmla="*/ 189309 w 624744"/>
              <a:gd name="csY8" fmla="*/ 741094 h 756199"/>
              <a:gd name="csX9" fmla="*/ 609600 w 624744"/>
              <a:gd name="csY9" fmla="*/ 741094 h 756199"/>
              <a:gd name="csX10" fmla="*/ 609600 w 624744"/>
              <a:gd name="csY10" fmla="*/ 202712 h 756199"/>
              <a:gd name="csX11" fmla="*/ 360502 w 624744"/>
              <a:gd name="csY11" fmla="*/ 202712 h 756199"/>
              <a:gd name="csX12" fmla="*/ 352949 w 624744"/>
              <a:gd name="csY12" fmla="*/ 195159 h 756199"/>
              <a:gd name="csX13" fmla="*/ 360502 w 624744"/>
              <a:gd name="csY13" fmla="*/ 187606 h 756199"/>
              <a:gd name="csX14" fmla="*/ 617153 w 624744"/>
              <a:gd name="csY14" fmla="*/ 187606 h 756199"/>
              <a:gd name="csX15" fmla="*/ 624706 w 624744"/>
              <a:gd name="csY15" fmla="*/ 195159 h 756199"/>
              <a:gd name="csX16" fmla="*/ 453485 w 624744"/>
              <a:gd name="csY16" fmla="*/ 297143 h 756199"/>
              <a:gd name="csX17" fmla="*/ 336509 w 624744"/>
              <a:gd name="csY17" fmla="*/ 297143 h 756199"/>
              <a:gd name="csX18" fmla="*/ 328956 w 624744"/>
              <a:gd name="csY18" fmla="*/ 304696 h 756199"/>
              <a:gd name="csX19" fmla="*/ 336509 w 624744"/>
              <a:gd name="csY19" fmla="*/ 312249 h 756199"/>
              <a:gd name="csX20" fmla="*/ 453485 w 624744"/>
              <a:gd name="csY20" fmla="*/ 312249 h 756199"/>
              <a:gd name="csX21" fmla="*/ 461038 w 624744"/>
              <a:gd name="csY21" fmla="*/ 304696 h 756199"/>
              <a:gd name="csX22" fmla="*/ 453485 w 624744"/>
              <a:gd name="csY22" fmla="*/ 297143 h 756199"/>
              <a:gd name="csX23" fmla="*/ 550002 w 624744"/>
              <a:gd name="csY23" fmla="*/ 344731 h 756199"/>
              <a:gd name="csX24" fmla="*/ 302724 w 624744"/>
              <a:gd name="csY24" fmla="*/ 344731 h 756199"/>
              <a:gd name="csX25" fmla="*/ 295171 w 624744"/>
              <a:gd name="csY25" fmla="*/ 352284 h 756199"/>
              <a:gd name="csX26" fmla="*/ 302724 w 624744"/>
              <a:gd name="csY26" fmla="*/ 359837 h 756199"/>
              <a:gd name="csX27" fmla="*/ 550002 w 624744"/>
              <a:gd name="csY27" fmla="*/ 359837 h 756199"/>
              <a:gd name="csX28" fmla="*/ 557555 w 624744"/>
              <a:gd name="csY28" fmla="*/ 352284 h 756199"/>
              <a:gd name="csX29" fmla="*/ 550002 w 624744"/>
              <a:gd name="csY29" fmla="*/ 344731 h 756199"/>
              <a:gd name="csX30" fmla="*/ 550002 w 624744"/>
              <a:gd name="csY30" fmla="*/ 392319 h 756199"/>
              <a:gd name="csX31" fmla="*/ 249555 w 624744"/>
              <a:gd name="csY31" fmla="*/ 392319 h 756199"/>
              <a:gd name="csX32" fmla="*/ 242002 w 624744"/>
              <a:gd name="csY32" fmla="*/ 399872 h 756199"/>
              <a:gd name="csX33" fmla="*/ 249555 w 624744"/>
              <a:gd name="csY33" fmla="*/ 407425 h 756199"/>
              <a:gd name="csX34" fmla="*/ 550002 w 624744"/>
              <a:gd name="csY34" fmla="*/ 407425 h 756199"/>
              <a:gd name="csX35" fmla="*/ 557555 w 624744"/>
              <a:gd name="csY35" fmla="*/ 399872 h 756199"/>
              <a:gd name="csX36" fmla="*/ 550002 w 624744"/>
              <a:gd name="csY36" fmla="*/ 392319 h 756199"/>
              <a:gd name="csX37" fmla="*/ 550002 w 624744"/>
              <a:gd name="csY37" fmla="*/ 439869 h 756199"/>
              <a:gd name="csX38" fmla="*/ 249555 w 624744"/>
              <a:gd name="csY38" fmla="*/ 439869 h 756199"/>
              <a:gd name="csX39" fmla="*/ 242002 w 624744"/>
              <a:gd name="csY39" fmla="*/ 447422 h 756199"/>
              <a:gd name="csX40" fmla="*/ 249555 w 624744"/>
              <a:gd name="csY40" fmla="*/ 454975 h 756199"/>
              <a:gd name="csX41" fmla="*/ 550002 w 624744"/>
              <a:gd name="csY41" fmla="*/ 454975 h 756199"/>
              <a:gd name="csX42" fmla="*/ 557555 w 624744"/>
              <a:gd name="csY42" fmla="*/ 447422 h 756199"/>
              <a:gd name="csX43" fmla="*/ 550002 w 624744"/>
              <a:gd name="csY43" fmla="*/ 439869 h 756199"/>
              <a:gd name="csX44" fmla="*/ 550002 w 624744"/>
              <a:gd name="csY44" fmla="*/ 487457 h 756199"/>
              <a:gd name="csX45" fmla="*/ 249555 w 624744"/>
              <a:gd name="csY45" fmla="*/ 487457 h 756199"/>
              <a:gd name="csX46" fmla="*/ 242002 w 624744"/>
              <a:gd name="csY46" fmla="*/ 495010 h 756199"/>
              <a:gd name="csX47" fmla="*/ 249555 w 624744"/>
              <a:gd name="csY47" fmla="*/ 502563 h 756199"/>
              <a:gd name="csX48" fmla="*/ 550002 w 624744"/>
              <a:gd name="csY48" fmla="*/ 502563 h 756199"/>
              <a:gd name="csX49" fmla="*/ 557555 w 624744"/>
              <a:gd name="csY49" fmla="*/ 495010 h 756199"/>
              <a:gd name="csX50" fmla="*/ 550002 w 624744"/>
              <a:gd name="csY50" fmla="*/ 487457 h 756199"/>
              <a:gd name="csX51" fmla="*/ 550002 w 624744"/>
              <a:gd name="csY51" fmla="*/ 535045 h 756199"/>
              <a:gd name="csX52" fmla="*/ 249555 w 624744"/>
              <a:gd name="csY52" fmla="*/ 535045 h 756199"/>
              <a:gd name="csX53" fmla="*/ 242002 w 624744"/>
              <a:gd name="csY53" fmla="*/ 542598 h 756199"/>
              <a:gd name="csX54" fmla="*/ 249555 w 624744"/>
              <a:gd name="csY54" fmla="*/ 550151 h 756199"/>
              <a:gd name="csX55" fmla="*/ 550002 w 624744"/>
              <a:gd name="csY55" fmla="*/ 550151 h 756199"/>
              <a:gd name="csX56" fmla="*/ 557555 w 624744"/>
              <a:gd name="csY56" fmla="*/ 542598 h 756199"/>
              <a:gd name="csX57" fmla="*/ 550002 w 624744"/>
              <a:gd name="csY57" fmla="*/ 535045 h 756199"/>
              <a:gd name="csX58" fmla="*/ 550002 w 624744"/>
              <a:gd name="csY58" fmla="*/ 582596 h 756199"/>
              <a:gd name="csX59" fmla="*/ 249555 w 624744"/>
              <a:gd name="csY59" fmla="*/ 582596 h 756199"/>
              <a:gd name="csX60" fmla="*/ 242002 w 624744"/>
              <a:gd name="csY60" fmla="*/ 590149 h 756199"/>
              <a:gd name="csX61" fmla="*/ 249555 w 624744"/>
              <a:gd name="csY61" fmla="*/ 597702 h 756199"/>
              <a:gd name="csX62" fmla="*/ 550002 w 624744"/>
              <a:gd name="csY62" fmla="*/ 597702 h 756199"/>
              <a:gd name="csX63" fmla="*/ 557555 w 624744"/>
              <a:gd name="csY63" fmla="*/ 590149 h 756199"/>
              <a:gd name="csX64" fmla="*/ 550002 w 624744"/>
              <a:gd name="csY64" fmla="*/ 582596 h 756199"/>
              <a:gd name="csX65" fmla="*/ 550002 w 624744"/>
              <a:gd name="csY65" fmla="*/ 630184 h 756199"/>
              <a:gd name="csX66" fmla="*/ 249555 w 624744"/>
              <a:gd name="csY66" fmla="*/ 630184 h 756199"/>
              <a:gd name="csX67" fmla="*/ 242002 w 624744"/>
              <a:gd name="csY67" fmla="*/ 637737 h 756199"/>
              <a:gd name="csX68" fmla="*/ 249555 w 624744"/>
              <a:gd name="csY68" fmla="*/ 645290 h 756199"/>
              <a:gd name="csX69" fmla="*/ 550002 w 624744"/>
              <a:gd name="csY69" fmla="*/ 645290 h 756199"/>
              <a:gd name="csX70" fmla="*/ 557555 w 624744"/>
              <a:gd name="csY70" fmla="*/ 637737 h 756199"/>
              <a:gd name="csX71" fmla="*/ 550002 w 624744"/>
              <a:gd name="csY71" fmla="*/ 630184 h 756199"/>
              <a:gd name="csX72" fmla="*/ 171231 w 624744"/>
              <a:gd name="csY72" fmla="*/ 294723 h 756199"/>
              <a:gd name="csX73" fmla="*/ 0 w 624744"/>
              <a:gd name="csY73" fmla="*/ 147418 h 756199"/>
              <a:gd name="csX74" fmla="*/ 173612 w 624744"/>
              <a:gd name="csY74" fmla="*/ 0 h 756199"/>
              <a:gd name="csX75" fmla="*/ 347224 w 624744"/>
              <a:gd name="csY75" fmla="*/ 147418 h 756199"/>
              <a:gd name="csX76" fmla="*/ 262355 w 624744"/>
              <a:gd name="csY76" fmla="*/ 274072 h 756199"/>
              <a:gd name="csX77" fmla="*/ 285646 w 624744"/>
              <a:gd name="csY77" fmla="*/ 352021 h 756199"/>
              <a:gd name="csX78" fmla="*/ 282967 w 624744"/>
              <a:gd name="csY78" fmla="*/ 360207 h 756199"/>
              <a:gd name="csX79" fmla="*/ 278428 w 624744"/>
              <a:gd name="csY79" fmla="*/ 361732 h 756199"/>
              <a:gd name="csX80" fmla="*/ 274372 w 624744"/>
              <a:gd name="csY80" fmla="*/ 360542 h 756199"/>
              <a:gd name="csX81" fmla="*/ 171312 w 624744"/>
              <a:gd name="csY81" fmla="*/ 294722 h 756199"/>
              <a:gd name="csX82" fmla="*/ 173575 w 624744"/>
              <a:gd name="csY82" fmla="*/ 279691 h 756199"/>
              <a:gd name="csX83" fmla="*/ 174170 w 624744"/>
              <a:gd name="csY83" fmla="*/ 279803 h 756199"/>
              <a:gd name="csX84" fmla="*/ 175659 w 624744"/>
              <a:gd name="csY84" fmla="*/ 280100 h 756199"/>
              <a:gd name="csX85" fmla="*/ 177072 w 624744"/>
              <a:gd name="csY85" fmla="*/ 280659 h 756199"/>
              <a:gd name="csX86" fmla="*/ 177631 w 624744"/>
              <a:gd name="csY86" fmla="*/ 280882 h 756199"/>
              <a:gd name="csX87" fmla="*/ 265253 w 624744"/>
              <a:gd name="csY87" fmla="*/ 336841 h 756199"/>
              <a:gd name="csX88" fmla="*/ 245980 w 624744"/>
              <a:gd name="csY88" fmla="*/ 272287 h 756199"/>
              <a:gd name="csX89" fmla="*/ 245906 w 624744"/>
              <a:gd name="csY89" fmla="*/ 271320 h 756199"/>
              <a:gd name="csX90" fmla="*/ 245757 w 624744"/>
              <a:gd name="csY90" fmla="*/ 269832 h 756199"/>
              <a:gd name="csX91" fmla="*/ 245980 w 624744"/>
              <a:gd name="csY91" fmla="*/ 268418 h 756199"/>
              <a:gd name="csX92" fmla="*/ 246389 w 624744"/>
              <a:gd name="csY92" fmla="*/ 267041 h 756199"/>
              <a:gd name="csX93" fmla="*/ 247133 w 624744"/>
              <a:gd name="csY93" fmla="*/ 265813 h 756199"/>
              <a:gd name="csX94" fmla="*/ 248026 w 624744"/>
              <a:gd name="csY94" fmla="*/ 264697 h 756199"/>
              <a:gd name="csX95" fmla="*/ 249254 w 624744"/>
              <a:gd name="csY95" fmla="*/ 263804 h 756199"/>
              <a:gd name="csX96" fmla="*/ 250036 w 624744"/>
              <a:gd name="csY96" fmla="*/ 263246 h 756199"/>
              <a:gd name="csX97" fmla="*/ 332040 w 624744"/>
              <a:gd name="csY97" fmla="*/ 147384 h 756199"/>
              <a:gd name="csX98" fmla="*/ 173573 w 624744"/>
              <a:gd name="csY98" fmla="*/ 15110 h 756199"/>
              <a:gd name="csX99" fmla="*/ 15105 w 624744"/>
              <a:gd name="csY99" fmla="*/ 147384 h 756199"/>
              <a:gd name="csX100" fmla="*/ 173573 w 624744"/>
              <a:gd name="csY100" fmla="*/ 279658 h 756199"/>
              <a:gd name="csX101" fmla="*/ 182579 w 624744"/>
              <a:gd name="csY101" fmla="*/ 257479 h 756199"/>
              <a:gd name="csX102" fmla="*/ 166952 w 624744"/>
              <a:gd name="csY102" fmla="*/ 257479 h 756199"/>
              <a:gd name="csX103" fmla="*/ 146116 w 624744"/>
              <a:gd name="csY103" fmla="*/ 236643 h 756199"/>
              <a:gd name="csX104" fmla="*/ 146116 w 624744"/>
              <a:gd name="csY104" fmla="*/ 111884 h 756199"/>
              <a:gd name="csX105" fmla="*/ 166952 w 624744"/>
              <a:gd name="csY105" fmla="*/ 91049 h 756199"/>
              <a:gd name="csX106" fmla="*/ 182579 w 624744"/>
              <a:gd name="csY106" fmla="*/ 91049 h 756199"/>
              <a:gd name="csX107" fmla="*/ 203415 w 624744"/>
              <a:gd name="csY107" fmla="*/ 111884 h 756199"/>
              <a:gd name="csX108" fmla="*/ 203415 w 624744"/>
              <a:gd name="csY108" fmla="*/ 236643 h 756199"/>
              <a:gd name="csX109" fmla="*/ 182579 w 624744"/>
              <a:gd name="csY109" fmla="*/ 257479 h 756199"/>
              <a:gd name="csX110" fmla="*/ 166989 w 624744"/>
              <a:gd name="csY110" fmla="*/ 242336 h 756199"/>
              <a:gd name="csX111" fmla="*/ 182616 w 624744"/>
              <a:gd name="csY111" fmla="*/ 242336 h 756199"/>
              <a:gd name="csX112" fmla="*/ 188309 w 624744"/>
              <a:gd name="csY112" fmla="*/ 236643 h 756199"/>
              <a:gd name="csX113" fmla="*/ 188309 w 624744"/>
              <a:gd name="csY113" fmla="*/ 111885 h 756199"/>
              <a:gd name="csX114" fmla="*/ 182616 w 624744"/>
              <a:gd name="csY114" fmla="*/ 106192 h 756199"/>
              <a:gd name="csX115" fmla="*/ 166989 w 624744"/>
              <a:gd name="csY115" fmla="*/ 106192 h 756199"/>
              <a:gd name="csX116" fmla="*/ 161297 w 624744"/>
              <a:gd name="csY116" fmla="*/ 111885 h 756199"/>
              <a:gd name="csX117" fmla="*/ 161297 w 624744"/>
              <a:gd name="csY117" fmla="*/ 236643 h 756199"/>
              <a:gd name="csX118" fmla="*/ 166989 w 624744"/>
              <a:gd name="csY118" fmla="*/ 242336 h 756199"/>
              <a:gd name="csX119" fmla="*/ 146154 w 624744"/>
              <a:gd name="csY119" fmla="*/ 58123 h 756199"/>
              <a:gd name="csX120" fmla="*/ 173947 w 624744"/>
              <a:gd name="csY120" fmla="*/ 30329 h 756199"/>
              <a:gd name="csX121" fmla="*/ 175585 w 624744"/>
              <a:gd name="csY121" fmla="*/ 30329 h 756199"/>
              <a:gd name="csX122" fmla="*/ 203379 w 624744"/>
              <a:gd name="csY122" fmla="*/ 58123 h 756199"/>
              <a:gd name="csX123" fmla="*/ 175585 w 624744"/>
              <a:gd name="csY123" fmla="*/ 85916 h 756199"/>
              <a:gd name="csX124" fmla="*/ 173947 w 624744"/>
              <a:gd name="csY124" fmla="*/ 85916 h 756199"/>
              <a:gd name="csX125" fmla="*/ 146154 w 624744"/>
              <a:gd name="csY125" fmla="*/ 58123 h 756199"/>
              <a:gd name="csX126" fmla="*/ 161259 w 624744"/>
              <a:gd name="csY126" fmla="*/ 58123 h 756199"/>
              <a:gd name="csX127" fmla="*/ 173947 w 624744"/>
              <a:gd name="csY127" fmla="*/ 70810 h 756199"/>
              <a:gd name="csX128" fmla="*/ 175584 w 624744"/>
              <a:gd name="csY128" fmla="*/ 70810 h 756199"/>
              <a:gd name="csX129" fmla="*/ 188271 w 624744"/>
              <a:gd name="csY129" fmla="*/ 58123 h 756199"/>
              <a:gd name="csX130" fmla="*/ 175584 w 624744"/>
              <a:gd name="csY130" fmla="*/ 45435 h 756199"/>
              <a:gd name="csX131" fmla="*/ 173947 w 624744"/>
              <a:gd name="csY131" fmla="*/ 45435 h 756199"/>
              <a:gd name="csX132" fmla="*/ 161259 w 624744"/>
              <a:gd name="csY132" fmla="*/ 58123 h 7561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</a:cxnLst>
            <a:rect l="l" t="t" r="r" b="b"/>
            <a:pathLst>
              <a:path w="624744" h="756199">
                <a:moveTo>
                  <a:pt x="624745" y="195159"/>
                </a:moveTo>
                <a:lnTo>
                  <a:pt x="624745" y="748647"/>
                </a:lnTo>
                <a:cubicBezTo>
                  <a:pt x="624745" y="752814"/>
                  <a:pt x="621359" y="756200"/>
                  <a:pt x="617192" y="756200"/>
                </a:cubicBezTo>
                <a:lnTo>
                  <a:pt x="181756" y="756200"/>
                </a:lnTo>
                <a:cubicBezTo>
                  <a:pt x="177589" y="756200"/>
                  <a:pt x="174203" y="752814"/>
                  <a:pt x="174203" y="748647"/>
                </a:cubicBezTo>
                <a:lnTo>
                  <a:pt x="174203" y="321584"/>
                </a:lnTo>
                <a:cubicBezTo>
                  <a:pt x="174203" y="317417"/>
                  <a:pt x="177589" y="314031"/>
                  <a:pt x="181756" y="314031"/>
                </a:cubicBezTo>
                <a:cubicBezTo>
                  <a:pt x="185924" y="314031"/>
                  <a:pt x="189309" y="317417"/>
                  <a:pt x="189309" y="321584"/>
                </a:cubicBezTo>
                <a:lnTo>
                  <a:pt x="189309" y="741094"/>
                </a:lnTo>
                <a:lnTo>
                  <a:pt x="609600" y="741094"/>
                </a:lnTo>
                <a:lnTo>
                  <a:pt x="609600" y="202712"/>
                </a:lnTo>
                <a:lnTo>
                  <a:pt x="360502" y="202712"/>
                </a:lnTo>
                <a:cubicBezTo>
                  <a:pt x="356335" y="202712"/>
                  <a:pt x="352949" y="199326"/>
                  <a:pt x="352949" y="195159"/>
                </a:cubicBezTo>
                <a:cubicBezTo>
                  <a:pt x="352949" y="190992"/>
                  <a:pt x="356335" y="187606"/>
                  <a:pt x="360502" y="187606"/>
                </a:cubicBezTo>
                <a:lnTo>
                  <a:pt x="617153" y="187606"/>
                </a:lnTo>
                <a:cubicBezTo>
                  <a:pt x="621321" y="187606"/>
                  <a:pt x="624706" y="190992"/>
                  <a:pt x="624706" y="195159"/>
                </a:cubicBezTo>
                <a:close/>
                <a:moveTo>
                  <a:pt x="453485" y="297143"/>
                </a:moveTo>
                <a:lnTo>
                  <a:pt x="336509" y="297143"/>
                </a:lnTo>
                <a:cubicBezTo>
                  <a:pt x="332342" y="297143"/>
                  <a:pt x="328956" y="300529"/>
                  <a:pt x="328956" y="304696"/>
                </a:cubicBezTo>
                <a:cubicBezTo>
                  <a:pt x="328956" y="308863"/>
                  <a:pt x="332342" y="312249"/>
                  <a:pt x="336509" y="312249"/>
                </a:cubicBezTo>
                <a:lnTo>
                  <a:pt x="453485" y="312249"/>
                </a:lnTo>
                <a:cubicBezTo>
                  <a:pt x="457652" y="312249"/>
                  <a:pt x="461038" y="308863"/>
                  <a:pt x="461038" y="304696"/>
                </a:cubicBezTo>
                <a:cubicBezTo>
                  <a:pt x="461038" y="300529"/>
                  <a:pt x="457652" y="297143"/>
                  <a:pt x="453485" y="297143"/>
                </a:cubicBezTo>
                <a:close/>
                <a:moveTo>
                  <a:pt x="550002" y="344731"/>
                </a:moveTo>
                <a:lnTo>
                  <a:pt x="302724" y="344731"/>
                </a:lnTo>
                <a:cubicBezTo>
                  <a:pt x="298556" y="344731"/>
                  <a:pt x="295171" y="348117"/>
                  <a:pt x="295171" y="352284"/>
                </a:cubicBezTo>
                <a:cubicBezTo>
                  <a:pt x="295171" y="356451"/>
                  <a:pt x="298556" y="359837"/>
                  <a:pt x="302724" y="359837"/>
                </a:cubicBezTo>
                <a:lnTo>
                  <a:pt x="550002" y="359837"/>
                </a:lnTo>
                <a:cubicBezTo>
                  <a:pt x="554169" y="359837"/>
                  <a:pt x="557555" y="356451"/>
                  <a:pt x="557555" y="352284"/>
                </a:cubicBezTo>
                <a:cubicBezTo>
                  <a:pt x="557555" y="348117"/>
                  <a:pt x="554169" y="344731"/>
                  <a:pt x="550002" y="344731"/>
                </a:cubicBezTo>
                <a:close/>
                <a:moveTo>
                  <a:pt x="550002" y="392319"/>
                </a:moveTo>
                <a:lnTo>
                  <a:pt x="249555" y="392319"/>
                </a:lnTo>
                <a:cubicBezTo>
                  <a:pt x="245388" y="392319"/>
                  <a:pt x="242002" y="395704"/>
                  <a:pt x="242002" y="399872"/>
                </a:cubicBezTo>
                <a:cubicBezTo>
                  <a:pt x="242002" y="404039"/>
                  <a:pt x="245388" y="407425"/>
                  <a:pt x="249555" y="407425"/>
                </a:cubicBezTo>
                <a:lnTo>
                  <a:pt x="550002" y="407425"/>
                </a:lnTo>
                <a:cubicBezTo>
                  <a:pt x="554169" y="407425"/>
                  <a:pt x="557555" y="404039"/>
                  <a:pt x="557555" y="399872"/>
                </a:cubicBezTo>
                <a:cubicBezTo>
                  <a:pt x="557555" y="395704"/>
                  <a:pt x="554169" y="392319"/>
                  <a:pt x="550002" y="392319"/>
                </a:cubicBezTo>
                <a:close/>
                <a:moveTo>
                  <a:pt x="550002" y="439869"/>
                </a:moveTo>
                <a:lnTo>
                  <a:pt x="249555" y="439869"/>
                </a:lnTo>
                <a:cubicBezTo>
                  <a:pt x="245388" y="439869"/>
                  <a:pt x="242002" y="443255"/>
                  <a:pt x="242002" y="447422"/>
                </a:cubicBezTo>
                <a:cubicBezTo>
                  <a:pt x="242002" y="451590"/>
                  <a:pt x="245388" y="454975"/>
                  <a:pt x="249555" y="454975"/>
                </a:cubicBezTo>
                <a:lnTo>
                  <a:pt x="550002" y="454975"/>
                </a:lnTo>
                <a:cubicBezTo>
                  <a:pt x="554169" y="454975"/>
                  <a:pt x="557555" y="451590"/>
                  <a:pt x="557555" y="447422"/>
                </a:cubicBezTo>
                <a:cubicBezTo>
                  <a:pt x="557555" y="443255"/>
                  <a:pt x="554169" y="439869"/>
                  <a:pt x="550002" y="439869"/>
                </a:cubicBezTo>
                <a:close/>
                <a:moveTo>
                  <a:pt x="550002" y="487457"/>
                </a:moveTo>
                <a:lnTo>
                  <a:pt x="249555" y="487457"/>
                </a:lnTo>
                <a:cubicBezTo>
                  <a:pt x="245388" y="487457"/>
                  <a:pt x="242002" y="490843"/>
                  <a:pt x="242002" y="495010"/>
                </a:cubicBezTo>
                <a:cubicBezTo>
                  <a:pt x="242002" y="499177"/>
                  <a:pt x="245388" y="502563"/>
                  <a:pt x="249555" y="502563"/>
                </a:cubicBezTo>
                <a:lnTo>
                  <a:pt x="550002" y="502563"/>
                </a:lnTo>
                <a:cubicBezTo>
                  <a:pt x="554169" y="502563"/>
                  <a:pt x="557555" y="499177"/>
                  <a:pt x="557555" y="495010"/>
                </a:cubicBezTo>
                <a:cubicBezTo>
                  <a:pt x="557555" y="490843"/>
                  <a:pt x="554169" y="487457"/>
                  <a:pt x="550002" y="487457"/>
                </a:cubicBezTo>
                <a:close/>
                <a:moveTo>
                  <a:pt x="550002" y="535045"/>
                </a:moveTo>
                <a:lnTo>
                  <a:pt x="249555" y="535045"/>
                </a:lnTo>
                <a:cubicBezTo>
                  <a:pt x="245388" y="535045"/>
                  <a:pt x="242002" y="538431"/>
                  <a:pt x="242002" y="542598"/>
                </a:cubicBezTo>
                <a:cubicBezTo>
                  <a:pt x="242002" y="546765"/>
                  <a:pt x="245388" y="550151"/>
                  <a:pt x="249555" y="550151"/>
                </a:cubicBezTo>
                <a:lnTo>
                  <a:pt x="550002" y="550151"/>
                </a:lnTo>
                <a:cubicBezTo>
                  <a:pt x="554169" y="550151"/>
                  <a:pt x="557555" y="546765"/>
                  <a:pt x="557555" y="542598"/>
                </a:cubicBezTo>
                <a:cubicBezTo>
                  <a:pt x="557555" y="538431"/>
                  <a:pt x="554169" y="535045"/>
                  <a:pt x="550002" y="535045"/>
                </a:cubicBezTo>
                <a:close/>
                <a:moveTo>
                  <a:pt x="550002" y="582596"/>
                </a:moveTo>
                <a:lnTo>
                  <a:pt x="249555" y="582596"/>
                </a:lnTo>
                <a:cubicBezTo>
                  <a:pt x="245388" y="582596"/>
                  <a:pt x="242002" y="585982"/>
                  <a:pt x="242002" y="590149"/>
                </a:cubicBezTo>
                <a:cubicBezTo>
                  <a:pt x="242002" y="594316"/>
                  <a:pt x="245388" y="597702"/>
                  <a:pt x="249555" y="597702"/>
                </a:cubicBezTo>
                <a:lnTo>
                  <a:pt x="550002" y="597702"/>
                </a:lnTo>
                <a:cubicBezTo>
                  <a:pt x="554169" y="597702"/>
                  <a:pt x="557555" y="594316"/>
                  <a:pt x="557555" y="590149"/>
                </a:cubicBezTo>
                <a:cubicBezTo>
                  <a:pt x="557555" y="585982"/>
                  <a:pt x="554169" y="582596"/>
                  <a:pt x="550002" y="582596"/>
                </a:cubicBezTo>
                <a:close/>
                <a:moveTo>
                  <a:pt x="550002" y="630184"/>
                </a:moveTo>
                <a:lnTo>
                  <a:pt x="249555" y="630184"/>
                </a:lnTo>
                <a:cubicBezTo>
                  <a:pt x="245388" y="630184"/>
                  <a:pt x="242002" y="633569"/>
                  <a:pt x="242002" y="637737"/>
                </a:cubicBezTo>
                <a:cubicBezTo>
                  <a:pt x="242002" y="641904"/>
                  <a:pt x="245388" y="645290"/>
                  <a:pt x="249555" y="645290"/>
                </a:cubicBezTo>
                <a:lnTo>
                  <a:pt x="550002" y="645290"/>
                </a:lnTo>
                <a:cubicBezTo>
                  <a:pt x="554169" y="645290"/>
                  <a:pt x="557555" y="641904"/>
                  <a:pt x="557555" y="637737"/>
                </a:cubicBezTo>
                <a:cubicBezTo>
                  <a:pt x="557555" y="633569"/>
                  <a:pt x="554169" y="630184"/>
                  <a:pt x="550002" y="630184"/>
                </a:cubicBezTo>
                <a:close/>
                <a:moveTo>
                  <a:pt x="171231" y="294723"/>
                </a:moveTo>
                <a:cubicBezTo>
                  <a:pt x="76613" y="293644"/>
                  <a:pt x="0" y="228010"/>
                  <a:pt x="0" y="147418"/>
                </a:cubicBezTo>
                <a:cubicBezTo>
                  <a:pt x="0" y="66159"/>
                  <a:pt x="77874" y="0"/>
                  <a:pt x="173612" y="0"/>
                </a:cubicBezTo>
                <a:cubicBezTo>
                  <a:pt x="269348" y="0"/>
                  <a:pt x="347224" y="66117"/>
                  <a:pt x="347224" y="147418"/>
                </a:cubicBezTo>
                <a:cubicBezTo>
                  <a:pt x="347224" y="199583"/>
                  <a:pt x="314855" y="247545"/>
                  <a:pt x="262355" y="274072"/>
                </a:cubicBezTo>
                <a:lnTo>
                  <a:pt x="285646" y="352021"/>
                </a:lnTo>
                <a:cubicBezTo>
                  <a:pt x="286539" y="355035"/>
                  <a:pt x="285460" y="358309"/>
                  <a:pt x="282967" y="360207"/>
                </a:cubicBezTo>
                <a:cubicBezTo>
                  <a:pt x="281628" y="361211"/>
                  <a:pt x="280028" y="361732"/>
                  <a:pt x="278428" y="361732"/>
                </a:cubicBezTo>
                <a:cubicBezTo>
                  <a:pt x="277014" y="361732"/>
                  <a:pt x="275600" y="361323"/>
                  <a:pt x="274372" y="360542"/>
                </a:cubicBezTo>
                <a:lnTo>
                  <a:pt x="171312" y="294722"/>
                </a:lnTo>
                <a:close/>
                <a:moveTo>
                  <a:pt x="173575" y="279691"/>
                </a:moveTo>
                <a:cubicBezTo>
                  <a:pt x="173798" y="279691"/>
                  <a:pt x="173984" y="279803"/>
                  <a:pt x="174170" y="279803"/>
                </a:cubicBezTo>
                <a:cubicBezTo>
                  <a:pt x="174691" y="279840"/>
                  <a:pt x="175175" y="279952"/>
                  <a:pt x="175659" y="280100"/>
                </a:cubicBezTo>
                <a:cubicBezTo>
                  <a:pt x="176142" y="280249"/>
                  <a:pt x="176626" y="280398"/>
                  <a:pt x="177072" y="280659"/>
                </a:cubicBezTo>
                <a:cubicBezTo>
                  <a:pt x="177258" y="280770"/>
                  <a:pt x="177482" y="280770"/>
                  <a:pt x="177631" y="280882"/>
                </a:cubicBezTo>
                <a:lnTo>
                  <a:pt x="265253" y="336841"/>
                </a:lnTo>
                <a:lnTo>
                  <a:pt x="245980" y="272287"/>
                </a:lnTo>
                <a:cubicBezTo>
                  <a:pt x="245868" y="271953"/>
                  <a:pt x="245943" y="271655"/>
                  <a:pt x="245906" y="271320"/>
                </a:cubicBezTo>
                <a:cubicBezTo>
                  <a:pt x="245831" y="270799"/>
                  <a:pt x="245757" y="270315"/>
                  <a:pt x="245757" y="269832"/>
                </a:cubicBezTo>
                <a:cubicBezTo>
                  <a:pt x="245794" y="269348"/>
                  <a:pt x="245868" y="268902"/>
                  <a:pt x="245980" y="268418"/>
                </a:cubicBezTo>
                <a:cubicBezTo>
                  <a:pt x="246092" y="267934"/>
                  <a:pt x="246203" y="267488"/>
                  <a:pt x="246389" y="267041"/>
                </a:cubicBezTo>
                <a:cubicBezTo>
                  <a:pt x="246575" y="266595"/>
                  <a:pt x="246836" y="266223"/>
                  <a:pt x="247133" y="265813"/>
                </a:cubicBezTo>
                <a:cubicBezTo>
                  <a:pt x="247394" y="265404"/>
                  <a:pt x="247692" y="265032"/>
                  <a:pt x="248026" y="264697"/>
                </a:cubicBezTo>
                <a:cubicBezTo>
                  <a:pt x="248398" y="264362"/>
                  <a:pt x="248808" y="264065"/>
                  <a:pt x="249254" y="263804"/>
                </a:cubicBezTo>
                <a:cubicBezTo>
                  <a:pt x="249515" y="263618"/>
                  <a:pt x="249738" y="263358"/>
                  <a:pt x="250036" y="263246"/>
                </a:cubicBezTo>
                <a:cubicBezTo>
                  <a:pt x="300600" y="239917"/>
                  <a:pt x="332040" y="195529"/>
                  <a:pt x="332040" y="147384"/>
                </a:cubicBezTo>
                <a:cubicBezTo>
                  <a:pt x="332040" y="74459"/>
                  <a:pt x="260938" y="15110"/>
                  <a:pt x="173573" y="15110"/>
                </a:cubicBezTo>
                <a:cubicBezTo>
                  <a:pt x="86173" y="15110"/>
                  <a:pt x="15105" y="74456"/>
                  <a:pt x="15105" y="147384"/>
                </a:cubicBezTo>
                <a:cubicBezTo>
                  <a:pt x="15105" y="220312"/>
                  <a:pt x="86208" y="279658"/>
                  <a:pt x="173573" y="279658"/>
                </a:cubicBezTo>
                <a:close/>
                <a:moveTo>
                  <a:pt x="182579" y="257479"/>
                </a:moveTo>
                <a:lnTo>
                  <a:pt x="166952" y="257479"/>
                </a:lnTo>
                <a:cubicBezTo>
                  <a:pt x="155456" y="257479"/>
                  <a:pt x="146116" y="248140"/>
                  <a:pt x="146116" y="236643"/>
                </a:cubicBezTo>
                <a:lnTo>
                  <a:pt x="146116" y="111884"/>
                </a:lnTo>
                <a:cubicBezTo>
                  <a:pt x="146116" y="100388"/>
                  <a:pt x="155455" y="91049"/>
                  <a:pt x="166952" y="91049"/>
                </a:cubicBezTo>
                <a:lnTo>
                  <a:pt x="182579" y="91049"/>
                </a:lnTo>
                <a:cubicBezTo>
                  <a:pt x="194076" y="91049"/>
                  <a:pt x="203415" y="100387"/>
                  <a:pt x="203415" y="111884"/>
                </a:cubicBezTo>
                <a:lnTo>
                  <a:pt x="203415" y="236643"/>
                </a:lnTo>
                <a:cubicBezTo>
                  <a:pt x="203415" y="248140"/>
                  <a:pt x="194076" y="257479"/>
                  <a:pt x="182579" y="257479"/>
                </a:cubicBezTo>
                <a:close/>
                <a:moveTo>
                  <a:pt x="166989" y="242336"/>
                </a:moveTo>
                <a:lnTo>
                  <a:pt x="182616" y="242336"/>
                </a:lnTo>
                <a:cubicBezTo>
                  <a:pt x="185742" y="242336"/>
                  <a:pt x="188309" y="239769"/>
                  <a:pt x="188309" y="236643"/>
                </a:cubicBezTo>
                <a:lnTo>
                  <a:pt x="188309" y="111885"/>
                </a:lnTo>
                <a:cubicBezTo>
                  <a:pt x="188309" y="108759"/>
                  <a:pt x="185742" y="106192"/>
                  <a:pt x="182616" y="106192"/>
                </a:cubicBezTo>
                <a:lnTo>
                  <a:pt x="166989" y="106192"/>
                </a:lnTo>
                <a:cubicBezTo>
                  <a:pt x="163864" y="106192"/>
                  <a:pt x="161297" y="108759"/>
                  <a:pt x="161297" y="111885"/>
                </a:cubicBezTo>
                <a:lnTo>
                  <a:pt x="161297" y="236643"/>
                </a:lnTo>
                <a:cubicBezTo>
                  <a:pt x="161297" y="239769"/>
                  <a:pt x="163864" y="242336"/>
                  <a:pt x="166989" y="242336"/>
                </a:cubicBezTo>
                <a:close/>
                <a:moveTo>
                  <a:pt x="146154" y="58123"/>
                </a:moveTo>
                <a:cubicBezTo>
                  <a:pt x="146154" y="42793"/>
                  <a:pt x="158618" y="30329"/>
                  <a:pt x="173947" y="30329"/>
                </a:cubicBezTo>
                <a:lnTo>
                  <a:pt x="175585" y="30329"/>
                </a:lnTo>
                <a:cubicBezTo>
                  <a:pt x="190914" y="30329"/>
                  <a:pt x="203379" y="42793"/>
                  <a:pt x="203379" y="58123"/>
                </a:cubicBezTo>
                <a:cubicBezTo>
                  <a:pt x="203379" y="73452"/>
                  <a:pt x="190914" y="85916"/>
                  <a:pt x="175585" y="85916"/>
                </a:cubicBezTo>
                <a:lnTo>
                  <a:pt x="173947" y="85916"/>
                </a:lnTo>
                <a:cubicBezTo>
                  <a:pt x="158618" y="85916"/>
                  <a:pt x="146154" y="73452"/>
                  <a:pt x="146154" y="58123"/>
                </a:cubicBezTo>
                <a:close/>
                <a:moveTo>
                  <a:pt x="161259" y="58123"/>
                </a:moveTo>
                <a:cubicBezTo>
                  <a:pt x="161259" y="65117"/>
                  <a:pt x="166952" y="70810"/>
                  <a:pt x="173947" y="70810"/>
                </a:cubicBezTo>
                <a:lnTo>
                  <a:pt x="175584" y="70810"/>
                </a:lnTo>
                <a:cubicBezTo>
                  <a:pt x="182579" y="70810"/>
                  <a:pt x="188271" y="65117"/>
                  <a:pt x="188271" y="58123"/>
                </a:cubicBezTo>
                <a:cubicBezTo>
                  <a:pt x="188271" y="51128"/>
                  <a:pt x="182578" y="45435"/>
                  <a:pt x="175584" y="45435"/>
                </a:cubicBezTo>
                <a:lnTo>
                  <a:pt x="173947" y="45435"/>
                </a:lnTo>
                <a:cubicBezTo>
                  <a:pt x="166952" y="45435"/>
                  <a:pt x="161259" y="51128"/>
                  <a:pt x="161259" y="58123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25" name="Freeform: Shape 124">
            <a:extLst>
              <a:ext uri="{FF2B5EF4-FFF2-40B4-BE49-F238E27FC236}">
                <a16:creationId xmlns:a16="http://schemas.microsoft.com/office/drawing/2014/main" id="{9F0F51B1-221A-2F63-3624-BCD023F2DACF}"/>
              </a:ext>
            </a:extLst>
          </p:cNvPr>
          <p:cNvSpPr/>
          <p:nvPr/>
        </p:nvSpPr>
        <p:spPr>
          <a:xfrm>
            <a:off x="564107" y="1537118"/>
            <a:ext cx="328604" cy="328604"/>
          </a:xfrm>
          <a:custGeom>
            <a:avLst/>
            <a:gdLst>
              <a:gd name="csX0" fmla="*/ 342872 w 571500"/>
              <a:gd name="csY0" fmla="*/ 238683 h 571500"/>
              <a:gd name="csX1" fmla="*/ 342909 w 571500"/>
              <a:gd name="csY1" fmla="*/ 237683 h 571500"/>
              <a:gd name="csX2" fmla="*/ 237691 w 571500"/>
              <a:gd name="csY2" fmla="*/ 132287 h 571500"/>
              <a:gd name="csX3" fmla="*/ 132295 w 571500"/>
              <a:gd name="csY3" fmla="*/ 237505 h 571500"/>
              <a:gd name="csX4" fmla="*/ 237514 w 571500"/>
              <a:gd name="csY4" fmla="*/ 342901 h 571500"/>
              <a:gd name="csX5" fmla="*/ 263314 w 571500"/>
              <a:gd name="csY5" fmla="*/ 339714 h 571500"/>
              <a:gd name="csX6" fmla="*/ 274886 w 571500"/>
              <a:gd name="csY6" fmla="*/ 346610 h 571500"/>
              <a:gd name="csX7" fmla="*/ 267990 w 571500"/>
              <a:gd name="csY7" fmla="*/ 358181 h 571500"/>
              <a:gd name="csX8" fmla="*/ 267891 w 571500"/>
              <a:gd name="csY8" fmla="*/ 358206 h 571500"/>
              <a:gd name="csX9" fmla="*/ 118044 w 571500"/>
              <a:gd name="csY9" fmla="*/ 267763 h 571500"/>
              <a:gd name="csX10" fmla="*/ 208486 w 571500"/>
              <a:gd name="csY10" fmla="*/ 117917 h 571500"/>
              <a:gd name="csX11" fmla="*/ 358333 w 571500"/>
              <a:gd name="csY11" fmla="*/ 208359 h 571500"/>
              <a:gd name="csX12" fmla="*/ 361950 w 571500"/>
              <a:gd name="csY12" fmla="*/ 238125 h 571500"/>
              <a:gd name="csX13" fmla="*/ 361950 w 571500"/>
              <a:gd name="csY13" fmla="*/ 238660 h 571500"/>
              <a:gd name="csX14" fmla="*/ 352395 w 571500"/>
              <a:gd name="csY14" fmla="*/ 248183 h 571500"/>
              <a:gd name="csX15" fmla="*/ 342872 w 571500"/>
              <a:gd name="csY15" fmla="*/ 238683 h 571500"/>
              <a:gd name="csX16" fmla="*/ 296866 w 571500"/>
              <a:gd name="csY16" fmla="*/ 429169 h 571500"/>
              <a:gd name="csX17" fmla="*/ 318957 w 571500"/>
              <a:gd name="csY17" fmla="*/ 420877 h 571500"/>
              <a:gd name="csX18" fmla="*/ 323915 w 571500"/>
              <a:gd name="csY18" fmla="*/ 408352 h 571500"/>
              <a:gd name="csX19" fmla="*/ 311390 w 571500"/>
              <a:gd name="csY19" fmla="*/ 403394 h 571500"/>
              <a:gd name="csX20" fmla="*/ 311274 w 571500"/>
              <a:gd name="csY20" fmla="*/ 403445 h 571500"/>
              <a:gd name="csX21" fmla="*/ 286597 w 571500"/>
              <a:gd name="csY21" fmla="*/ 412333 h 571500"/>
              <a:gd name="csX22" fmla="*/ 279983 w 571500"/>
              <a:gd name="csY22" fmla="*/ 418891 h 571500"/>
              <a:gd name="csX23" fmla="*/ 271007 w 571500"/>
              <a:gd name="csY23" fmla="*/ 450293 h 571500"/>
              <a:gd name="csX24" fmla="*/ 261854 w 571500"/>
              <a:gd name="csY24" fmla="*/ 457200 h 571500"/>
              <a:gd name="csX25" fmla="*/ 214396 w 571500"/>
              <a:gd name="csY25" fmla="*/ 457200 h 571500"/>
              <a:gd name="csX26" fmla="*/ 205243 w 571500"/>
              <a:gd name="csY26" fmla="*/ 450289 h 571500"/>
              <a:gd name="csX27" fmla="*/ 196267 w 571500"/>
              <a:gd name="csY27" fmla="*/ 418890 h 571500"/>
              <a:gd name="csX28" fmla="*/ 189654 w 571500"/>
              <a:gd name="csY28" fmla="*/ 412333 h 571500"/>
              <a:gd name="csX29" fmla="*/ 149172 w 571500"/>
              <a:gd name="csY29" fmla="*/ 395613 h 571500"/>
              <a:gd name="csX30" fmla="*/ 139852 w 571500"/>
              <a:gd name="csY30" fmla="*/ 395576 h 571500"/>
              <a:gd name="csX31" fmla="*/ 111361 w 571500"/>
              <a:gd name="csY31" fmla="*/ 411407 h 571500"/>
              <a:gd name="csX32" fmla="*/ 99994 w 571500"/>
              <a:gd name="csY32" fmla="*/ 409816 h 571500"/>
              <a:gd name="csX33" fmla="*/ 66433 w 571500"/>
              <a:gd name="csY33" fmla="*/ 376257 h 571500"/>
              <a:gd name="csX34" fmla="*/ 64842 w 571500"/>
              <a:gd name="csY34" fmla="*/ 364894 h 571500"/>
              <a:gd name="csX35" fmla="*/ 80674 w 571500"/>
              <a:gd name="csY35" fmla="*/ 336403 h 571500"/>
              <a:gd name="csX36" fmla="*/ 80637 w 571500"/>
              <a:gd name="csY36" fmla="*/ 327078 h 571500"/>
              <a:gd name="csX37" fmla="*/ 63922 w 571500"/>
              <a:gd name="csY37" fmla="*/ 286597 h 571500"/>
              <a:gd name="csX38" fmla="*/ 57355 w 571500"/>
              <a:gd name="csY38" fmla="*/ 279988 h 571500"/>
              <a:gd name="csX39" fmla="*/ 25961 w 571500"/>
              <a:gd name="csY39" fmla="*/ 271016 h 571500"/>
              <a:gd name="csX40" fmla="*/ 19050 w 571500"/>
              <a:gd name="csY40" fmla="*/ 261854 h 571500"/>
              <a:gd name="csX41" fmla="*/ 19050 w 571500"/>
              <a:gd name="csY41" fmla="*/ 214396 h 571500"/>
              <a:gd name="csX42" fmla="*/ 25952 w 571500"/>
              <a:gd name="csY42" fmla="*/ 205234 h 571500"/>
              <a:gd name="csX43" fmla="*/ 57355 w 571500"/>
              <a:gd name="csY43" fmla="*/ 196262 h 571500"/>
              <a:gd name="csX44" fmla="*/ 63922 w 571500"/>
              <a:gd name="csY44" fmla="*/ 189654 h 571500"/>
              <a:gd name="csX45" fmla="*/ 80637 w 571500"/>
              <a:gd name="csY45" fmla="*/ 149172 h 571500"/>
              <a:gd name="csX46" fmla="*/ 80674 w 571500"/>
              <a:gd name="csY46" fmla="*/ 139847 h 571500"/>
              <a:gd name="csX47" fmla="*/ 64843 w 571500"/>
              <a:gd name="csY47" fmla="*/ 111361 h 571500"/>
              <a:gd name="csX48" fmla="*/ 66433 w 571500"/>
              <a:gd name="csY48" fmla="*/ 99994 h 571500"/>
              <a:gd name="csX49" fmla="*/ 99993 w 571500"/>
              <a:gd name="csY49" fmla="*/ 66438 h 571500"/>
              <a:gd name="csX50" fmla="*/ 111360 w 571500"/>
              <a:gd name="csY50" fmla="*/ 64843 h 571500"/>
              <a:gd name="csX51" fmla="*/ 139851 w 571500"/>
              <a:gd name="csY51" fmla="*/ 80674 h 571500"/>
              <a:gd name="csX52" fmla="*/ 149172 w 571500"/>
              <a:gd name="csY52" fmla="*/ 80637 h 571500"/>
              <a:gd name="csX53" fmla="*/ 189653 w 571500"/>
              <a:gd name="csY53" fmla="*/ 63917 h 571500"/>
              <a:gd name="csX54" fmla="*/ 196267 w 571500"/>
              <a:gd name="csY54" fmla="*/ 57359 h 571500"/>
              <a:gd name="csX55" fmla="*/ 205243 w 571500"/>
              <a:gd name="csY55" fmla="*/ 25957 h 571500"/>
              <a:gd name="csX56" fmla="*/ 214396 w 571500"/>
              <a:gd name="csY56" fmla="*/ 19050 h 571500"/>
              <a:gd name="csX57" fmla="*/ 261854 w 571500"/>
              <a:gd name="csY57" fmla="*/ 19050 h 571500"/>
              <a:gd name="csX58" fmla="*/ 271007 w 571500"/>
              <a:gd name="csY58" fmla="*/ 25961 h 571500"/>
              <a:gd name="csX59" fmla="*/ 279983 w 571500"/>
              <a:gd name="csY59" fmla="*/ 57360 h 571500"/>
              <a:gd name="csX60" fmla="*/ 286597 w 571500"/>
              <a:gd name="csY60" fmla="*/ 63917 h 571500"/>
              <a:gd name="csX61" fmla="*/ 327078 w 571500"/>
              <a:gd name="csY61" fmla="*/ 80637 h 571500"/>
              <a:gd name="csX62" fmla="*/ 336398 w 571500"/>
              <a:gd name="csY62" fmla="*/ 80674 h 571500"/>
              <a:gd name="csX63" fmla="*/ 364889 w 571500"/>
              <a:gd name="csY63" fmla="*/ 64843 h 571500"/>
              <a:gd name="csX64" fmla="*/ 376256 w 571500"/>
              <a:gd name="csY64" fmla="*/ 66434 h 571500"/>
              <a:gd name="csX65" fmla="*/ 409817 w 571500"/>
              <a:gd name="csY65" fmla="*/ 99993 h 571500"/>
              <a:gd name="csX66" fmla="*/ 411408 w 571500"/>
              <a:gd name="csY66" fmla="*/ 111356 h 571500"/>
              <a:gd name="csX67" fmla="*/ 395576 w 571500"/>
              <a:gd name="csY67" fmla="*/ 139847 h 571500"/>
              <a:gd name="csX68" fmla="*/ 395613 w 571500"/>
              <a:gd name="csY68" fmla="*/ 149167 h 571500"/>
              <a:gd name="csX69" fmla="*/ 411352 w 571500"/>
              <a:gd name="csY69" fmla="*/ 186528 h 571500"/>
              <a:gd name="csX70" fmla="*/ 417928 w 571500"/>
              <a:gd name="csY70" fmla="*/ 192997 h 571500"/>
              <a:gd name="csX71" fmla="*/ 435155 w 571500"/>
              <a:gd name="csY71" fmla="*/ 200532 h 571500"/>
              <a:gd name="csX72" fmla="*/ 437573 w 571500"/>
              <a:gd name="csY72" fmla="*/ 201601 h 571500"/>
              <a:gd name="csX73" fmla="*/ 450289 w 571500"/>
              <a:gd name="csY73" fmla="*/ 205234 h 571500"/>
              <a:gd name="csX74" fmla="*/ 457200 w 571500"/>
              <a:gd name="csY74" fmla="*/ 214396 h 571500"/>
              <a:gd name="csX75" fmla="*/ 457200 w 571500"/>
              <a:gd name="csY75" fmla="*/ 219075 h 571500"/>
              <a:gd name="csX76" fmla="*/ 466725 w 571500"/>
              <a:gd name="csY76" fmla="*/ 228600 h 571500"/>
              <a:gd name="csX77" fmla="*/ 476250 w 571500"/>
              <a:gd name="csY77" fmla="*/ 219075 h 571500"/>
              <a:gd name="csX78" fmla="*/ 476250 w 571500"/>
              <a:gd name="csY78" fmla="*/ 214396 h 571500"/>
              <a:gd name="csX79" fmla="*/ 455526 w 571500"/>
              <a:gd name="csY79" fmla="*/ 186919 h 571500"/>
              <a:gd name="csX80" fmla="*/ 444047 w 571500"/>
              <a:gd name="csY80" fmla="*/ 183640 h 571500"/>
              <a:gd name="csX81" fmla="*/ 428104 w 571500"/>
              <a:gd name="csY81" fmla="*/ 176222 h 571500"/>
              <a:gd name="csX82" fmla="*/ 414775 w 571500"/>
              <a:gd name="csY82" fmla="*/ 144512 h 571500"/>
              <a:gd name="csX83" fmla="*/ 428058 w 571500"/>
              <a:gd name="csY83" fmla="*/ 120606 h 571500"/>
              <a:gd name="csX84" fmla="*/ 423286 w 571500"/>
              <a:gd name="csY84" fmla="*/ 86525 h 571500"/>
              <a:gd name="csX85" fmla="*/ 389725 w 571500"/>
              <a:gd name="csY85" fmla="*/ 52960 h 571500"/>
              <a:gd name="csX86" fmla="*/ 355643 w 571500"/>
              <a:gd name="csY86" fmla="*/ 48192 h 571500"/>
              <a:gd name="csX87" fmla="*/ 331747 w 571500"/>
              <a:gd name="csY87" fmla="*/ 61470 h 571500"/>
              <a:gd name="csX88" fmla="*/ 296856 w 571500"/>
              <a:gd name="csY88" fmla="*/ 47072 h 571500"/>
              <a:gd name="csX89" fmla="*/ 289331 w 571500"/>
              <a:gd name="csY89" fmla="*/ 20729 h 571500"/>
              <a:gd name="csX90" fmla="*/ 261854 w 571500"/>
              <a:gd name="csY90" fmla="*/ 0 h 571500"/>
              <a:gd name="csX91" fmla="*/ 214396 w 571500"/>
              <a:gd name="csY91" fmla="*/ 0 h 571500"/>
              <a:gd name="csX92" fmla="*/ 186919 w 571500"/>
              <a:gd name="csY92" fmla="*/ 20724 h 571500"/>
              <a:gd name="csX93" fmla="*/ 179394 w 571500"/>
              <a:gd name="csY93" fmla="*/ 47072 h 571500"/>
              <a:gd name="csX94" fmla="*/ 144503 w 571500"/>
              <a:gd name="csY94" fmla="*/ 61471 h 571500"/>
              <a:gd name="csX95" fmla="*/ 120607 w 571500"/>
              <a:gd name="csY95" fmla="*/ 48193 h 571500"/>
              <a:gd name="csX96" fmla="*/ 86525 w 571500"/>
              <a:gd name="csY96" fmla="*/ 52965 h 571500"/>
              <a:gd name="csX97" fmla="*/ 52964 w 571500"/>
              <a:gd name="csY97" fmla="*/ 86525 h 571500"/>
              <a:gd name="csX98" fmla="*/ 48192 w 571500"/>
              <a:gd name="csY98" fmla="*/ 120611 h 571500"/>
              <a:gd name="csX99" fmla="*/ 61466 w 571500"/>
              <a:gd name="csY99" fmla="*/ 144508 h 571500"/>
              <a:gd name="csX100" fmla="*/ 47067 w 571500"/>
              <a:gd name="csY100" fmla="*/ 179389 h 571500"/>
              <a:gd name="csX101" fmla="*/ 20715 w 571500"/>
              <a:gd name="csY101" fmla="*/ 186919 h 571500"/>
              <a:gd name="csX102" fmla="*/ 0 w 571500"/>
              <a:gd name="csY102" fmla="*/ 214396 h 571500"/>
              <a:gd name="csX103" fmla="*/ 0 w 571500"/>
              <a:gd name="csY103" fmla="*/ 261854 h 571500"/>
              <a:gd name="csX104" fmla="*/ 20724 w 571500"/>
              <a:gd name="csY104" fmla="*/ 289331 h 571500"/>
              <a:gd name="csX105" fmla="*/ 47067 w 571500"/>
              <a:gd name="csY105" fmla="*/ 296861 h 571500"/>
              <a:gd name="csX106" fmla="*/ 61466 w 571500"/>
              <a:gd name="csY106" fmla="*/ 331743 h 571500"/>
              <a:gd name="csX107" fmla="*/ 48192 w 571500"/>
              <a:gd name="csY107" fmla="*/ 355643 h 571500"/>
              <a:gd name="csX108" fmla="*/ 52964 w 571500"/>
              <a:gd name="csY108" fmla="*/ 389725 h 571500"/>
              <a:gd name="csX109" fmla="*/ 86525 w 571500"/>
              <a:gd name="csY109" fmla="*/ 423290 h 571500"/>
              <a:gd name="csX110" fmla="*/ 120607 w 571500"/>
              <a:gd name="csY110" fmla="*/ 428058 h 571500"/>
              <a:gd name="csX111" fmla="*/ 144503 w 571500"/>
              <a:gd name="csY111" fmla="*/ 414780 h 571500"/>
              <a:gd name="csX112" fmla="*/ 179394 w 571500"/>
              <a:gd name="csY112" fmla="*/ 429179 h 571500"/>
              <a:gd name="csX113" fmla="*/ 186919 w 571500"/>
              <a:gd name="csY113" fmla="*/ 455521 h 571500"/>
              <a:gd name="csX114" fmla="*/ 214396 w 571500"/>
              <a:gd name="csY114" fmla="*/ 476250 h 571500"/>
              <a:gd name="csX115" fmla="*/ 261854 w 571500"/>
              <a:gd name="csY115" fmla="*/ 476250 h 571500"/>
              <a:gd name="csX116" fmla="*/ 289331 w 571500"/>
              <a:gd name="csY116" fmla="*/ 455526 h 571500"/>
              <a:gd name="csX117" fmla="*/ 571500 w 571500"/>
              <a:gd name="csY117" fmla="*/ 542925 h 571500"/>
              <a:gd name="csX118" fmla="*/ 571500 w 571500"/>
              <a:gd name="csY118" fmla="*/ 561975 h 571500"/>
              <a:gd name="csX119" fmla="*/ 561980 w 571500"/>
              <a:gd name="csY119" fmla="*/ 571500 h 571500"/>
              <a:gd name="csX120" fmla="*/ 561975 w 571500"/>
              <a:gd name="csY120" fmla="*/ 571500 h 571500"/>
              <a:gd name="csX121" fmla="*/ 295275 w 571500"/>
              <a:gd name="csY121" fmla="*/ 571500 h 571500"/>
              <a:gd name="csX122" fmla="*/ 285750 w 571500"/>
              <a:gd name="csY122" fmla="*/ 561980 h 571500"/>
              <a:gd name="csX123" fmla="*/ 285750 w 571500"/>
              <a:gd name="csY123" fmla="*/ 561975 h 571500"/>
              <a:gd name="csX124" fmla="*/ 285750 w 571500"/>
              <a:gd name="csY124" fmla="*/ 542925 h 571500"/>
              <a:gd name="csX125" fmla="*/ 304800 w 571500"/>
              <a:gd name="csY125" fmla="*/ 516105 h 571500"/>
              <a:gd name="csX126" fmla="*/ 304800 w 571500"/>
              <a:gd name="csY126" fmla="*/ 504825 h 571500"/>
              <a:gd name="csX127" fmla="*/ 324159 w 571500"/>
              <a:gd name="csY127" fmla="*/ 477909 h 571500"/>
              <a:gd name="csX128" fmla="*/ 387232 w 571500"/>
              <a:gd name="csY128" fmla="*/ 383502 h 571500"/>
              <a:gd name="csX129" fmla="*/ 368759 w 571500"/>
              <a:gd name="csY129" fmla="*/ 372210 h 571500"/>
              <a:gd name="csX130" fmla="*/ 337496 w 571500"/>
              <a:gd name="csY130" fmla="*/ 378461 h 571500"/>
              <a:gd name="csX131" fmla="*/ 309032 w 571500"/>
              <a:gd name="csY131" fmla="*/ 367582 h 571500"/>
              <a:gd name="csX132" fmla="*/ 298177 w 571500"/>
              <a:gd name="csY132" fmla="*/ 353114 h 571500"/>
              <a:gd name="csX133" fmla="*/ 302047 w 571500"/>
              <a:gd name="csY133" fmla="*/ 314609 h 571500"/>
              <a:gd name="csX134" fmla="*/ 381000 w 571500"/>
              <a:gd name="csY134" fmla="*/ 252547 h 571500"/>
              <a:gd name="csX135" fmla="*/ 381000 w 571500"/>
              <a:gd name="csY135" fmla="*/ 219075 h 571500"/>
              <a:gd name="csX136" fmla="*/ 390520 w 571500"/>
              <a:gd name="csY136" fmla="*/ 209550 h 571500"/>
              <a:gd name="csX137" fmla="*/ 390525 w 571500"/>
              <a:gd name="csY137" fmla="*/ 209550 h 571500"/>
              <a:gd name="csX138" fmla="*/ 400050 w 571500"/>
              <a:gd name="csY138" fmla="*/ 209550 h 571500"/>
              <a:gd name="csX139" fmla="*/ 446791 w 571500"/>
              <a:gd name="csY139" fmla="*/ 248041 h 571500"/>
              <a:gd name="csX140" fmla="*/ 533400 w 571500"/>
              <a:gd name="csY140" fmla="*/ 342900 h 571500"/>
              <a:gd name="csX141" fmla="*/ 533400 w 571500"/>
              <a:gd name="csY141" fmla="*/ 478005 h 571500"/>
              <a:gd name="csX142" fmla="*/ 552450 w 571500"/>
              <a:gd name="csY142" fmla="*/ 504825 h 571500"/>
              <a:gd name="csX143" fmla="*/ 552450 w 571500"/>
              <a:gd name="csY143" fmla="*/ 516105 h 571500"/>
              <a:gd name="csX144" fmla="*/ 571500 w 571500"/>
              <a:gd name="csY144" fmla="*/ 542925 h 571500"/>
              <a:gd name="csX145" fmla="*/ 343485 w 571500"/>
              <a:gd name="csY145" fmla="*/ 476250 h 571500"/>
              <a:gd name="csX146" fmla="*/ 514350 w 571500"/>
              <a:gd name="csY146" fmla="*/ 476250 h 571500"/>
              <a:gd name="csX147" fmla="*/ 514350 w 571500"/>
              <a:gd name="csY147" fmla="*/ 342900 h 571500"/>
              <a:gd name="csX148" fmla="*/ 438150 w 571500"/>
              <a:gd name="csY148" fmla="*/ 266700 h 571500"/>
              <a:gd name="csX149" fmla="*/ 428625 w 571500"/>
              <a:gd name="csY149" fmla="*/ 257180 h 571500"/>
              <a:gd name="csX150" fmla="*/ 428625 w 571500"/>
              <a:gd name="csY150" fmla="*/ 257175 h 571500"/>
              <a:gd name="csX151" fmla="*/ 400050 w 571500"/>
              <a:gd name="csY151" fmla="*/ 228600 h 571500"/>
              <a:gd name="csX152" fmla="*/ 400050 w 571500"/>
              <a:gd name="csY152" fmla="*/ 257175 h 571500"/>
              <a:gd name="csX153" fmla="*/ 396413 w 571500"/>
              <a:gd name="csY153" fmla="*/ 264663 h 571500"/>
              <a:gd name="csX154" fmla="*/ 314260 w 571500"/>
              <a:gd name="csY154" fmla="*/ 329217 h 571500"/>
              <a:gd name="csX155" fmla="*/ 313413 w 571500"/>
              <a:gd name="csY155" fmla="*/ 341681 h 571500"/>
              <a:gd name="csX156" fmla="*/ 324269 w 571500"/>
              <a:gd name="csY156" fmla="*/ 356155 h 571500"/>
              <a:gd name="csX157" fmla="*/ 333766 w 571500"/>
              <a:gd name="csY157" fmla="*/ 359783 h 571500"/>
              <a:gd name="csX158" fmla="*/ 369606 w 571500"/>
              <a:gd name="csY158" fmla="*/ 352611 h 571500"/>
              <a:gd name="csX159" fmla="*/ 378210 w 571500"/>
              <a:gd name="csY159" fmla="*/ 355216 h 571500"/>
              <a:gd name="csX160" fmla="*/ 419100 w 571500"/>
              <a:gd name="csY160" fmla="*/ 371475 h 571500"/>
              <a:gd name="csX161" fmla="*/ 428626 w 571500"/>
              <a:gd name="csY161" fmla="*/ 380998 h 571500"/>
              <a:gd name="csX162" fmla="*/ 421165 w 571500"/>
              <a:gd name="csY162" fmla="*/ 390297 h 571500"/>
              <a:gd name="csX163" fmla="*/ 343485 w 571500"/>
              <a:gd name="csY163" fmla="*/ 476250 h 571500"/>
              <a:gd name="csX164" fmla="*/ 323850 w 571500"/>
              <a:gd name="csY164" fmla="*/ 504825 h 571500"/>
              <a:gd name="csX165" fmla="*/ 323850 w 571500"/>
              <a:gd name="csY165" fmla="*/ 514350 h 571500"/>
              <a:gd name="csX166" fmla="*/ 533400 w 571500"/>
              <a:gd name="csY166" fmla="*/ 514350 h 571500"/>
              <a:gd name="csX167" fmla="*/ 533400 w 571500"/>
              <a:gd name="csY167" fmla="*/ 504825 h 571500"/>
              <a:gd name="csX168" fmla="*/ 523875 w 571500"/>
              <a:gd name="csY168" fmla="*/ 495300 h 571500"/>
              <a:gd name="csX169" fmla="*/ 333375 w 571500"/>
              <a:gd name="csY169" fmla="*/ 495300 h 571500"/>
              <a:gd name="csX170" fmla="*/ 323850 w 571500"/>
              <a:gd name="csY170" fmla="*/ 504825 h 571500"/>
              <a:gd name="csX171" fmla="*/ 552450 w 571500"/>
              <a:gd name="csY171" fmla="*/ 542925 h 571500"/>
              <a:gd name="csX172" fmla="*/ 542925 w 571500"/>
              <a:gd name="csY172" fmla="*/ 533400 h 571500"/>
              <a:gd name="csX173" fmla="*/ 314325 w 571500"/>
              <a:gd name="csY173" fmla="*/ 533400 h 571500"/>
              <a:gd name="csX174" fmla="*/ 304800 w 571500"/>
              <a:gd name="csY174" fmla="*/ 542925 h 571500"/>
              <a:gd name="csX175" fmla="*/ 304800 w 571500"/>
              <a:gd name="csY175" fmla="*/ 552450 h 571500"/>
              <a:gd name="csX176" fmla="*/ 552450 w 571500"/>
              <a:gd name="csY176" fmla="*/ 552450 h 571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</a:cxnLst>
            <a:rect l="l" t="t" r="r" b="b"/>
            <a:pathLst>
              <a:path w="571500" h="571500">
                <a:moveTo>
                  <a:pt x="342872" y="238683"/>
                </a:moveTo>
                <a:cubicBezTo>
                  <a:pt x="342872" y="238446"/>
                  <a:pt x="342891" y="237920"/>
                  <a:pt x="342909" y="237683"/>
                </a:cubicBezTo>
                <a:cubicBezTo>
                  <a:pt x="342958" y="179524"/>
                  <a:pt x="295851" y="132336"/>
                  <a:pt x="237691" y="132287"/>
                </a:cubicBezTo>
                <a:cubicBezTo>
                  <a:pt x="179532" y="132238"/>
                  <a:pt x="132345" y="179346"/>
                  <a:pt x="132295" y="237505"/>
                </a:cubicBezTo>
                <a:cubicBezTo>
                  <a:pt x="132246" y="295665"/>
                  <a:pt x="179354" y="342852"/>
                  <a:pt x="237514" y="342901"/>
                </a:cubicBezTo>
                <a:cubicBezTo>
                  <a:pt x="246212" y="342908"/>
                  <a:pt x="254879" y="341838"/>
                  <a:pt x="263314" y="339714"/>
                </a:cubicBezTo>
                <a:cubicBezTo>
                  <a:pt x="268414" y="338423"/>
                  <a:pt x="273594" y="341510"/>
                  <a:pt x="274886" y="346610"/>
                </a:cubicBezTo>
                <a:cubicBezTo>
                  <a:pt x="276177" y="351710"/>
                  <a:pt x="273089" y="356890"/>
                  <a:pt x="267990" y="358181"/>
                </a:cubicBezTo>
                <a:cubicBezTo>
                  <a:pt x="267957" y="358190"/>
                  <a:pt x="267924" y="358198"/>
                  <a:pt x="267891" y="358206"/>
                </a:cubicBezTo>
                <a:cubicBezTo>
                  <a:pt x="201537" y="374610"/>
                  <a:pt x="134448" y="334117"/>
                  <a:pt x="118044" y="267763"/>
                </a:cubicBezTo>
                <a:cubicBezTo>
                  <a:pt x="101640" y="201409"/>
                  <a:pt x="142132" y="134321"/>
                  <a:pt x="208486" y="117917"/>
                </a:cubicBezTo>
                <a:cubicBezTo>
                  <a:pt x="274840" y="101513"/>
                  <a:pt x="341929" y="142005"/>
                  <a:pt x="358333" y="208359"/>
                </a:cubicBezTo>
                <a:cubicBezTo>
                  <a:pt x="360741" y="218098"/>
                  <a:pt x="361955" y="228093"/>
                  <a:pt x="361950" y="238125"/>
                </a:cubicBezTo>
                <a:lnTo>
                  <a:pt x="361950" y="238660"/>
                </a:lnTo>
                <a:cubicBezTo>
                  <a:pt x="361941" y="243928"/>
                  <a:pt x="357663" y="248192"/>
                  <a:pt x="352395" y="248183"/>
                </a:cubicBezTo>
                <a:cubicBezTo>
                  <a:pt x="347148" y="248174"/>
                  <a:pt x="342894" y="243930"/>
                  <a:pt x="342872" y="238683"/>
                </a:cubicBezTo>
                <a:close/>
                <a:moveTo>
                  <a:pt x="296866" y="429169"/>
                </a:moveTo>
                <a:cubicBezTo>
                  <a:pt x="304381" y="426828"/>
                  <a:pt x="311757" y="424059"/>
                  <a:pt x="318957" y="420877"/>
                </a:cubicBezTo>
                <a:cubicBezTo>
                  <a:pt x="323785" y="418787"/>
                  <a:pt x="326004" y="413179"/>
                  <a:pt x="323915" y="408352"/>
                </a:cubicBezTo>
                <a:cubicBezTo>
                  <a:pt x="321825" y="403524"/>
                  <a:pt x="316217" y="401305"/>
                  <a:pt x="311390" y="403394"/>
                </a:cubicBezTo>
                <a:cubicBezTo>
                  <a:pt x="311351" y="403411"/>
                  <a:pt x="311313" y="403428"/>
                  <a:pt x="311274" y="403445"/>
                </a:cubicBezTo>
                <a:cubicBezTo>
                  <a:pt x="303270" y="406991"/>
                  <a:pt x="295023" y="409961"/>
                  <a:pt x="286597" y="412333"/>
                </a:cubicBezTo>
                <a:cubicBezTo>
                  <a:pt x="283401" y="413219"/>
                  <a:pt x="280896" y="415703"/>
                  <a:pt x="279983" y="418891"/>
                </a:cubicBezTo>
                <a:lnTo>
                  <a:pt x="271007" y="450293"/>
                </a:lnTo>
                <a:cubicBezTo>
                  <a:pt x="269831" y="454375"/>
                  <a:pt x="266101" y="457189"/>
                  <a:pt x="261854" y="457200"/>
                </a:cubicBezTo>
                <a:lnTo>
                  <a:pt x="214396" y="457200"/>
                </a:lnTo>
                <a:cubicBezTo>
                  <a:pt x="210147" y="457189"/>
                  <a:pt x="206417" y="454372"/>
                  <a:pt x="205243" y="450289"/>
                </a:cubicBezTo>
                <a:lnTo>
                  <a:pt x="196267" y="418890"/>
                </a:lnTo>
                <a:cubicBezTo>
                  <a:pt x="195353" y="415703"/>
                  <a:pt x="192849" y="413220"/>
                  <a:pt x="189654" y="412333"/>
                </a:cubicBezTo>
                <a:cubicBezTo>
                  <a:pt x="175529" y="408430"/>
                  <a:pt x="161934" y="402815"/>
                  <a:pt x="149172" y="395613"/>
                </a:cubicBezTo>
                <a:cubicBezTo>
                  <a:pt x="146283" y="393983"/>
                  <a:pt x="142754" y="393969"/>
                  <a:pt x="139852" y="395576"/>
                </a:cubicBezTo>
                <a:lnTo>
                  <a:pt x="111361" y="411407"/>
                </a:lnTo>
                <a:cubicBezTo>
                  <a:pt x="107638" y="413457"/>
                  <a:pt x="103010" y="412810"/>
                  <a:pt x="99994" y="409816"/>
                </a:cubicBezTo>
                <a:lnTo>
                  <a:pt x="66433" y="376257"/>
                </a:lnTo>
                <a:cubicBezTo>
                  <a:pt x="63441" y="373242"/>
                  <a:pt x="62793" y="368615"/>
                  <a:pt x="64842" y="364894"/>
                </a:cubicBezTo>
                <a:lnTo>
                  <a:pt x="80674" y="336403"/>
                </a:lnTo>
                <a:cubicBezTo>
                  <a:pt x="82286" y="333500"/>
                  <a:pt x="82272" y="329968"/>
                  <a:pt x="80637" y="327078"/>
                </a:cubicBezTo>
                <a:cubicBezTo>
                  <a:pt x="73433" y="314318"/>
                  <a:pt x="67820" y="300723"/>
                  <a:pt x="63922" y="286597"/>
                </a:cubicBezTo>
                <a:cubicBezTo>
                  <a:pt x="63030" y="283402"/>
                  <a:pt x="60544" y="280900"/>
                  <a:pt x="57355" y="279988"/>
                </a:cubicBezTo>
                <a:lnTo>
                  <a:pt x="25961" y="271016"/>
                </a:lnTo>
                <a:cubicBezTo>
                  <a:pt x="21877" y="269838"/>
                  <a:pt x="19061" y="266105"/>
                  <a:pt x="19050" y="261854"/>
                </a:cubicBezTo>
                <a:lnTo>
                  <a:pt x="19050" y="214396"/>
                </a:lnTo>
                <a:cubicBezTo>
                  <a:pt x="19061" y="210148"/>
                  <a:pt x="21872" y="206417"/>
                  <a:pt x="25952" y="205234"/>
                </a:cubicBezTo>
                <a:lnTo>
                  <a:pt x="57355" y="196262"/>
                </a:lnTo>
                <a:cubicBezTo>
                  <a:pt x="60544" y="195351"/>
                  <a:pt x="63030" y="192848"/>
                  <a:pt x="63922" y="189654"/>
                </a:cubicBezTo>
                <a:cubicBezTo>
                  <a:pt x="67820" y="175528"/>
                  <a:pt x="73433" y="161933"/>
                  <a:pt x="80637" y="149172"/>
                </a:cubicBezTo>
                <a:cubicBezTo>
                  <a:pt x="82272" y="146282"/>
                  <a:pt x="82286" y="142750"/>
                  <a:pt x="80674" y="139847"/>
                </a:cubicBezTo>
                <a:lnTo>
                  <a:pt x="64843" y="111361"/>
                </a:lnTo>
                <a:cubicBezTo>
                  <a:pt x="62793" y="107638"/>
                  <a:pt x="63440" y="103011"/>
                  <a:pt x="66433" y="99994"/>
                </a:cubicBezTo>
                <a:lnTo>
                  <a:pt x="99993" y="66438"/>
                </a:lnTo>
                <a:cubicBezTo>
                  <a:pt x="103007" y="63439"/>
                  <a:pt x="107638" y="62789"/>
                  <a:pt x="111360" y="64843"/>
                </a:cubicBezTo>
                <a:lnTo>
                  <a:pt x="139851" y="80674"/>
                </a:lnTo>
                <a:cubicBezTo>
                  <a:pt x="142752" y="82288"/>
                  <a:pt x="146284" y="82274"/>
                  <a:pt x="149172" y="80637"/>
                </a:cubicBezTo>
                <a:cubicBezTo>
                  <a:pt x="161934" y="73435"/>
                  <a:pt x="175528" y="67820"/>
                  <a:pt x="189653" y="63917"/>
                </a:cubicBezTo>
                <a:cubicBezTo>
                  <a:pt x="192848" y="63030"/>
                  <a:pt x="195353" y="60547"/>
                  <a:pt x="196267" y="57359"/>
                </a:cubicBezTo>
                <a:lnTo>
                  <a:pt x="205243" y="25957"/>
                </a:lnTo>
                <a:cubicBezTo>
                  <a:pt x="206419" y="21875"/>
                  <a:pt x="210149" y="19061"/>
                  <a:pt x="214396" y="19050"/>
                </a:cubicBezTo>
                <a:lnTo>
                  <a:pt x="261854" y="19050"/>
                </a:lnTo>
                <a:cubicBezTo>
                  <a:pt x="266103" y="19061"/>
                  <a:pt x="269833" y="21878"/>
                  <a:pt x="271007" y="25961"/>
                </a:cubicBezTo>
                <a:lnTo>
                  <a:pt x="279983" y="57360"/>
                </a:lnTo>
                <a:cubicBezTo>
                  <a:pt x="280897" y="60547"/>
                  <a:pt x="283402" y="63030"/>
                  <a:pt x="286597" y="63917"/>
                </a:cubicBezTo>
                <a:cubicBezTo>
                  <a:pt x="300721" y="67820"/>
                  <a:pt x="314316" y="73435"/>
                  <a:pt x="327078" y="80637"/>
                </a:cubicBezTo>
                <a:cubicBezTo>
                  <a:pt x="329965" y="82274"/>
                  <a:pt x="333497" y="82288"/>
                  <a:pt x="336398" y="80674"/>
                </a:cubicBezTo>
                <a:lnTo>
                  <a:pt x="364889" y="64843"/>
                </a:lnTo>
                <a:cubicBezTo>
                  <a:pt x="368611" y="62790"/>
                  <a:pt x="373241" y="63438"/>
                  <a:pt x="376256" y="66434"/>
                </a:cubicBezTo>
                <a:lnTo>
                  <a:pt x="409817" y="99993"/>
                </a:lnTo>
                <a:cubicBezTo>
                  <a:pt x="412809" y="103008"/>
                  <a:pt x="413457" y="107635"/>
                  <a:pt x="411408" y="111356"/>
                </a:cubicBezTo>
                <a:lnTo>
                  <a:pt x="395576" y="139847"/>
                </a:lnTo>
                <a:cubicBezTo>
                  <a:pt x="393964" y="142748"/>
                  <a:pt x="393978" y="146279"/>
                  <a:pt x="395613" y="149167"/>
                </a:cubicBezTo>
                <a:cubicBezTo>
                  <a:pt x="402256" y="160985"/>
                  <a:pt x="407535" y="173519"/>
                  <a:pt x="411352" y="186528"/>
                </a:cubicBezTo>
                <a:cubicBezTo>
                  <a:pt x="412284" y="189673"/>
                  <a:pt x="414768" y="192117"/>
                  <a:pt x="417928" y="192997"/>
                </a:cubicBezTo>
                <a:cubicBezTo>
                  <a:pt x="423998" y="194679"/>
                  <a:pt x="429799" y="197216"/>
                  <a:pt x="435155" y="200532"/>
                </a:cubicBezTo>
                <a:cubicBezTo>
                  <a:pt x="435906" y="201001"/>
                  <a:pt x="436721" y="201361"/>
                  <a:pt x="437573" y="201601"/>
                </a:cubicBezTo>
                <a:lnTo>
                  <a:pt x="450289" y="205234"/>
                </a:lnTo>
                <a:cubicBezTo>
                  <a:pt x="454373" y="206413"/>
                  <a:pt x="457189" y="210146"/>
                  <a:pt x="457200" y="214396"/>
                </a:cubicBezTo>
                <a:lnTo>
                  <a:pt x="457200" y="219075"/>
                </a:lnTo>
                <a:cubicBezTo>
                  <a:pt x="457200" y="224336"/>
                  <a:pt x="461465" y="228600"/>
                  <a:pt x="466725" y="228600"/>
                </a:cubicBezTo>
                <a:cubicBezTo>
                  <a:pt x="471986" y="228600"/>
                  <a:pt x="476250" y="224336"/>
                  <a:pt x="476250" y="219075"/>
                </a:cubicBezTo>
                <a:lnTo>
                  <a:pt x="476250" y="214396"/>
                </a:lnTo>
                <a:cubicBezTo>
                  <a:pt x="476209" y="201652"/>
                  <a:pt x="467768" y="190461"/>
                  <a:pt x="455526" y="186919"/>
                </a:cubicBezTo>
                <a:lnTo>
                  <a:pt x="444047" y="183640"/>
                </a:lnTo>
                <a:cubicBezTo>
                  <a:pt x="439002" y="180626"/>
                  <a:pt x="433659" y="178140"/>
                  <a:pt x="428104" y="176222"/>
                </a:cubicBezTo>
                <a:cubicBezTo>
                  <a:pt x="424585" y="165287"/>
                  <a:pt x="420126" y="154677"/>
                  <a:pt x="414775" y="144512"/>
                </a:cubicBezTo>
                <a:lnTo>
                  <a:pt x="428058" y="120606"/>
                </a:lnTo>
                <a:cubicBezTo>
                  <a:pt x="434210" y="109446"/>
                  <a:pt x="432266" y="95566"/>
                  <a:pt x="423286" y="86525"/>
                </a:cubicBezTo>
                <a:lnTo>
                  <a:pt x="389725" y="52960"/>
                </a:lnTo>
                <a:cubicBezTo>
                  <a:pt x="380678" y="43990"/>
                  <a:pt x="366804" y="42050"/>
                  <a:pt x="355643" y="48192"/>
                </a:cubicBezTo>
                <a:lnTo>
                  <a:pt x="331747" y="61470"/>
                </a:lnTo>
                <a:cubicBezTo>
                  <a:pt x="320600" y="55575"/>
                  <a:pt x="308917" y="50753"/>
                  <a:pt x="296856" y="47072"/>
                </a:cubicBezTo>
                <a:lnTo>
                  <a:pt x="289331" y="20729"/>
                </a:lnTo>
                <a:cubicBezTo>
                  <a:pt x="285792" y="8484"/>
                  <a:pt x="274600" y="40"/>
                  <a:pt x="261854" y="0"/>
                </a:cubicBezTo>
                <a:lnTo>
                  <a:pt x="214396" y="0"/>
                </a:lnTo>
                <a:cubicBezTo>
                  <a:pt x="201651" y="40"/>
                  <a:pt x="190460" y="8481"/>
                  <a:pt x="186919" y="20724"/>
                </a:cubicBezTo>
                <a:lnTo>
                  <a:pt x="179394" y="47072"/>
                </a:lnTo>
                <a:cubicBezTo>
                  <a:pt x="167333" y="50754"/>
                  <a:pt x="155650" y="55575"/>
                  <a:pt x="144503" y="61471"/>
                </a:cubicBezTo>
                <a:lnTo>
                  <a:pt x="120607" y="48193"/>
                </a:lnTo>
                <a:cubicBezTo>
                  <a:pt x="109447" y="42039"/>
                  <a:pt x="95565" y="43982"/>
                  <a:pt x="86525" y="52965"/>
                </a:cubicBezTo>
                <a:lnTo>
                  <a:pt x="52964" y="86525"/>
                </a:lnTo>
                <a:cubicBezTo>
                  <a:pt x="43983" y="95568"/>
                  <a:pt x="42040" y="109450"/>
                  <a:pt x="48192" y="120611"/>
                </a:cubicBezTo>
                <a:lnTo>
                  <a:pt x="61466" y="144508"/>
                </a:lnTo>
                <a:cubicBezTo>
                  <a:pt x="55576" y="155654"/>
                  <a:pt x="50755" y="167334"/>
                  <a:pt x="47067" y="179389"/>
                </a:cubicBezTo>
                <a:lnTo>
                  <a:pt x="20715" y="186919"/>
                </a:lnTo>
                <a:cubicBezTo>
                  <a:pt x="8477" y="190465"/>
                  <a:pt x="41" y="201654"/>
                  <a:pt x="0" y="214396"/>
                </a:cubicBezTo>
                <a:lnTo>
                  <a:pt x="0" y="261854"/>
                </a:lnTo>
                <a:cubicBezTo>
                  <a:pt x="41" y="274598"/>
                  <a:pt x="8482" y="285790"/>
                  <a:pt x="20724" y="289331"/>
                </a:cubicBezTo>
                <a:lnTo>
                  <a:pt x="47067" y="296861"/>
                </a:lnTo>
                <a:cubicBezTo>
                  <a:pt x="50755" y="308917"/>
                  <a:pt x="55576" y="320596"/>
                  <a:pt x="61466" y="331743"/>
                </a:cubicBezTo>
                <a:lnTo>
                  <a:pt x="48192" y="355643"/>
                </a:lnTo>
                <a:cubicBezTo>
                  <a:pt x="42040" y="366804"/>
                  <a:pt x="43984" y="380684"/>
                  <a:pt x="52964" y="389725"/>
                </a:cubicBezTo>
                <a:lnTo>
                  <a:pt x="86525" y="423290"/>
                </a:lnTo>
                <a:cubicBezTo>
                  <a:pt x="95567" y="432271"/>
                  <a:pt x="109448" y="434213"/>
                  <a:pt x="120607" y="428058"/>
                </a:cubicBezTo>
                <a:lnTo>
                  <a:pt x="144503" y="414780"/>
                </a:lnTo>
                <a:cubicBezTo>
                  <a:pt x="155650" y="420675"/>
                  <a:pt x="167333" y="425497"/>
                  <a:pt x="179394" y="429179"/>
                </a:cubicBezTo>
                <a:lnTo>
                  <a:pt x="186919" y="455521"/>
                </a:lnTo>
                <a:cubicBezTo>
                  <a:pt x="190458" y="467766"/>
                  <a:pt x="201650" y="476210"/>
                  <a:pt x="214396" y="476250"/>
                </a:cubicBezTo>
                <a:lnTo>
                  <a:pt x="261854" y="476250"/>
                </a:lnTo>
                <a:cubicBezTo>
                  <a:pt x="274599" y="476210"/>
                  <a:pt x="285790" y="467769"/>
                  <a:pt x="289331" y="455526"/>
                </a:cubicBezTo>
                <a:close/>
                <a:moveTo>
                  <a:pt x="571500" y="542925"/>
                </a:moveTo>
                <a:lnTo>
                  <a:pt x="571500" y="561975"/>
                </a:lnTo>
                <a:cubicBezTo>
                  <a:pt x="571501" y="567234"/>
                  <a:pt x="567239" y="571499"/>
                  <a:pt x="561980" y="571500"/>
                </a:cubicBezTo>
                <a:cubicBezTo>
                  <a:pt x="561978" y="571500"/>
                  <a:pt x="561977" y="571500"/>
                  <a:pt x="561975" y="571500"/>
                </a:cubicBezTo>
                <a:lnTo>
                  <a:pt x="295275" y="571500"/>
                </a:lnTo>
                <a:cubicBezTo>
                  <a:pt x="290016" y="571501"/>
                  <a:pt x="285751" y="567239"/>
                  <a:pt x="285750" y="561980"/>
                </a:cubicBezTo>
                <a:cubicBezTo>
                  <a:pt x="285750" y="561978"/>
                  <a:pt x="285750" y="561977"/>
                  <a:pt x="285750" y="561975"/>
                </a:cubicBezTo>
                <a:lnTo>
                  <a:pt x="285750" y="542925"/>
                </a:lnTo>
                <a:cubicBezTo>
                  <a:pt x="285787" y="530855"/>
                  <a:pt x="293416" y="520115"/>
                  <a:pt x="304800" y="516105"/>
                </a:cubicBezTo>
                <a:lnTo>
                  <a:pt x="304800" y="504825"/>
                </a:lnTo>
                <a:cubicBezTo>
                  <a:pt x="304840" y="492639"/>
                  <a:pt x="312618" y="481824"/>
                  <a:pt x="324159" y="477909"/>
                </a:cubicBezTo>
                <a:cubicBezTo>
                  <a:pt x="326487" y="437324"/>
                  <a:pt x="350629" y="401188"/>
                  <a:pt x="387232" y="383502"/>
                </a:cubicBezTo>
                <a:cubicBezTo>
                  <a:pt x="380626" y="380526"/>
                  <a:pt x="374420" y="376732"/>
                  <a:pt x="368759" y="372210"/>
                </a:cubicBezTo>
                <a:lnTo>
                  <a:pt x="337496" y="378461"/>
                </a:lnTo>
                <a:cubicBezTo>
                  <a:pt x="326708" y="380584"/>
                  <a:pt x="315655" y="376359"/>
                  <a:pt x="309032" y="367582"/>
                </a:cubicBezTo>
                <a:lnTo>
                  <a:pt x="298177" y="353114"/>
                </a:lnTo>
                <a:cubicBezTo>
                  <a:pt x="289339" y="341203"/>
                  <a:pt x="291015" y="324523"/>
                  <a:pt x="302047" y="314609"/>
                </a:cubicBezTo>
                <a:lnTo>
                  <a:pt x="381000" y="252547"/>
                </a:lnTo>
                <a:lnTo>
                  <a:pt x="381000" y="219075"/>
                </a:lnTo>
                <a:cubicBezTo>
                  <a:pt x="380999" y="213816"/>
                  <a:pt x="385261" y="209551"/>
                  <a:pt x="390520" y="209550"/>
                </a:cubicBezTo>
                <a:cubicBezTo>
                  <a:pt x="390522" y="209550"/>
                  <a:pt x="390523" y="209550"/>
                  <a:pt x="390525" y="209550"/>
                </a:cubicBezTo>
                <a:lnTo>
                  <a:pt x="400050" y="209550"/>
                </a:lnTo>
                <a:cubicBezTo>
                  <a:pt x="422820" y="209580"/>
                  <a:pt x="442394" y="225699"/>
                  <a:pt x="446791" y="248041"/>
                </a:cubicBezTo>
                <a:cubicBezTo>
                  <a:pt x="495817" y="252568"/>
                  <a:pt x="533340" y="293666"/>
                  <a:pt x="533400" y="342900"/>
                </a:cubicBezTo>
                <a:lnTo>
                  <a:pt x="533400" y="478005"/>
                </a:lnTo>
                <a:cubicBezTo>
                  <a:pt x="544784" y="482015"/>
                  <a:pt x="552413" y="492755"/>
                  <a:pt x="552450" y="504825"/>
                </a:cubicBezTo>
                <a:lnTo>
                  <a:pt x="552450" y="516105"/>
                </a:lnTo>
                <a:cubicBezTo>
                  <a:pt x="563834" y="520115"/>
                  <a:pt x="571463" y="530855"/>
                  <a:pt x="571500" y="542925"/>
                </a:cubicBezTo>
                <a:close/>
                <a:moveTo>
                  <a:pt x="343485" y="476250"/>
                </a:moveTo>
                <a:lnTo>
                  <a:pt x="514350" y="476250"/>
                </a:lnTo>
                <a:lnTo>
                  <a:pt x="514350" y="342900"/>
                </a:lnTo>
                <a:cubicBezTo>
                  <a:pt x="514302" y="300836"/>
                  <a:pt x="480214" y="266748"/>
                  <a:pt x="438150" y="266700"/>
                </a:cubicBezTo>
                <a:cubicBezTo>
                  <a:pt x="432891" y="266701"/>
                  <a:pt x="428626" y="262439"/>
                  <a:pt x="428625" y="257180"/>
                </a:cubicBezTo>
                <a:cubicBezTo>
                  <a:pt x="428625" y="257178"/>
                  <a:pt x="428625" y="257177"/>
                  <a:pt x="428625" y="257175"/>
                </a:cubicBezTo>
                <a:cubicBezTo>
                  <a:pt x="428608" y="241401"/>
                  <a:pt x="415824" y="228617"/>
                  <a:pt x="400050" y="228600"/>
                </a:cubicBezTo>
                <a:lnTo>
                  <a:pt x="400050" y="257175"/>
                </a:lnTo>
                <a:cubicBezTo>
                  <a:pt x="400051" y="260097"/>
                  <a:pt x="398710" y="262857"/>
                  <a:pt x="396413" y="264663"/>
                </a:cubicBezTo>
                <a:lnTo>
                  <a:pt x="314260" y="329217"/>
                </a:lnTo>
                <a:cubicBezTo>
                  <a:pt x="310904" y="332577"/>
                  <a:pt x="310543" y="337898"/>
                  <a:pt x="313413" y="341681"/>
                </a:cubicBezTo>
                <a:lnTo>
                  <a:pt x="324269" y="356155"/>
                </a:lnTo>
                <a:cubicBezTo>
                  <a:pt x="326487" y="359072"/>
                  <a:pt x="330168" y="360478"/>
                  <a:pt x="333766" y="359783"/>
                </a:cubicBezTo>
                <a:lnTo>
                  <a:pt x="369606" y="352611"/>
                </a:lnTo>
                <a:cubicBezTo>
                  <a:pt x="372729" y="351982"/>
                  <a:pt x="375960" y="352960"/>
                  <a:pt x="378210" y="355216"/>
                </a:cubicBezTo>
                <a:cubicBezTo>
                  <a:pt x="389487" y="365303"/>
                  <a:pt x="403975" y="371065"/>
                  <a:pt x="419100" y="371475"/>
                </a:cubicBezTo>
                <a:cubicBezTo>
                  <a:pt x="424360" y="371474"/>
                  <a:pt x="428625" y="375738"/>
                  <a:pt x="428626" y="380998"/>
                </a:cubicBezTo>
                <a:cubicBezTo>
                  <a:pt x="428626" y="385463"/>
                  <a:pt x="425525" y="389330"/>
                  <a:pt x="421165" y="390297"/>
                </a:cubicBezTo>
                <a:cubicBezTo>
                  <a:pt x="418131" y="390987"/>
                  <a:pt x="349451" y="407547"/>
                  <a:pt x="343485" y="476250"/>
                </a:cubicBezTo>
                <a:close/>
                <a:moveTo>
                  <a:pt x="323850" y="504825"/>
                </a:moveTo>
                <a:lnTo>
                  <a:pt x="323850" y="514350"/>
                </a:lnTo>
                <a:lnTo>
                  <a:pt x="533400" y="514350"/>
                </a:lnTo>
                <a:lnTo>
                  <a:pt x="533400" y="504825"/>
                </a:lnTo>
                <a:cubicBezTo>
                  <a:pt x="533395" y="499567"/>
                  <a:pt x="529133" y="495305"/>
                  <a:pt x="523875" y="495300"/>
                </a:cubicBezTo>
                <a:lnTo>
                  <a:pt x="333375" y="495300"/>
                </a:lnTo>
                <a:cubicBezTo>
                  <a:pt x="328117" y="495305"/>
                  <a:pt x="323855" y="499567"/>
                  <a:pt x="323850" y="504825"/>
                </a:cubicBezTo>
                <a:close/>
                <a:moveTo>
                  <a:pt x="552450" y="542925"/>
                </a:moveTo>
                <a:cubicBezTo>
                  <a:pt x="552445" y="537667"/>
                  <a:pt x="548183" y="533405"/>
                  <a:pt x="542925" y="533400"/>
                </a:cubicBezTo>
                <a:lnTo>
                  <a:pt x="314325" y="533400"/>
                </a:lnTo>
                <a:cubicBezTo>
                  <a:pt x="309067" y="533405"/>
                  <a:pt x="304805" y="537667"/>
                  <a:pt x="304800" y="542925"/>
                </a:cubicBezTo>
                <a:lnTo>
                  <a:pt x="304800" y="552450"/>
                </a:lnTo>
                <a:lnTo>
                  <a:pt x="552450" y="552450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178BB6D9-E8BD-5E45-A9D8-64BB1F057E27}"/>
              </a:ext>
            </a:extLst>
          </p:cNvPr>
          <p:cNvGrpSpPr/>
          <p:nvPr/>
        </p:nvGrpSpPr>
        <p:grpSpPr>
          <a:xfrm>
            <a:off x="553563" y="2353385"/>
            <a:ext cx="349692" cy="354546"/>
            <a:chOff x="3784892" y="476250"/>
            <a:chExt cx="4622120" cy="4686300"/>
          </a:xfrm>
          <a:solidFill>
            <a:schemeClr val="bg1"/>
          </a:solidFill>
        </p:grpSpPr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B61DAC38-B0D4-EBB7-22BE-B0A4B69B8BA8}"/>
                </a:ext>
              </a:extLst>
            </p:cNvPr>
            <p:cNvSpPr/>
            <p:nvPr/>
          </p:nvSpPr>
          <p:spPr>
            <a:xfrm>
              <a:off x="3784892" y="476250"/>
              <a:ext cx="4622120" cy="4686300"/>
            </a:xfrm>
            <a:custGeom>
              <a:avLst/>
              <a:gdLst>
                <a:gd name="csX0" fmla="*/ 51664 w 4622120"/>
                <a:gd name="csY0" fmla="*/ 1478652 h 4686300"/>
                <a:gd name="csX1" fmla="*/ 0 w 4622120"/>
                <a:gd name="csY1" fmla="*/ 1535535 h 4686300"/>
                <a:gd name="csX2" fmla="*/ 0 w 4622120"/>
                <a:gd name="csY2" fmla="*/ 2043446 h 4686300"/>
                <a:gd name="csX3" fmla="*/ 51664 w 4622120"/>
                <a:gd name="csY3" fmla="*/ 2100329 h 4686300"/>
                <a:gd name="csX4" fmla="*/ 387172 w 4622120"/>
                <a:gd name="csY4" fmla="*/ 2132648 h 4686300"/>
                <a:gd name="csX5" fmla="*/ 557870 w 4622120"/>
                <a:gd name="csY5" fmla="*/ 2538022 h 4686300"/>
                <a:gd name="csX6" fmla="*/ 344195 w 4622120"/>
                <a:gd name="csY6" fmla="*/ 2796064 h 4686300"/>
                <a:gd name="csX7" fmla="*/ 347805 w 4622120"/>
                <a:gd name="csY7" fmla="*/ 2872921 h 4686300"/>
                <a:gd name="csX8" fmla="*/ 706050 w 4622120"/>
                <a:gd name="csY8" fmla="*/ 3231175 h 4686300"/>
                <a:gd name="csX9" fmla="*/ 782917 w 4622120"/>
                <a:gd name="csY9" fmla="*/ 3234785 h 4686300"/>
                <a:gd name="csX10" fmla="*/ 1041330 w 4622120"/>
                <a:gd name="csY10" fmla="*/ 3020787 h 4686300"/>
                <a:gd name="csX11" fmla="*/ 1446305 w 4622120"/>
                <a:gd name="csY11" fmla="*/ 3191828 h 4686300"/>
                <a:gd name="csX12" fmla="*/ 1478690 w 4622120"/>
                <a:gd name="csY12" fmla="*/ 3527355 h 4686300"/>
                <a:gd name="csX13" fmla="*/ 1535573 w 4622120"/>
                <a:gd name="csY13" fmla="*/ 3579019 h 4686300"/>
                <a:gd name="csX14" fmla="*/ 2043455 w 4622120"/>
                <a:gd name="csY14" fmla="*/ 3579019 h 4686300"/>
                <a:gd name="csX15" fmla="*/ 2100348 w 4622120"/>
                <a:gd name="csY15" fmla="*/ 3527355 h 4686300"/>
                <a:gd name="csX16" fmla="*/ 2132733 w 4622120"/>
                <a:gd name="csY16" fmla="*/ 3191856 h 4686300"/>
                <a:gd name="csX17" fmla="*/ 2198303 w 4622120"/>
                <a:gd name="csY17" fmla="*/ 3173863 h 4686300"/>
                <a:gd name="csX18" fmla="*/ 2292601 w 4622120"/>
                <a:gd name="csY18" fmla="*/ 3495980 h 4686300"/>
                <a:gd name="csX19" fmla="*/ 2292458 w 4622120"/>
                <a:gd name="csY19" fmla="*/ 4625816 h 4686300"/>
                <a:gd name="csX20" fmla="*/ 2346179 w 4622120"/>
                <a:gd name="csY20" fmla="*/ 4686205 h 4686300"/>
                <a:gd name="csX21" fmla="*/ 2349465 w 4622120"/>
                <a:gd name="csY21" fmla="*/ 4686300 h 4686300"/>
                <a:gd name="csX22" fmla="*/ 3394158 w 4622120"/>
                <a:gd name="csY22" fmla="*/ 4686300 h 4686300"/>
                <a:gd name="csX23" fmla="*/ 3451308 w 4622120"/>
                <a:gd name="csY23" fmla="*/ 4629150 h 4686300"/>
                <a:gd name="csX24" fmla="*/ 3451308 w 4622120"/>
                <a:gd name="csY24" fmla="*/ 4247265 h 4686300"/>
                <a:gd name="csX25" fmla="*/ 3557121 w 4622120"/>
                <a:gd name="csY25" fmla="*/ 4169531 h 4686300"/>
                <a:gd name="csX26" fmla="*/ 3557578 w 4622120"/>
                <a:gd name="csY26" fmla="*/ 4169531 h 4686300"/>
                <a:gd name="csX27" fmla="*/ 3898202 w 4622120"/>
                <a:gd name="csY27" fmla="*/ 4171521 h 4686300"/>
                <a:gd name="csX28" fmla="*/ 4224776 w 4622120"/>
                <a:gd name="csY28" fmla="*/ 3863597 h 4686300"/>
                <a:gd name="csX29" fmla="*/ 4224909 w 4622120"/>
                <a:gd name="csY29" fmla="*/ 3854282 h 4686300"/>
                <a:gd name="csX30" fmla="*/ 4224909 w 4622120"/>
                <a:gd name="csY30" fmla="*/ 3527108 h 4686300"/>
                <a:gd name="csX31" fmla="*/ 4512926 w 4622120"/>
                <a:gd name="csY31" fmla="*/ 3527108 h 4686300"/>
                <a:gd name="csX32" fmla="*/ 4622121 w 4622120"/>
                <a:gd name="csY32" fmla="*/ 3417913 h 4686300"/>
                <a:gd name="csX33" fmla="*/ 4614939 w 4622120"/>
                <a:gd name="csY33" fmla="*/ 3378975 h 4686300"/>
                <a:gd name="csX34" fmla="*/ 4394016 w 4622120"/>
                <a:gd name="csY34" fmla="*/ 2800274 h 4686300"/>
                <a:gd name="csX35" fmla="*/ 4392111 w 4622120"/>
                <a:gd name="csY35" fmla="*/ 2564654 h 4686300"/>
                <a:gd name="csX36" fmla="*/ 3176092 w 4622120"/>
                <a:gd name="csY36" fmla="*/ 1404233 h 4686300"/>
                <a:gd name="csX37" fmla="*/ 3016577 w 4622120"/>
                <a:gd name="csY37" fmla="*/ 1040940 h 4686300"/>
                <a:gd name="csX38" fmla="*/ 3230271 w 4622120"/>
                <a:gd name="csY38" fmla="*/ 782955 h 4686300"/>
                <a:gd name="csX39" fmla="*/ 3226918 w 4622120"/>
                <a:gd name="csY39" fmla="*/ 706355 h 4686300"/>
                <a:gd name="csX40" fmla="*/ 2873188 w 4622120"/>
                <a:gd name="csY40" fmla="*/ 348053 h 4686300"/>
                <a:gd name="csX41" fmla="*/ 2796035 w 4622120"/>
                <a:gd name="csY41" fmla="*/ 344186 h 4686300"/>
                <a:gd name="csX42" fmla="*/ 2537641 w 4622120"/>
                <a:gd name="csY42" fmla="*/ 558165 h 4686300"/>
                <a:gd name="csX43" fmla="*/ 2132676 w 4622120"/>
                <a:gd name="csY43" fmla="*/ 387191 h 4686300"/>
                <a:gd name="csX44" fmla="*/ 2100291 w 4622120"/>
                <a:gd name="csY44" fmla="*/ 51664 h 4686300"/>
                <a:gd name="csX45" fmla="*/ 2043455 w 4622120"/>
                <a:gd name="csY45" fmla="*/ 0 h 4686300"/>
                <a:gd name="csX46" fmla="*/ 1535535 w 4622120"/>
                <a:gd name="csY46" fmla="*/ 0 h 4686300"/>
                <a:gd name="csX47" fmla="*/ 1478652 w 4622120"/>
                <a:gd name="csY47" fmla="*/ 51664 h 4686300"/>
                <a:gd name="csX48" fmla="*/ 1446267 w 4622120"/>
                <a:gd name="csY48" fmla="*/ 387172 h 4686300"/>
                <a:gd name="csX49" fmla="*/ 1040892 w 4622120"/>
                <a:gd name="csY49" fmla="*/ 557860 h 4686300"/>
                <a:gd name="csX50" fmla="*/ 782917 w 4622120"/>
                <a:gd name="csY50" fmla="*/ 344186 h 4686300"/>
                <a:gd name="csX51" fmla="*/ 706050 w 4622120"/>
                <a:gd name="csY51" fmla="*/ 347786 h 4686300"/>
                <a:gd name="csX52" fmla="*/ 347796 w 4622120"/>
                <a:gd name="csY52" fmla="*/ 706041 h 4686300"/>
                <a:gd name="csX53" fmla="*/ 344195 w 4622120"/>
                <a:gd name="csY53" fmla="*/ 782955 h 4686300"/>
                <a:gd name="csX54" fmla="*/ 558203 w 4622120"/>
                <a:gd name="csY54" fmla="*/ 1041378 h 4686300"/>
                <a:gd name="csX55" fmla="*/ 387210 w 4622120"/>
                <a:gd name="csY55" fmla="*/ 1446352 h 4686300"/>
                <a:gd name="csX56" fmla="*/ 2039217 w 4622120"/>
                <a:gd name="csY56" fmla="*/ 2687241 h 4686300"/>
                <a:gd name="csX57" fmla="*/ 891892 w 4622120"/>
                <a:gd name="csY57" fmla="*/ 2039122 h 4686300"/>
                <a:gd name="csX58" fmla="*/ 1540012 w 4622120"/>
                <a:gd name="csY58" fmla="*/ 891797 h 4686300"/>
                <a:gd name="csX59" fmla="*/ 2679221 w 4622120"/>
                <a:gd name="csY59" fmla="*/ 1512389 h 4686300"/>
                <a:gd name="csX60" fmla="*/ 2187378 w 4622120"/>
                <a:gd name="csY60" fmla="*/ 1966732 h 4686300"/>
                <a:gd name="csX61" fmla="*/ 2039217 w 4622120"/>
                <a:gd name="csY61" fmla="*/ 2687241 h 4686300"/>
                <a:gd name="csX62" fmla="*/ 4278068 w 4622120"/>
                <a:gd name="csY62" fmla="*/ 2571226 h 4686300"/>
                <a:gd name="csX63" fmla="*/ 4279792 w 4622120"/>
                <a:gd name="csY63" fmla="*/ 2811028 h 4686300"/>
                <a:gd name="csX64" fmla="*/ 4283545 w 4622120"/>
                <a:gd name="csY64" fmla="*/ 2831278 h 4686300"/>
                <a:gd name="csX65" fmla="*/ 4505563 w 4622120"/>
                <a:gd name="csY65" fmla="*/ 3412808 h 4686300"/>
                <a:gd name="csX66" fmla="*/ 4167807 w 4622120"/>
                <a:gd name="csY66" fmla="*/ 3412808 h 4686300"/>
                <a:gd name="csX67" fmla="*/ 4110657 w 4622120"/>
                <a:gd name="csY67" fmla="*/ 3469958 h 4686300"/>
                <a:gd name="csX68" fmla="*/ 4110657 w 4622120"/>
                <a:gd name="csY68" fmla="*/ 3854263 h 4686300"/>
                <a:gd name="csX69" fmla="*/ 3907574 w 4622120"/>
                <a:gd name="csY69" fmla="*/ 4057364 h 4686300"/>
                <a:gd name="csX70" fmla="*/ 3901783 w 4622120"/>
                <a:gd name="csY70" fmla="*/ 4057279 h 4686300"/>
                <a:gd name="csX71" fmla="*/ 3558064 w 4622120"/>
                <a:gd name="csY71" fmla="*/ 4055231 h 4686300"/>
                <a:gd name="csX72" fmla="*/ 3557111 w 4622120"/>
                <a:gd name="csY72" fmla="*/ 4055231 h 4686300"/>
                <a:gd name="csX73" fmla="*/ 3338741 w 4622120"/>
                <a:gd name="csY73" fmla="*/ 4225509 h 4686300"/>
                <a:gd name="csX74" fmla="*/ 3337008 w 4622120"/>
                <a:gd name="csY74" fmla="*/ 4239454 h 4686300"/>
                <a:gd name="csX75" fmla="*/ 3337008 w 4622120"/>
                <a:gd name="csY75" fmla="*/ 4572000 h 4686300"/>
                <a:gd name="csX76" fmla="*/ 2409778 w 4622120"/>
                <a:gd name="csY76" fmla="*/ 4572000 h 4686300"/>
                <a:gd name="csX77" fmla="*/ 2406377 w 4622120"/>
                <a:gd name="csY77" fmla="*/ 3485341 h 4686300"/>
                <a:gd name="csX78" fmla="*/ 2264959 w 4622120"/>
                <a:gd name="csY78" fmla="*/ 3028960 h 4686300"/>
                <a:gd name="csX79" fmla="*/ 2262645 w 4622120"/>
                <a:gd name="csY79" fmla="*/ 3023959 h 4686300"/>
                <a:gd name="csX80" fmla="*/ 2286181 w 4622120"/>
                <a:gd name="csY80" fmla="*/ 2024224 h 4686300"/>
                <a:gd name="csX81" fmla="*/ 3124619 w 4622120"/>
                <a:gd name="csY81" fmla="*/ 1519161 h 4686300"/>
                <a:gd name="csX82" fmla="*/ 3153423 w 4622120"/>
                <a:gd name="csY82" fmla="*/ 1518485 h 4686300"/>
                <a:gd name="csX83" fmla="*/ 4278068 w 4622120"/>
                <a:gd name="csY83" fmla="*/ 2571226 h 4686300"/>
                <a:gd name="csX84" fmla="*/ 489404 w 4622120"/>
                <a:gd name="csY84" fmla="*/ 1511332 h 4686300"/>
                <a:gd name="csX85" fmla="*/ 676618 w 4622120"/>
                <a:gd name="csY85" fmla="*/ 1067676 h 4686300"/>
                <a:gd name="csX86" fmla="*/ 672608 w 4622120"/>
                <a:gd name="csY86" fmla="*/ 1000239 h 4686300"/>
                <a:gd name="csX87" fmla="*/ 465411 w 4622120"/>
                <a:gd name="csY87" fmla="*/ 750084 h 4686300"/>
                <a:gd name="csX88" fmla="*/ 750075 w 4622120"/>
                <a:gd name="csY88" fmla="*/ 465401 h 4686300"/>
                <a:gd name="csX89" fmla="*/ 1000239 w 4622120"/>
                <a:gd name="csY89" fmla="*/ 672560 h 4686300"/>
                <a:gd name="csX90" fmla="*/ 1068391 w 4622120"/>
                <a:gd name="csY90" fmla="*/ 676094 h 4686300"/>
                <a:gd name="csX91" fmla="*/ 1511303 w 4622120"/>
                <a:gd name="csY91" fmla="*/ 489404 h 4686300"/>
                <a:gd name="csX92" fmla="*/ 1556118 w 4622120"/>
                <a:gd name="csY92" fmla="*/ 439036 h 4686300"/>
                <a:gd name="csX93" fmla="*/ 1587437 w 4622120"/>
                <a:gd name="csY93" fmla="*/ 114300 h 4686300"/>
                <a:gd name="csX94" fmla="*/ 1991535 w 4622120"/>
                <a:gd name="csY94" fmla="*/ 114300 h 4686300"/>
                <a:gd name="csX95" fmla="*/ 2022834 w 4622120"/>
                <a:gd name="csY95" fmla="*/ 439036 h 4686300"/>
                <a:gd name="csX96" fmla="*/ 2067601 w 4622120"/>
                <a:gd name="csY96" fmla="*/ 489404 h 4686300"/>
                <a:gd name="csX97" fmla="*/ 2511257 w 4622120"/>
                <a:gd name="csY97" fmla="*/ 676570 h 4686300"/>
                <a:gd name="csX98" fmla="*/ 2578694 w 4622120"/>
                <a:gd name="csY98" fmla="*/ 672560 h 4686300"/>
                <a:gd name="csX99" fmla="*/ 2828592 w 4622120"/>
                <a:gd name="csY99" fmla="*/ 465611 h 4686300"/>
                <a:gd name="csX100" fmla="*/ 3109303 w 4622120"/>
                <a:gd name="csY100" fmla="*/ 749827 h 4686300"/>
                <a:gd name="csX101" fmla="*/ 2901925 w 4622120"/>
                <a:gd name="csY101" fmla="*/ 1000239 h 4686300"/>
                <a:gd name="csX102" fmla="*/ 2898391 w 4622120"/>
                <a:gd name="csY102" fmla="*/ 1068391 h 4686300"/>
                <a:gd name="csX103" fmla="*/ 3058411 w 4622120"/>
                <a:gd name="csY103" fmla="*/ 1408986 h 4686300"/>
                <a:gd name="csX104" fmla="*/ 2785215 w 4622120"/>
                <a:gd name="csY104" fmla="*/ 1468688 h 4686300"/>
                <a:gd name="csX105" fmla="*/ 1468812 w 4622120"/>
                <a:gd name="csY105" fmla="*/ 794008 h 4686300"/>
                <a:gd name="csX106" fmla="*/ 794135 w 4622120"/>
                <a:gd name="csY106" fmla="*/ 2110407 h 4686300"/>
                <a:gd name="csX107" fmla="*/ 2059153 w 4622120"/>
                <a:gd name="csY107" fmla="*/ 2800207 h 4686300"/>
                <a:gd name="csX108" fmla="*/ 2156308 w 4622120"/>
                <a:gd name="csY108" fmla="*/ 3066907 h 4686300"/>
                <a:gd name="csX109" fmla="*/ 2067639 w 4622120"/>
                <a:gd name="csY109" fmla="*/ 3089529 h 4686300"/>
                <a:gd name="csX110" fmla="*/ 2022872 w 4622120"/>
                <a:gd name="csY110" fmla="*/ 3139897 h 4686300"/>
                <a:gd name="csX111" fmla="*/ 1991573 w 4622120"/>
                <a:gd name="csY111" fmla="*/ 3464633 h 4686300"/>
                <a:gd name="csX112" fmla="*/ 1587437 w 4622120"/>
                <a:gd name="csY112" fmla="*/ 3464633 h 4686300"/>
                <a:gd name="csX113" fmla="*/ 1556137 w 4622120"/>
                <a:gd name="csY113" fmla="*/ 3139897 h 4686300"/>
                <a:gd name="csX114" fmla="*/ 1511322 w 4622120"/>
                <a:gd name="csY114" fmla="*/ 3089529 h 4686300"/>
                <a:gd name="csX115" fmla="*/ 1067676 w 4622120"/>
                <a:gd name="csY115" fmla="*/ 2902363 h 4686300"/>
                <a:gd name="csX116" fmla="*/ 1000239 w 4622120"/>
                <a:gd name="csY116" fmla="*/ 2906373 h 4686300"/>
                <a:gd name="csX117" fmla="*/ 750075 w 4622120"/>
                <a:gd name="csY117" fmla="*/ 3113570 h 4686300"/>
                <a:gd name="csX118" fmla="*/ 465411 w 4622120"/>
                <a:gd name="csY118" fmla="*/ 2828925 h 4686300"/>
                <a:gd name="csX119" fmla="*/ 672570 w 4622120"/>
                <a:gd name="csY119" fmla="*/ 2578760 h 4686300"/>
                <a:gd name="csX120" fmla="*/ 676104 w 4622120"/>
                <a:gd name="csY120" fmla="*/ 2510609 h 4686300"/>
                <a:gd name="csX121" fmla="*/ 489414 w 4622120"/>
                <a:gd name="csY121" fmla="*/ 2067697 h 4686300"/>
                <a:gd name="csX122" fmla="*/ 439045 w 4622120"/>
                <a:gd name="csY122" fmla="*/ 2022929 h 4686300"/>
                <a:gd name="csX123" fmla="*/ 114310 w 4622120"/>
                <a:gd name="csY123" fmla="*/ 1991620 h 4686300"/>
                <a:gd name="csX124" fmla="*/ 114310 w 4622120"/>
                <a:gd name="csY124" fmla="*/ 1587437 h 4686300"/>
                <a:gd name="csX125" fmla="*/ 439045 w 4622120"/>
                <a:gd name="csY125" fmla="*/ 1556137 h 4686300"/>
                <a:gd name="csX126" fmla="*/ 489404 w 4622120"/>
                <a:gd name="csY126" fmla="*/ 1511332 h 46863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</a:cxnLst>
              <a:rect l="l" t="t" r="r" b="b"/>
              <a:pathLst>
                <a:path w="4622120" h="4686300">
                  <a:moveTo>
                    <a:pt x="51664" y="1478652"/>
                  </a:moveTo>
                  <a:cubicBezTo>
                    <a:pt x="22363" y="1481480"/>
                    <a:pt x="1" y="1506103"/>
                    <a:pt x="0" y="1535535"/>
                  </a:cubicBezTo>
                  <a:lnTo>
                    <a:pt x="0" y="2043446"/>
                  </a:lnTo>
                  <a:cubicBezTo>
                    <a:pt x="1" y="2072878"/>
                    <a:pt x="22363" y="2097500"/>
                    <a:pt x="51664" y="2100329"/>
                  </a:cubicBezTo>
                  <a:lnTo>
                    <a:pt x="387172" y="2132648"/>
                  </a:lnTo>
                  <a:cubicBezTo>
                    <a:pt x="422688" y="2275808"/>
                    <a:pt x="480276" y="2412578"/>
                    <a:pt x="557870" y="2538022"/>
                  </a:cubicBezTo>
                  <a:lnTo>
                    <a:pt x="344195" y="2796064"/>
                  </a:lnTo>
                  <a:cubicBezTo>
                    <a:pt x="325390" y="2818781"/>
                    <a:pt x="326954" y="2852071"/>
                    <a:pt x="347805" y="2872921"/>
                  </a:cubicBezTo>
                  <a:lnTo>
                    <a:pt x="706050" y="3231175"/>
                  </a:lnTo>
                  <a:cubicBezTo>
                    <a:pt x="726902" y="3252035"/>
                    <a:pt x="760202" y="3253597"/>
                    <a:pt x="782917" y="3234785"/>
                  </a:cubicBezTo>
                  <a:lnTo>
                    <a:pt x="1041330" y="3020787"/>
                  </a:lnTo>
                  <a:cubicBezTo>
                    <a:pt x="1166879" y="3097987"/>
                    <a:pt x="1303430" y="3155661"/>
                    <a:pt x="1446305" y="3191828"/>
                  </a:cubicBezTo>
                  <a:lnTo>
                    <a:pt x="1478690" y="3527355"/>
                  </a:lnTo>
                  <a:cubicBezTo>
                    <a:pt x="1481519" y="3556654"/>
                    <a:pt x="1506141" y="3579019"/>
                    <a:pt x="1535573" y="3579019"/>
                  </a:cubicBezTo>
                  <a:lnTo>
                    <a:pt x="2043455" y="3579019"/>
                  </a:lnTo>
                  <a:cubicBezTo>
                    <a:pt x="2072897" y="3579019"/>
                    <a:pt x="2097519" y="3556664"/>
                    <a:pt x="2100348" y="3527355"/>
                  </a:cubicBezTo>
                  <a:lnTo>
                    <a:pt x="2132733" y="3191856"/>
                  </a:lnTo>
                  <a:cubicBezTo>
                    <a:pt x="2154669" y="3186408"/>
                    <a:pt x="2176520" y="3180407"/>
                    <a:pt x="2198303" y="3173863"/>
                  </a:cubicBezTo>
                  <a:cubicBezTo>
                    <a:pt x="2237623" y="3280334"/>
                    <a:pt x="2285933" y="3423990"/>
                    <a:pt x="2292601" y="3495980"/>
                  </a:cubicBezTo>
                  <a:cubicBezTo>
                    <a:pt x="2333006" y="3930063"/>
                    <a:pt x="2292868" y="4618901"/>
                    <a:pt x="2292458" y="4625816"/>
                  </a:cubicBezTo>
                  <a:cubicBezTo>
                    <a:pt x="2290620" y="4657325"/>
                    <a:pt x="2314670" y="4684357"/>
                    <a:pt x="2346179" y="4686205"/>
                  </a:cubicBezTo>
                  <a:cubicBezTo>
                    <a:pt x="2347274" y="4686262"/>
                    <a:pt x="2348370" y="4686300"/>
                    <a:pt x="2349465" y="4686300"/>
                  </a:cubicBezTo>
                  <a:lnTo>
                    <a:pt x="3394158" y="4686300"/>
                  </a:lnTo>
                  <a:cubicBezTo>
                    <a:pt x="3425723" y="4686300"/>
                    <a:pt x="3451308" y="4660716"/>
                    <a:pt x="3451308" y="4629150"/>
                  </a:cubicBezTo>
                  <a:lnTo>
                    <a:pt x="3451308" y="4247265"/>
                  </a:lnTo>
                  <a:cubicBezTo>
                    <a:pt x="3465738" y="4200973"/>
                    <a:pt x="3508629" y="4169464"/>
                    <a:pt x="3557121" y="4169531"/>
                  </a:cubicBezTo>
                  <a:lnTo>
                    <a:pt x="3557578" y="4169531"/>
                  </a:lnTo>
                  <a:cubicBezTo>
                    <a:pt x="3760699" y="4170378"/>
                    <a:pt x="3884857" y="4171103"/>
                    <a:pt x="3898202" y="4171521"/>
                  </a:cubicBezTo>
                  <a:cubicBezTo>
                    <a:pt x="4073414" y="4176675"/>
                    <a:pt x="4219623" y="4038810"/>
                    <a:pt x="4224776" y="3863597"/>
                  </a:cubicBezTo>
                  <a:cubicBezTo>
                    <a:pt x="4224862" y="3860492"/>
                    <a:pt x="4224909" y="3857387"/>
                    <a:pt x="4224909" y="3854282"/>
                  </a:cubicBezTo>
                  <a:lnTo>
                    <a:pt x="4224909" y="3527108"/>
                  </a:lnTo>
                  <a:lnTo>
                    <a:pt x="4512926" y="3527108"/>
                  </a:lnTo>
                  <a:cubicBezTo>
                    <a:pt x="4573229" y="3527108"/>
                    <a:pt x="4622121" y="3478216"/>
                    <a:pt x="4622121" y="3417913"/>
                  </a:cubicBezTo>
                  <a:cubicBezTo>
                    <a:pt x="4622121" y="3404607"/>
                    <a:pt x="4619682" y="3391405"/>
                    <a:pt x="4614939" y="3378975"/>
                  </a:cubicBezTo>
                  <a:lnTo>
                    <a:pt x="4394016" y="2800274"/>
                  </a:lnTo>
                  <a:cubicBezTo>
                    <a:pt x="4393873" y="2746934"/>
                    <a:pt x="4393349" y="2584571"/>
                    <a:pt x="4392111" y="2564654"/>
                  </a:cubicBezTo>
                  <a:cubicBezTo>
                    <a:pt x="4356640" y="1917497"/>
                    <a:pt x="3824202" y="1409405"/>
                    <a:pt x="3176092" y="1404233"/>
                  </a:cubicBezTo>
                  <a:cubicBezTo>
                    <a:pt x="3140126" y="1276283"/>
                    <a:pt x="3086433" y="1154001"/>
                    <a:pt x="3016577" y="1040940"/>
                  </a:cubicBezTo>
                  <a:lnTo>
                    <a:pt x="3230271" y="782955"/>
                  </a:lnTo>
                  <a:cubicBezTo>
                    <a:pt x="3248987" y="760348"/>
                    <a:pt x="3247539" y="727240"/>
                    <a:pt x="3226918" y="706355"/>
                  </a:cubicBezTo>
                  <a:lnTo>
                    <a:pt x="2873188" y="348053"/>
                  </a:lnTo>
                  <a:cubicBezTo>
                    <a:pt x="2852366" y="326947"/>
                    <a:pt x="2818867" y="325267"/>
                    <a:pt x="2796035" y="344186"/>
                  </a:cubicBezTo>
                  <a:lnTo>
                    <a:pt x="2537641" y="558165"/>
                  </a:lnTo>
                  <a:cubicBezTo>
                    <a:pt x="2412092" y="480985"/>
                    <a:pt x="2275551" y="423336"/>
                    <a:pt x="2132676" y="387191"/>
                  </a:cubicBezTo>
                  <a:lnTo>
                    <a:pt x="2100291" y="51664"/>
                  </a:lnTo>
                  <a:cubicBezTo>
                    <a:pt x="2097462" y="22381"/>
                    <a:pt x="2072878" y="26"/>
                    <a:pt x="2043455" y="0"/>
                  </a:cubicBezTo>
                  <a:lnTo>
                    <a:pt x="1535535" y="0"/>
                  </a:lnTo>
                  <a:cubicBezTo>
                    <a:pt x="1506103" y="1"/>
                    <a:pt x="1481480" y="22363"/>
                    <a:pt x="1478652" y="51664"/>
                  </a:cubicBezTo>
                  <a:lnTo>
                    <a:pt x="1446267" y="387172"/>
                  </a:lnTo>
                  <a:cubicBezTo>
                    <a:pt x="1303106" y="422697"/>
                    <a:pt x="1166346" y="480281"/>
                    <a:pt x="1040892" y="557860"/>
                  </a:cubicBezTo>
                  <a:lnTo>
                    <a:pt x="782917" y="344186"/>
                  </a:lnTo>
                  <a:cubicBezTo>
                    <a:pt x="760204" y="325372"/>
                    <a:pt x="726905" y="326932"/>
                    <a:pt x="706050" y="347786"/>
                  </a:cubicBezTo>
                  <a:lnTo>
                    <a:pt x="347796" y="706041"/>
                  </a:lnTo>
                  <a:cubicBezTo>
                    <a:pt x="326913" y="726902"/>
                    <a:pt x="325353" y="760234"/>
                    <a:pt x="344195" y="782955"/>
                  </a:cubicBezTo>
                  <a:lnTo>
                    <a:pt x="558203" y="1041378"/>
                  </a:lnTo>
                  <a:cubicBezTo>
                    <a:pt x="481013" y="1166927"/>
                    <a:pt x="423358" y="1303477"/>
                    <a:pt x="387210" y="1446352"/>
                  </a:cubicBezTo>
                  <a:close/>
                  <a:moveTo>
                    <a:pt x="2039217" y="2687241"/>
                  </a:moveTo>
                  <a:cubicBezTo>
                    <a:pt x="1543422" y="2825096"/>
                    <a:pt x="1029748" y="2534917"/>
                    <a:pt x="891892" y="2039122"/>
                  </a:cubicBezTo>
                  <a:cubicBezTo>
                    <a:pt x="754043" y="1543326"/>
                    <a:pt x="1044216" y="1029653"/>
                    <a:pt x="1540012" y="891797"/>
                  </a:cubicBezTo>
                  <a:cubicBezTo>
                    <a:pt x="2025044" y="756942"/>
                    <a:pt x="2529488" y="1031739"/>
                    <a:pt x="2679221" y="1512389"/>
                  </a:cubicBezTo>
                  <a:cubicBezTo>
                    <a:pt x="2473100" y="1610620"/>
                    <a:pt x="2301612" y="1769031"/>
                    <a:pt x="2187378" y="1966732"/>
                  </a:cubicBezTo>
                  <a:cubicBezTo>
                    <a:pt x="2060172" y="2184102"/>
                    <a:pt x="2008108" y="2437314"/>
                    <a:pt x="2039217" y="2687241"/>
                  </a:cubicBezTo>
                  <a:close/>
                  <a:moveTo>
                    <a:pt x="4278068" y="2571226"/>
                  </a:moveTo>
                  <a:cubicBezTo>
                    <a:pt x="4278954" y="2585971"/>
                    <a:pt x="4279592" y="2726141"/>
                    <a:pt x="4279792" y="2811028"/>
                  </a:cubicBezTo>
                  <a:cubicBezTo>
                    <a:pt x="4279811" y="2817952"/>
                    <a:pt x="4281078" y="2824810"/>
                    <a:pt x="4283545" y="2831278"/>
                  </a:cubicBezTo>
                  <a:lnTo>
                    <a:pt x="4505563" y="3412808"/>
                  </a:lnTo>
                  <a:lnTo>
                    <a:pt x="4167807" y="3412808"/>
                  </a:lnTo>
                  <a:cubicBezTo>
                    <a:pt x="4136241" y="3412808"/>
                    <a:pt x="4110657" y="3438392"/>
                    <a:pt x="4110657" y="3469958"/>
                  </a:cubicBezTo>
                  <a:lnTo>
                    <a:pt x="4110657" y="3854263"/>
                  </a:lnTo>
                  <a:cubicBezTo>
                    <a:pt x="4110657" y="3966429"/>
                    <a:pt x="4019731" y="4057355"/>
                    <a:pt x="3907574" y="4057364"/>
                  </a:cubicBezTo>
                  <a:cubicBezTo>
                    <a:pt x="3905641" y="4057364"/>
                    <a:pt x="3903707" y="4057336"/>
                    <a:pt x="3901783" y="4057279"/>
                  </a:cubicBezTo>
                  <a:cubicBezTo>
                    <a:pt x="3886829" y="4056812"/>
                    <a:pt x="3771186" y="4056126"/>
                    <a:pt x="3558064" y="4055231"/>
                  </a:cubicBezTo>
                  <a:lnTo>
                    <a:pt x="3557111" y="4055231"/>
                  </a:lnTo>
                  <a:cubicBezTo>
                    <a:pt x="3453851" y="4055097"/>
                    <a:pt x="3363782" y="4125335"/>
                    <a:pt x="3338741" y="4225509"/>
                  </a:cubicBezTo>
                  <a:cubicBezTo>
                    <a:pt x="3337589" y="4230072"/>
                    <a:pt x="3337008" y="4234748"/>
                    <a:pt x="3337008" y="4239454"/>
                  </a:cubicBezTo>
                  <a:lnTo>
                    <a:pt x="3337008" y="4572000"/>
                  </a:lnTo>
                  <a:lnTo>
                    <a:pt x="2409778" y="4572000"/>
                  </a:lnTo>
                  <a:cubicBezTo>
                    <a:pt x="2418817" y="4392244"/>
                    <a:pt x="2440953" y="3856816"/>
                    <a:pt x="2406377" y="3485341"/>
                  </a:cubicBezTo>
                  <a:cubicBezTo>
                    <a:pt x="2393566" y="3347809"/>
                    <a:pt x="2270170" y="3041914"/>
                    <a:pt x="2264959" y="3028960"/>
                  </a:cubicBezTo>
                  <a:cubicBezTo>
                    <a:pt x="2264274" y="3027255"/>
                    <a:pt x="2263502" y="3025588"/>
                    <a:pt x="2262645" y="3023959"/>
                  </a:cubicBezTo>
                  <a:cubicBezTo>
                    <a:pt x="2097329" y="2709005"/>
                    <a:pt x="2106225" y="2331044"/>
                    <a:pt x="2286181" y="2024224"/>
                  </a:cubicBezTo>
                  <a:cubicBezTo>
                    <a:pt x="2459688" y="1722377"/>
                    <a:pt x="2776671" y="1531430"/>
                    <a:pt x="3124619" y="1519161"/>
                  </a:cubicBezTo>
                  <a:cubicBezTo>
                    <a:pt x="3134192" y="1518818"/>
                    <a:pt x="3143793" y="1518590"/>
                    <a:pt x="3153423" y="1518485"/>
                  </a:cubicBezTo>
                  <a:cubicBezTo>
                    <a:pt x="3749726" y="1511618"/>
                    <a:pt x="4245578" y="1975771"/>
                    <a:pt x="4278068" y="2571226"/>
                  </a:cubicBezTo>
                  <a:close/>
                  <a:moveTo>
                    <a:pt x="489404" y="1511332"/>
                  </a:moveTo>
                  <a:cubicBezTo>
                    <a:pt x="524530" y="1353360"/>
                    <a:pt x="587957" y="1203055"/>
                    <a:pt x="676618" y="1067676"/>
                  </a:cubicBezTo>
                  <a:cubicBezTo>
                    <a:pt x="690132" y="1046731"/>
                    <a:pt x="688510" y="1019442"/>
                    <a:pt x="672608" y="1000239"/>
                  </a:cubicBezTo>
                  <a:lnTo>
                    <a:pt x="465411" y="750084"/>
                  </a:lnTo>
                  <a:lnTo>
                    <a:pt x="750075" y="465401"/>
                  </a:lnTo>
                  <a:lnTo>
                    <a:pt x="1000239" y="672560"/>
                  </a:lnTo>
                  <a:cubicBezTo>
                    <a:pt x="1019680" y="688660"/>
                    <a:pt x="1047388" y="690098"/>
                    <a:pt x="1068391" y="676094"/>
                  </a:cubicBezTo>
                  <a:cubicBezTo>
                    <a:pt x="1203169" y="586923"/>
                    <a:pt x="1353360" y="523615"/>
                    <a:pt x="1511303" y="489404"/>
                  </a:cubicBezTo>
                  <a:cubicBezTo>
                    <a:pt x="1535611" y="484152"/>
                    <a:pt x="1553728" y="463787"/>
                    <a:pt x="1556118" y="439036"/>
                  </a:cubicBezTo>
                  <a:lnTo>
                    <a:pt x="1587437" y="114300"/>
                  </a:lnTo>
                  <a:lnTo>
                    <a:pt x="1991535" y="114300"/>
                  </a:lnTo>
                  <a:lnTo>
                    <a:pt x="2022834" y="439036"/>
                  </a:lnTo>
                  <a:cubicBezTo>
                    <a:pt x="2025215" y="463773"/>
                    <a:pt x="2043313" y="484134"/>
                    <a:pt x="2067601" y="489404"/>
                  </a:cubicBezTo>
                  <a:cubicBezTo>
                    <a:pt x="2225564" y="524521"/>
                    <a:pt x="2375869" y="587931"/>
                    <a:pt x="2511257" y="676570"/>
                  </a:cubicBezTo>
                  <a:cubicBezTo>
                    <a:pt x="2532202" y="690084"/>
                    <a:pt x="2559491" y="688462"/>
                    <a:pt x="2578694" y="672560"/>
                  </a:cubicBezTo>
                  <a:lnTo>
                    <a:pt x="2828592" y="465611"/>
                  </a:lnTo>
                  <a:lnTo>
                    <a:pt x="3109303" y="749827"/>
                  </a:lnTo>
                  <a:lnTo>
                    <a:pt x="2901925" y="1000239"/>
                  </a:lnTo>
                  <a:cubicBezTo>
                    <a:pt x="2885828" y="1019680"/>
                    <a:pt x="2884389" y="1047388"/>
                    <a:pt x="2898391" y="1068391"/>
                  </a:cubicBezTo>
                  <a:cubicBezTo>
                    <a:pt x="2967971" y="1173556"/>
                    <a:pt x="3021873" y="1288294"/>
                    <a:pt x="3058411" y="1408986"/>
                  </a:cubicBezTo>
                  <a:cubicBezTo>
                    <a:pt x="2965209" y="1417415"/>
                    <a:pt x="2873435" y="1437475"/>
                    <a:pt x="2785215" y="1468688"/>
                  </a:cubicBezTo>
                  <a:cubicBezTo>
                    <a:pt x="2608012" y="918867"/>
                    <a:pt x="2018633" y="616802"/>
                    <a:pt x="1468812" y="794008"/>
                  </a:cubicBezTo>
                  <a:cubicBezTo>
                    <a:pt x="918991" y="971217"/>
                    <a:pt x="616929" y="1560586"/>
                    <a:pt x="794135" y="2110407"/>
                  </a:cubicBezTo>
                  <a:cubicBezTo>
                    <a:pt x="964959" y="2640425"/>
                    <a:pt x="1521085" y="2943673"/>
                    <a:pt x="2059153" y="2800207"/>
                  </a:cubicBezTo>
                  <a:cubicBezTo>
                    <a:pt x="2080451" y="2892762"/>
                    <a:pt x="2113083" y="2982344"/>
                    <a:pt x="2156308" y="3066907"/>
                  </a:cubicBezTo>
                  <a:cubicBezTo>
                    <a:pt x="2126895" y="3075480"/>
                    <a:pt x="2097253" y="3083100"/>
                    <a:pt x="2067639" y="3089529"/>
                  </a:cubicBezTo>
                  <a:cubicBezTo>
                    <a:pt x="2043351" y="3094796"/>
                    <a:pt x="2025253" y="3115161"/>
                    <a:pt x="2022872" y="3139897"/>
                  </a:cubicBezTo>
                  <a:lnTo>
                    <a:pt x="1991573" y="3464633"/>
                  </a:lnTo>
                  <a:lnTo>
                    <a:pt x="1587437" y="3464633"/>
                  </a:lnTo>
                  <a:lnTo>
                    <a:pt x="1556137" y="3139897"/>
                  </a:lnTo>
                  <a:cubicBezTo>
                    <a:pt x="1553747" y="3115142"/>
                    <a:pt x="1535630" y="3094778"/>
                    <a:pt x="1511322" y="3089529"/>
                  </a:cubicBezTo>
                  <a:cubicBezTo>
                    <a:pt x="1353360" y="3054410"/>
                    <a:pt x="1203055" y="2991002"/>
                    <a:pt x="1067676" y="2902363"/>
                  </a:cubicBezTo>
                  <a:cubicBezTo>
                    <a:pt x="1046731" y="2888847"/>
                    <a:pt x="1019442" y="2890476"/>
                    <a:pt x="1000239" y="2906373"/>
                  </a:cubicBezTo>
                  <a:lnTo>
                    <a:pt x="750075" y="3113570"/>
                  </a:lnTo>
                  <a:lnTo>
                    <a:pt x="465411" y="2828925"/>
                  </a:lnTo>
                  <a:lnTo>
                    <a:pt x="672570" y="2578760"/>
                  </a:lnTo>
                  <a:cubicBezTo>
                    <a:pt x="688670" y="2559320"/>
                    <a:pt x="690107" y="2531612"/>
                    <a:pt x="676104" y="2510609"/>
                  </a:cubicBezTo>
                  <a:cubicBezTo>
                    <a:pt x="586924" y="2375840"/>
                    <a:pt x="523615" y="2225640"/>
                    <a:pt x="489414" y="2067697"/>
                  </a:cubicBezTo>
                  <a:cubicBezTo>
                    <a:pt x="484143" y="2043408"/>
                    <a:pt x="463783" y="2025310"/>
                    <a:pt x="439045" y="2022929"/>
                  </a:cubicBezTo>
                  <a:lnTo>
                    <a:pt x="114310" y="1991620"/>
                  </a:lnTo>
                  <a:lnTo>
                    <a:pt x="114310" y="1587437"/>
                  </a:lnTo>
                  <a:lnTo>
                    <a:pt x="439045" y="1556137"/>
                  </a:lnTo>
                  <a:cubicBezTo>
                    <a:pt x="463790" y="1553747"/>
                    <a:pt x="484150" y="1535630"/>
                    <a:pt x="489404" y="151133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5A7C9416-C117-961E-8FC7-D5A790535CE6}"/>
                </a:ext>
              </a:extLst>
            </p:cNvPr>
            <p:cNvSpPr/>
            <p:nvPr/>
          </p:nvSpPr>
          <p:spPr>
            <a:xfrm>
              <a:off x="5105474" y="1951338"/>
              <a:ext cx="933558" cy="628840"/>
            </a:xfrm>
            <a:custGeom>
              <a:avLst/>
              <a:gdLst>
                <a:gd name="csX0" fmla="*/ 917288 w 933558"/>
                <a:gd name="csY0" fmla="*/ 17222 h 628840"/>
                <a:gd name="csX1" fmla="*/ 836468 w 933558"/>
                <a:gd name="csY1" fmla="*/ 16269 h 628840"/>
                <a:gd name="csX2" fmla="*/ 836468 w 933558"/>
                <a:gd name="csY2" fmla="*/ 16269 h 628840"/>
                <a:gd name="csX3" fmla="*/ 349398 w 933558"/>
                <a:gd name="csY3" fmla="*/ 491824 h 628840"/>
                <a:gd name="csX4" fmla="*/ 96814 w 933558"/>
                <a:gd name="csY4" fmla="*/ 245222 h 628840"/>
                <a:gd name="csX5" fmla="*/ 16004 w 933558"/>
                <a:gd name="csY5" fmla="*/ 246708 h 628840"/>
                <a:gd name="csX6" fmla="*/ 16966 w 933558"/>
                <a:gd name="csY6" fmla="*/ 327003 h 628840"/>
                <a:gd name="csX7" fmla="*/ 309478 w 933558"/>
                <a:gd name="csY7" fmla="*/ 612582 h 628840"/>
                <a:gd name="csX8" fmla="*/ 389327 w 933558"/>
                <a:gd name="csY8" fmla="*/ 612582 h 628840"/>
                <a:gd name="csX9" fmla="*/ 916316 w 933558"/>
                <a:gd name="csY9" fmla="*/ 98070 h 628840"/>
                <a:gd name="csX10" fmla="*/ 917316 w 933558"/>
                <a:gd name="csY10" fmla="*/ 17250 h 628840"/>
                <a:gd name="csX11" fmla="*/ 917288 w 933558"/>
                <a:gd name="csY11" fmla="*/ 17222 h 6288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933558" h="628840">
                  <a:moveTo>
                    <a:pt x="917288" y="17222"/>
                  </a:moveTo>
                  <a:cubicBezTo>
                    <a:pt x="895238" y="-5362"/>
                    <a:pt x="859052" y="-5791"/>
                    <a:pt x="836468" y="16269"/>
                  </a:cubicBezTo>
                  <a:cubicBezTo>
                    <a:pt x="836468" y="16269"/>
                    <a:pt x="836468" y="16269"/>
                    <a:pt x="836468" y="16269"/>
                  </a:cubicBezTo>
                  <a:lnTo>
                    <a:pt x="349398" y="491824"/>
                  </a:lnTo>
                  <a:lnTo>
                    <a:pt x="96814" y="245222"/>
                  </a:lnTo>
                  <a:cubicBezTo>
                    <a:pt x="74087" y="223314"/>
                    <a:pt x="37911" y="223981"/>
                    <a:pt x="16004" y="246708"/>
                  </a:cubicBezTo>
                  <a:cubicBezTo>
                    <a:pt x="-5704" y="269225"/>
                    <a:pt x="-5275" y="305010"/>
                    <a:pt x="16966" y="327003"/>
                  </a:cubicBezTo>
                  <a:lnTo>
                    <a:pt x="309478" y="612582"/>
                  </a:lnTo>
                  <a:cubicBezTo>
                    <a:pt x="331681" y="634261"/>
                    <a:pt x="367124" y="634261"/>
                    <a:pt x="389327" y="612582"/>
                  </a:cubicBezTo>
                  <a:lnTo>
                    <a:pt x="916316" y="98070"/>
                  </a:lnTo>
                  <a:cubicBezTo>
                    <a:pt x="938910" y="76029"/>
                    <a:pt x="939357" y="39844"/>
                    <a:pt x="917316" y="17250"/>
                  </a:cubicBezTo>
                  <a:cubicBezTo>
                    <a:pt x="917307" y="17241"/>
                    <a:pt x="917297" y="17231"/>
                    <a:pt x="917288" y="1722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7928360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5F7BF-62B0-F89A-1D81-E177F7CBB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1" name="thinkcell data - do not delete" hidden="1">
            <a:extLst>
              <a:ext uri="{FF2B5EF4-FFF2-40B4-BE49-F238E27FC236}">
                <a16:creationId xmlns:a16="http://schemas.microsoft.com/office/drawing/2014/main" id="{6779126A-7D1B-3391-670B-8E94271464EB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6575407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473" imgH="473" progId="TCLayout.ActiveDocument.1">
                  <p:embed/>
                </p:oleObj>
              </mc:Choice>
              <mc:Fallback>
                <p:oleObj name="thinkcell Slide" r:id="rId3" imgW="473" imgH="47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" name="TextBox 108">
            <a:extLst>
              <a:ext uri="{FF2B5EF4-FFF2-40B4-BE49-F238E27FC236}">
                <a16:creationId xmlns:a16="http://schemas.microsoft.com/office/drawing/2014/main" id="{12384640-4E07-ABE5-E5C6-1109C9881DA4}"/>
              </a:ext>
            </a:extLst>
          </p:cNvPr>
          <p:cNvSpPr txBox="1"/>
          <p:nvPr/>
        </p:nvSpPr>
        <p:spPr>
          <a:xfrm>
            <a:off x="3760727" y="5235126"/>
            <a:ext cx="8024400" cy="246221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 dirty="0">
                <a:solidFill>
                  <a:schemeClr val="tx2"/>
                </a:solidFill>
              </a:rPr>
              <a:t>Training is mandatory for User A, User B and User C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B4607CBE-63E0-62E9-B233-0C7709453113}"/>
              </a:ext>
            </a:extLst>
          </p:cNvPr>
          <p:cNvSpPr txBox="1"/>
          <p:nvPr/>
        </p:nvSpPr>
        <p:spPr>
          <a:xfrm>
            <a:off x="3760727" y="5555596"/>
            <a:ext cx="8024400" cy="800219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lvl="1" indent="-285750">
              <a:spcAft>
                <a:spcPts val="600"/>
              </a:spcAft>
              <a:buClr>
                <a:schemeClr val="tx2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Two options to complete the training: This week or next month first week</a:t>
            </a:r>
          </a:p>
          <a:p>
            <a:pPr marL="285750" lvl="1" indent="-285750">
              <a:spcAft>
                <a:spcPts val="600"/>
              </a:spcAft>
              <a:buClr>
                <a:schemeClr val="tx2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You will receive calendar invites for both options from L&amp;D</a:t>
            </a:r>
          </a:p>
          <a:p>
            <a:pPr marL="285750" lvl="1" indent="-285750">
              <a:spcAft>
                <a:spcPts val="600"/>
              </a:spcAft>
              <a:buClr>
                <a:schemeClr val="tx2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Self-register through the link contained within the calendar invite</a:t>
            </a:r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3BBA80A2-4DCD-4380-D128-920CB4B40A0A}"/>
              </a:ext>
            </a:extLst>
          </p:cNvPr>
          <p:cNvCxnSpPr>
            <a:cxnSpLocks/>
          </p:cNvCxnSpPr>
          <p:nvPr/>
        </p:nvCxnSpPr>
        <p:spPr>
          <a:xfrm flipH="1">
            <a:off x="3760728" y="4887270"/>
            <a:ext cx="8023283" cy="0"/>
          </a:xfrm>
          <a:prstGeom prst="line">
            <a:avLst/>
          </a:prstGeom>
          <a:ln w="9525" cap="rnd">
            <a:solidFill>
              <a:schemeClr val="bg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8BB8C9F0-5285-0CBE-790E-98A12A299AC9}"/>
              </a:ext>
            </a:extLst>
          </p:cNvPr>
          <p:cNvGrpSpPr/>
          <p:nvPr/>
        </p:nvGrpSpPr>
        <p:grpSpPr>
          <a:xfrm>
            <a:off x="7618914" y="4735699"/>
            <a:ext cx="306911" cy="303140"/>
            <a:chOff x="7508582" y="4456344"/>
            <a:chExt cx="306911" cy="303140"/>
          </a:xfrm>
        </p:grpSpPr>
        <p:sp>
          <p:nvSpPr>
            <p:cNvPr id="114" name="Freeform 94">
              <a:extLst>
                <a:ext uri="{FF2B5EF4-FFF2-40B4-BE49-F238E27FC236}">
                  <a16:creationId xmlns:a16="http://schemas.microsoft.com/office/drawing/2014/main" id="{C4E16A6E-417F-8D5E-D0F8-87EA017847B3}"/>
                </a:ext>
              </a:extLst>
            </p:cNvPr>
            <p:cNvSpPr>
              <a:spLocks/>
            </p:cNvSpPr>
            <p:nvPr/>
          </p:nvSpPr>
          <p:spPr bwMode="gray">
            <a:xfrm rot="5400000">
              <a:off x="7510468" y="4454458"/>
              <a:ext cx="303140" cy="306911"/>
            </a:xfrm>
            <a:custGeom>
              <a:avLst/>
              <a:gdLst>
                <a:gd name="T0" fmla="*/ 0 w 1052"/>
                <a:gd name="T1" fmla="*/ 526 h 1052"/>
                <a:gd name="T2" fmla="*/ 0 w 1052"/>
                <a:gd name="T3" fmla="*/ 526 h 1052"/>
                <a:gd name="T4" fmla="*/ 526 w 1052"/>
                <a:gd name="T5" fmla="*/ 0 h 1052"/>
                <a:gd name="T6" fmla="*/ 1052 w 1052"/>
                <a:gd name="T7" fmla="*/ 526 h 1052"/>
                <a:gd name="T8" fmla="*/ 1052 w 1052"/>
                <a:gd name="T9" fmla="*/ 526 h 1052"/>
                <a:gd name="T10" fmla="*/ 526 w 1052"/>
                <a:gd name="T11" fmla="*/ 1052 h 1052"/>
                <a:gd name="T12" fmla="*/ 526 w 1052"/>
                <a:gd name="T13" fmla="*/ 1052 h 1052"/>
                <a:gd name="T14" fmla="*/ 0 w 1052"/>
                <a:gd name="T15" fmla="*/ 526 h 10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52" h="1052">
                  <a:moveTo>
                    <a:pt x="0" y="526"/>
                  </a:moveTo>
                  <a:cubicBezTo>
                    <a:pt x="0" y="526"/>
                    <a:pt x="0" y="526"/>
                    <a:pt x="0" y="526"/>
                  </a:cubicBezTo>
                  <a:cubicBezTo>
                    <a:pt x="0" y="236"/>
                    <a:pt x="236" y="0"/>
                    <a:pt x="526" y="0"/>
                  </a:cubicBezTo>
                  <a:cubicBezTo>
                    <a:pt x="817" y="0"/>
                    <a:pt x="1052" y="236"/>
                    <a:pt x="1052" y="526"/>
                  </a:cubicBezTo>
                  <a:cubicBezTo>
                    <a:pt x="1052" y="526"/>
                    <a:pt x="1052" y="526"/>
                    <a:pt x="1052" y="526"/>
                  </a:cubicBezTo>
                  <a:cubicBezTo>
                    <a:pt x="1052" y="817"/>
                    <a:pt x="817" y="1052"/>
                    <a:pt x="526" y="1052"/>
                  </a:cubicBezTo>
                  <a:cubicBezTo>
                    <a:pt x="526" y="1052"/>
                    <a:pt x="526" y="1052"/>
                    <a:pt x="526" y="1052"/>
                  </a:cubicBezTo>
                  <a:cubicBezTo>
                    <a:pt x="236" y="1052"/>
                    <a:pt x="0" y="817"/>
                    <a:pt x="0" y="52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88641" tIns="44321" rIns="88641" bIns="44321" numCol="1" anchor="t" anchorCtr="0" compatLnSpc="1">
              <a:prstTxWarp prst="textNoShape">
                <a:avLst/>
              </a:prstTxWarp>
            </a:bodyPr>
            <a:lstStyle/>
            <a:p>
              <a:endParaRPr lang="en-US" sz="1400" dirty="0">
                <a:solidFill>
                  <a:srgbClr val="575757"/>
                </a:solidFill>
              </a:endParaRPr>
            </a:p>
          </p:txBody>
        </p:sp>
        <p:sp>
          <p:nvSpPr>
            <p:cNvPr id="115" name="Freeform 95">
              <a:extLst>
                <a:ext uri="{FF2B5EF4-FFF2-40B4-BE49-F238E27FC236}">
                  <a16:creationId xmlns:a16="http://schemas.microsoft.com/office/drawing/2014/main" id="{8E091012-5F8F-969A-310F-4C2B70421F77}"/>
                </a:ext>
              </a:extLst>
            </p:cNvPr>
            <p:cNvSpPr>
              <a:spLocks/>
            </p:cNvSpPr>
            <p:nvPr/>
          </p:nvSpPr>
          <p:spPr bwMode="gray">
            <a:xfrm rot="5400000">
              <a:off x="7614899" y="4521146"/>
              <a:ext cx="91938" cy="173534"/>
            </a:xfrm>
            <a:custGeom>
              <a:avLst/>
              <a:gdLst>
                <a:gd name="T0" fmla="*/ 66 w 976"/>
                <a:gd name="T1" fmla="*/ 1824 h 1824"/>
                <a:gd name="T2" fmla="*/ 0 w 976"/>
                <a:gd name="T3" fmla="*/ 1758 h 1824"/>
                <a:gd name="T4" fmla="*/ 843 w 976"/>
                <a:gd name="T5" fmla="*/ 912 h 1824"/>
                <a:gd name="T6" fmla="*/ 0 w 976"/>
                <a:gd name="T7" fmla="*/ 66 h 1824"/>
                <a:gd name="T8" fmla="*/ 66 w 976"/>
                <a:gd name="T9" fmla="*/ 0 h 1824"/>
                <a:gd name="T10" fmla="*/ 976 w 976"/>
                <a:gd name="T11" fmla="*/ 912 h 1824"/>
                <a:gd name="T12" fmla="*/ 66 w 976"/>
                <a:gd name="T13" fmla="*/ 1824 h 18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76" h="1824">
                  <a:moveTo>
                    <a:pt x="66" y="1824"/>
                  </a:moveTo>
                  <a:lnTo>
                    <a:pt x="0" y="1758"/>
                  </a:lnTo>
                  <a:lnTo>
                    <a:pt x="843" y="912"/>
                  </a:lnTo>
                  <a:lnTo>
                    <a:pt x="0" y="66"/>
                  </a:lnTo>
                  <a:lnTo>
                    <a:pt x="66" y="0"/>
                  </a:lnTo>
                  <a:lnTo>
                    <a:pt x="976" y="912"/>
                  </a:lnTo>
                  <a:lnTo>
                    <a:pt x="66" y="182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8641" tIns="44321" rIns="88641" bIns="44321" numCol="1" anchor="t" anchorCtr="0" compatLnSpc="1">
              <a:prstTxWarp prst="textNoShape">
                <a:avLst/>
              </a:prstTxWarp>
            </a:bodyPr>
            <a:lstStyle/>
            <a:p>
              <a:endParaRPr lang="en-US" sz="1400" dirty="0">
                <a:solidFill>
                  <a:srgbClr val="575757"/>
                </a:solidFill>
              </a:endParaRP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9FC42673-CDA1-43E3-C4E4-D0D4B07C9770}"/>
              </a:ext>
            </a:extLst>
          </p:cNvPr>
          <p:cNvGrpSpPr/>
          <p:nvPr/>
        </p:nvGrpSpPr>
        <p:grpSpPr>
          <a:xfrm>
            <a:off x="3600450" y="2062752"/>
            <a:ext cx="8183561" cy="1469431"/>
            <a:chOff x="3600450" y="1808197"/>
            <a:chExt cx="7962599" cy="1398111"/>
          </a:xfrm>
        </p:grpSpPr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0F662C6B-5F6B-F4F5-658A-7204E0040714}"/>
                </a:ext>
              </a:extLst>
            </p:cNvPr>
            <p:cNvSpPr/>
            <p:nvPr/>
          </p:nvSpPr>
          <p:spPr>
            <a:xfrm rot="5400000">
              <a:off x="6882695" y="-1474046"/>
              <a:ext cx="1398111" cy="7962597"/>
            </a:xfrm>
            <a:custGeom>
              <a:avLst/>
              <a:gdLst>
                <a:gd name="connsiteX0" fmla="*/ 0 w 1691715"/>
                <a:gd name="connsiteY0" fmla="*/ 7962597 h 7962597"/>
                <a:gd name="connsiteX1" fmla="*/ 0 w 1691715"/>
                <a:gd name="connsiteY1" fmla="*/ 717248 h 7962597"/>
                <a:gd name="connsiteX2" fmla="*/ 2809 w 1691715"/>
                <a:gd name="connsiteY2" fmla="*/ 717248 h 7962597"/>
                <a:gd name="connsiteX3" fmla="*/ 8558 w 1691715"/>
                <a:gd name="connsiteY3" fmla="*/ 645447 h 7962597"/>
                <a:gd name="connsiteX4" fmla="*/ 478262 w 1691715"/>
                <a:gd name="connsiteY4" fmla="*/ 74758 h 7962597"/>
                <a:gd name="connsiteX5" fmla="*/ 1269385 w 1691715"/>
                <a:gd name="connsiteY5" fmla="*/ 101100 h 7962597"/>
                <a:gd name="connsiteX6" fmla="*/ 1690456 w 1691715"/>
                <a:gd name="connsiteY6" fmla="*/ 710910 h 7962597"/>
                <a:gd name="connsiteX7" fmla="*/ 1690333 w 1691715"/>
                <a:gd name="connsiteY7" fmla="*/ 717248 h 7962597"/>
                <a:gd name="connsiteX8" fmla="*/ 1691715 w 1691715"/>
                <a:gd name="connsiteY8" fmla="*/ 717248 h 7962597"/>
                <a:gd name="connsiteX9" fmla="*/ 1691715 w 1691715"/>
                <a:gd name="connsiteY9" fmla="*/ 7962597 h 7962597"/>
                <a:gd name="connsiteX10" fmla="*/ 1407887 w 1691715"/>
                <a:gd name="connsiteY10" fmla="*/ 7962597 h 7962597"/>
                <a:gd name="connsiteX11" fmla="*/ 1407887 w 1691715"/>
                <a:gd name="connsiteY11" fmla="*/ 797121 h 7962597"/>
                <a:gd name="connsiteX12" fmla="*/ 1404786 w 1691715"/>
                <a:gd name="connsiteY12" fmla="*/ 796874 h 7962597"/>
                <a:gd name="connsiteX13" fmla="*/ 1113413 w 1691715"/>
                <a:gd name="connsiteY13" fmla="*/ 340924 h 7962597"/>
                <a:gd name="connsiteX14" fmla="*/ 614532 w 1691715"/>
                <a:gd name="connsiteY14" fmla="*/ 325938 h 7962597"/>
                <a:gd name="connsiteX15" fmla="*/ 284378 w 1691715"/>
                <a:gd name="connsiteY15" fmla="*/ 752324 h 7962597"/>
                <a:gd name="connsiteX16" fmla="*/ 283829 w 1691715"/>
                <a:gd name="connsiteY16" fmla="*/ 752324 h 7962597"/>
                <a:gd name="connsiteX17" fmla="*/ 283828 w 1691715"/>
                <a:gd name="connsiteY17" fmla="*/ 7962597 h 7962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691715" h="7962597">
                  <a:moveTo>
                    <a:pt x="0" y="7962597"/>
                  </a:moveTo>
                  <a:lnTo>
                    <a:pt x="0" y="717248"/>
                  </a:lnTo>
                  <a:lnTo>
                    <a:pt x="2809" y="717248"/>
                  </a:lnTo>
                  <a:lnTo>
                    <a:pt x="8558" y="645447"/>
                  </a:lnTo>
                  <a:cubicBezTo>
                    <a:pt x="48128" y="399878"/>
                    <a:pt x="222398" y="184569"/>
                    <a:pt x="478262" y="74758"/>
                  </a:cubicBezTo>
                  <a:cubicBezTo>
                    <a:pt x="730600" y="-33539"/>
                    <a:pt x="1026858" y="-23675"/>
                    <a:pt x="1269385" y="101100"/>
                  </a:cubicBezTo>
                  <a:cubicBezTo>
                    <a:pt x="1518667" y="229350"/>
                    <a:pt x="1674959" y="459944"/>
                    <a:pt x="1690456" y="710910"/>
                  </a:cubicBezTo>
                  <a:lnTo>
                    <a:pt x="1690333" y="717248"/>
                  </a:lnTo>
                  <a:lnTo>
                    <a:pt x="1691715" y="717248"/>
                  </a:lnTo>
                  <a:lnTo>
                    <a:pt x="1691715" y="7962597"/>
                  </a:lnTo>
                  <a:lnTo>
                    <a:pt x="1407887" y="7962597"/>
                  </a:lnTo>
                  <a:lnTo>
                    <a:pt x="1407887" y="797121"/>
                  </a:lnTo>
                  <a:lnTo>
                    <a:pt x="1404786" y="796874"/>
                  </a:lnTo>
                  <a:cubicBezTo>
                    <a:pt x="1426239" y="609932"/>
                    <a:pt x="1311517" y="430412"/>
                    <a:pt x="1113413" y="340924"/>
                  </a:cubicBezTo>
                  <a:cubicBezTo>
                    <a:pt x="959074" y="271206"/>
                    <a:pt x="774493" y="265660"/>
                    <a:pt x="614532" y="325938"/>
                  </a:cubicBezTo>
                  <a:cubicBezTo>
                    <a:pt x="413538" y="401678"/>
                    <a:pt x="284378" y="568486"/>
                    <a:pt x="284378" y="752324"/>
                  </a:cubicBezTo>
                  <a:lnTo>
                    <a:pt x="283829" y="752324"/>
                  </a:lnTo>
                  <a:lnTo>
                    <a:pt x="283828" y="7962597"/>
                  </a:lnTo>
                  <a:close/>
                </a:path>
              </a:pathLst>
            </a:custGeom>
            <a:solidFill>
              <a:srgbClr val="6E6F73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rnd" cmpd="sng" algn="ctr">
                  <a:solidFill>
                    <a:srgbClr val="29BA7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US" sz="1400" dirty="0" err="1">
                <a:solidFill>
                  <a:srgbClr val="FFFFFF"/>
                </a:solidFill>
              </a:endParaRPr>
            </a:p>
          </p:txBody>
        </p: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CF34C4A8-BEBD-E4B9-BE9B-1EC89267473D}"/>
                </a:ext>
              </a:extLst>
            </p:cNvPr>
            <p:cNvCxnSpPr/>
            <p:nvPr/>
          </p:nvCxnSpPr>
          <p:spPr>
            <a:xfrm>
              <a:off x="3600450" y="1925482"/>
              <a:ext cx="7177088" cy="0"/>
            </a:xfrm>
            <a:prstGeom prst="line">
              <a:avLst/>
            </a:prstGeom>
            <a:ln w="9525" cap="flat">
              <a:solidFill>
                <a:schemeClr val="bg1"/>
              </a:solidFill>
              <a:prstDash val="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77F913F5-6D02-4F6D-18F3-C78C016C6A80}"/>
                </a:ext>
              </a:extLst>
            </p:cNvPr>
            <p:cNvCxnSpPr>
              <a:cxnSpLocks/>
            </p:cNvCxnSpPr>
            <p:nvPr/>
          </p:nvCxnSpPr>
          <p:spPr>
            <a:xfrm>
              <a:off x="3600450" y="3089024"/>
              <a:ext cx="7177088" cy="0"/>
            </a:xfrm>
            <a:prstGeom prst="line">
              <a:avLst/>
            </a:prstGeom>
            <a:ln w="9525" cap="flat">
              <a:solidFill>
                <a:schemeClr val="bg1"/>
              </a:solidFill>
              <a:prstDash val="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1" name="Arc 120">
              <a:extLst>
                <a:ext uri="{FF2B5EF4-FFF2-40B4-BE49-F238E27FC236}">
                  <a16:creationId xmlns:a16="http://schemas.microsoft.com/office/drawing/2014/main" id="{07D79A51-D4C8-4003-8EF7-54F45FC93B34}"/>
                </a:ext>
              </a:extLst>
            </p:cNvPr>
            <p:cNvSpPr/>
            <p:nvPr/>
          </p:nvSpPr>
          <p:spPr>
            <a:xfrm>
              <a:off x="10082864" y="1926185"/>
              <a:ext cx="1346489" cy="1162135"/>
            </a:xfrm>
            <a:prstGeom prst="arc">
              <a:avLst>
                <a:gd name="adj1" fmla="val 16441051"/>
                <a:gd name="adj2" fmla="val 5317022"/>
              </a:avLst>
            </a:prstGeom>
            <a:ln w="9525" cap="rnd" cmpd="sng" algn="ctr">
              <a:solidFill>
                <a:schemeClr val="bg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</p:grpSp>
      <p:sp>
        <p:nvSpPr>
          <p:cNvPr id="122" name="TextBox 121">
            <a:extLst>
              <a:ext uri="{FF2B5EF4-FFF2-40B4-BE49-F238E27FC236}">
                <a16:creationId xmlns:a16="http://schemas.microsoft.com/office/drawing/2014/main" id="{EAB205FB-530B-C516-2D64-FC3B71327105}"/>
              </a:ext>
            </a:extLst>
          </p:cNvPr>
          <p:cNvSpPr txBox="1"/>
          <p:nvPr/>
        </p:nvSpPr>
        <p:spPr>
          <a:xfrm>
            <a:off x="3760728" y="1052347"/>
            <a:ext cx="1709343" cy="716192"/>
          </a:xfrm>
          <a:prstGeom prst="rect">
            <a:avLst/>
          </a:prstGeom>
          <a:noFill/>
          <a:ln w="9525" cap="rnd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>
                <a:solidFill>
                  <a:schemeClr val="tx2"/>
                </a:solidFill>
              </a:rPr>
              <a:t>Start-up! </a:t>
            </a:r>
            <a:br>
              <a:rPr lang="en-US" sz="1400" dirty="0">
                <a:solidFill>
                  <a:schemeClr val="tx2"/>
                </a:solidFill>
              </a:rPr>
            </a:br>
            <a:r>
              <a:rPr lang="en-US" sz="1400" dirty="0">
                <a:solidFill>
                  <a:schemeClr val="tx2"/>
                </a:solidFill>
              </a:rPr>
              <a:t>With ABC ways </a:t>
            </a:r>
            <a:br>
              <a:rPr lang="en-US" sz="1400" dirty="0">
                <a:solidFill>
                  <a:schemeClr val="tx2"/>
                </a:solidFill>
              </a:rPr>
            </a:br>
            <a:r>
              <a:rPr lang="en-US" sz="1400" dirty="0">
                <a:solidFill>
                  <a:schemeClr val="tx2"/>
                </a:solidFill>
              </a:rPr>
              <a:t>of working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1D9DE649-D34D-7916-C6E5-D4FD0AD420CD}"/>
              </a:ext>
            </a:extLst>
          </p:cNvPr>
          <p:cNvSpPr txBox="1"/>
          <p:nvPr/>
        </p:nvSpPr>
        <p:spPr>
          <a:xfrm>
            <a:off x="9581556" y="1052347"/>
            <a:ext cx="1709343" cy="716192"/>
          </a:xfrm>
          <a:prstGeom prst="rect">
            <a:avLst/>
          </a:prstGeom>
          <a:noFill/>
          <a:ln w="9525" cap="rnd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>
                <a:solidFill>
                  <a:schemeClr val="tx2"/>
                </a:solidFill>
              </a:rPr>
              <a:t>Rise-up! Your growth mindset</a:t>
            </a:r>
          </a:p>
        </p:txBody>
      </p: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69D10610-369F-D902-BF6F-29BA1A1BAE02}"/>
              </a:ext>
            </a:extLst>
          </p:cNvPr>
          <p:cNvGrpSpPr/>
          <p:nvPr/>
        </p:nvGrpSpPr>
        <p:grpSpPr>
          <a:xfrm>
            <a:off x="4518870" y="1852823"/>
            <a:ext cx="193058" cy="328459"/>
            <a:chOff x="5170026" y="1525341"/>
            <a:chExt cx="298322" cy="507550"/>
          </a:xfrm>
          <a:solidFill>
            <a:schemeClr val="accent1"/>
          </a:solidFill>
        </p:grpSpPr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D2DA1A3F-1E67-C86E-579A-4F7FF3DCF58B}"/>
                </a:ext>
              </a:extLst>
            </p:cNvPr>
            <p:cNvSpPr/>
            <p:nvPr/>
          </p:nvSpPr>
          <p:spPr>
            <a:xfrm>
              <a:off x="5319187" y="2018377"/>
              <a:ext cx="0" cy="0"/>
            </a:xfrm>
            <a:prstGeom prst="rect">
              <a:avLst/>
            </a:prstGeom>
            <a:grpFill/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rgbClr val="FFFFFF"/>
                </a:solidFill>
              </a:endParaRPr>
            </a:p>
          </p:txBody>
        </p:sp>
        <p:sp>
          <p:nvSpPr>
            <p:cNvPr id="128" name="Isosceles Triangle 15">
              <a:extLst>
                <a:ext uri="{FF2B5EF4-FFF2-40B4-BE49-F238E27FC236}">
                  <a16:creationId xmlns:a16="http://schemas.microsoft.com/office/drawing/2014/main" id="{764B149F-96E2-BFB0-9EFF-FC9842D96803}"/>
                </a:ext>
              </a:extLst>
            </p:cNvPr>
            <p:cNvSpPr/>
            <p:nvPr/>
          </p:nvSpPr>
          <p:spPr>
            <a:xfrm flipV="1">
              <a:off x="5170026" y="1525341"/>
              <a:ext cx="298322" cy="507550"/>
            </a:xfrm>
            <a:custGeom>
              <a:avLst/>
              <a:gdLst/>
              <a:ahLst/>
              <a:cxnLst/>
              <a:rect l="l" t="t" r="r" b="b"/>
              <a:pathLst>
                <a:path w="457200" h="777854">
                  <a:moveTo>
                    <a:pt x="228600" y="669212"/>
                  </a:moveTo>
                  <a:cubicBezTo>
                    <a:pt x="173183" y="669212"/>
                    <a:pt x="128258" y="624287"/>
                    <a:pt x="128258" y="568870"/>
                  </a:cubicBezTo>
                  <a:cubicBezTo>
                    <a:pt x="128258" y="513453"/>
                    <a:pt x="173183" y="468528"/>
                    <a:pt x="228600" y="468528"/>
                  </a:cubicBezTo>
                  <a:cubicBezTo>
                    <a:pt x="284017" y="468528"/>
                    <a:pt x="328942" y="513453"/>
                    <a:pt x="328942" y="568870"/>
                  </a:cubicBezTo>
                  <a:cubicBezTo>
                    <a:pt x="328942" y="624287"/>
                    <a:pt x="284017" y="669212"/>
                    <a:pt x="228600" y="669212"/>
                  </a:cubicBezTo>
                  <a:close/>
                  <a:moveTo>
                    <a:pt x="228600" y="777854"/>
                  </a:moveTo>
                  <a:cubicBezTo>
                    <a:pt x="354852" y="777854"/>
                    <a:pt x="457200" y="675506"/>
                    <a:pt x="457200" y="549254"/>
                  </a:cubicBezTo>
                  <a:cubicBezTo>
                    <a:pt x="457200" y="522419"/>
                    <a:pt x="452576" y="496664"/>
                    <a:pt x="443203" y="473054"/>
                  </a:cubicBezTo>
                  <a:lnTo>
                    <a:pt x="444219" y="473054"/>
                  </a:lnTo>
                  <a:lnTo>
                    <a:pt x="441034" y="466066"/>
                  </a:lnTo>
                  <a:cubicBezTo>
                    <a:pt x="439437" y="460565"/>
                    <a:pt x="437163" y="455351"/>
                    <a:pt x="433980" y="450591"/>
                  </a:cubicBezTo>
                  <a:lnTo>
                    <a:pt x="228601" y="0"/>
                  </a:lnTo>
                  <a:lnTo>
                    <a:pt x="23227" y="450579"/>
                  </a:lnTo>
                  <a:cubicBezTo>
                    <a:pt x="20041" y="455345"/>
                    <a:pt x="17763" y="460565"/>
                    <a:pt x="16164" y="466073"/>
                  </a:cubicBezTo>
                  <a:lnTo>
                    <a:pt x="12982" y="473054"/>
                  </a:lnTo>
                  <a:lnTo>
                    <a:pt x="13997" y="473054"/>
                  </a:lnTo>
                  <a:cubicBezTo>
                    <a:pt x="4624" y="496664"/>
                    <a:pt x="0" y="522419"/>
                    <a:pt x="0" y="549254"/>
                  </a:cubicBezTo>
                  <a:cubicBezTo>
                    <a:pt x="0" y="675506"/>
                    <a:pt x="102348" y="777854"/>
                    <a:pt x="228600" y="777854"/>
                  </a:cubicBezTo>
                  <a:close/>
                </a:path>
              </a:pathLst>
            </a:custGeom>
            <a:grpFill/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794621C8-FA7D-F669-F32B-12F2335824D1}"/>
              </a:ext>
            </a:extLst>
          </p:cNvPr>
          <p:cNvGrpSpPr/>
          <p:nvPr/>
        </p:nvGrpSpPr>
        <p:grpSpPr>
          <a:xfrm>
            <a:off x="10339698" y="1852823"/>
            <a:ext cx="193058" cy="328459"/>
            <a:chOff x="5170026" y="1525341"/>
            <a:chExt cx="298322" cy="507550"/>
          </a:xfrm>
          <a:solidFill>
            <a:schemeClr val="accent1"/>
          </a:solidFill>
        </p:grpSpPr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3CF76420-8145-6CB2-D6EF-35699AB0DF96}"/>
                </a:ext>
              </a:extLst>
            </p:cNvPr>
            <p:cNvSpPr/>
            <p:nvPr/>
          </p:nvSpPr>
          <p:spPr>
            <a:xfrm>
              <a:off x="5319187" y="2018377"/>
              <a:ext cx="0" cy="0"/>
            </a:xfrm>
            <a:prstGeom prst="rect">
              <a:avLst/>
            </a:prstGeom>
            <a:grpFill/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rgbClr val="FFFFFF"/>
                </a:solidFill>
              </a:endParaRPr>
            </a:p>
          </p:txBody>
        </p:sp>
        <p:sp>
          <p:nvSpPr>
            <p:cNvPr id="137" name="Isosceles Triangle 15">
              <a:extLst>
                <a:ext uri="{FF2B5EF4-FFF2-40B4-BE49-F238E27FC236}">
                  <a16:creationId xmlns:a16="http://schemas.microsoft.com/office/drawing/2014/main" id="{EF12B00D-F573-78EF-8E70-82E8646AD3EB}"/>
                </a:ext>
              </a:extLst>
            </p:cNvPr>
            <p:cNvSpPr/>
            <p:nvPr/>
          </p:nvSpPr>
          <p:spPr>
            <a:xfrm flipV="1">
              <a:off x="5170026" y="1525341"/>
              <a:ext cx="298322" cy="507550"/>
            </a:xfrm>
            <a:custGeom>
              <a:avLst/>
              <a:gdLst/>
              <a:ahLst/>
              <a:cxnLst/>
              <a:rect l="l" t="t" r="r" b="b"/>
              <a:pathLst>
                <a:path w="457200" h="777854">
                  <a:moveTo>
                    <a:pt x="228600" y="669212"/>
                  </a:moveTo>
                  <a:cubicBezTo>
                    <a:pt x="173183" y="669212"/>
                    <a:pt x="128258" y="624287"/>
                    <a:pt x="128258" y="568870"/>
                  </a:cubicBezTo>
                  <a:cubicBezTo>
                    <a:pt x="128258" y="513453"/>
                    <a:pt x="173183" y="468528"/>
                    <a:pt x="228600" y="468528"/>
                  </a:cubicBezTo>
                  <a:cubicBezTo>
                    <a:pt x="284017" y="468528"/>
                    <a:pt x="328942" y="513453"/>
                    <a:pt x="328942" y="568870"/>
                  </a:cubicBezTo>
                  <a:cubicBezTo>
                    <a:pt x="328942" y="624287"/>
                    <a:pt x="284017" y="669212"/>
                    <a:pt x="228600" y="669212"/>
                  </a:cubicBezTo>
                  <a:close/>
                  <a:moveTo>
                    <a:pt x="228600" y="777854"/>
                  </a:moveTo>
                  <a:cubicBezTo>
                    <a:pt x="354852" y="777854"/>
                    <a:pt x="457200" y="675506"/>
                    <a:pt x="457200" y="549254"/>
                  </a:cubicBezTo>
                  <a:cubicBezTo>
                    <a:pt x="457200" y="522419"/>
                    <a:pt x="452576" y="496664"/>
                    <a:pt x="443203" y="473054"/>
                  </a:cubicBezTo>
                  <a:lnTo>
                    <a:pt x="444219" y="473054"/>
                  </a:lnTo>
                  <a:lnTo>
                    <a:pt x="441034" y="466066"/>
                  </a:lnTo>
                  <a:cubicBezTo>
                    <a:pt x="439437" y="460565"/>
                    <a:pt x="437163" y="455351"/>
                    <a:pt x="433980" y="450591"/>
                  </a:cubicBezTo>
                  <a:lnTo>
                    <a:pt x="228601" y="0"/>
                  </a:lnTo>
                  <a:lnTo>
                    <a:pt x="23227" y="450579"/>
                  </a:lnTo>
                  <a:cubicBezTo>
                    <a:pt x="20041" y="455345"/>
                    <a:pt x="17763" y="460565"/>
                    <a:pt x="16164" y="466073"/>
                  </a:cubicBezTo>
                  <a:lnTo>
                    <a:pt x="12982" y="473054"/>
                  </a:lnTo>
                  <a:lnTo>
                    <a:pt x="13997" y="473054"/>
                  </a:lnTo>
                  <a:cubicBezTo>
                    <a:pt x="4624" y="496664"/>
                    <a:pt x="0" y="522419"/>
                    <a:pt x="0" y="549254"/>
                  </a:cubicBezTo>
                  <a:cubicBezTo>
                    <a:pt x="0" y="675506"/>
                    <a:pt x="102348" y="777854"/>
                    <a:pt x="228600" y="777854"/>
                  </a:cubicBezTo>
                  <a:close/>
                </a:path>
              </a:pathLst>
            </a:custGeom>
            <a:grpFill/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rgbClr val="FFFFFF"/>
                </a:solidFill>
              </a:endParaRPr>
            </a:p>
          </p:txBody>
        </p:sp>
      </p:grpSp>
      <p:sp>
        <p:nvSpPr>
          <p:cNvPr id="138" name="TextBox 137">
            <a:extLst>
              <a:ext uri="{FF2B5EF4-FFF2-40B4-BE49-F238E27FC236}">
                <a16:creationId xmlns:a16="http://schemas.microsoft.com/office/drawing/2014/main" id="{6EFD9D4E-9516-17BC-972E-920572B858EF}"/>
              </a:ext>
            </a:extLst>
          </p:cNvPr>
          <p:cNvSpPr txBox="1"/>
          <p:nvPr/>
        </p:nvSpPr>
        <p:spPr>
          <a:xfrm>
            <a:off x="4192070" y="2354917"/>
            <a:ext cx="846658" cy="215444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dirty="0">
                <a:solidFill>
                  <a:schemeClr val="accent1"/>
                </a:solidFill>
              </a:rPr>
              <a:t>2:00–2:15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06D8DFBB-870E-AB97-48DC-8F7D345D86C8}"/>
              </a:ext>
            </a:extLst>
          </p:cNvPr>
          <p:cNvSpPr txBox="1"/>
          <p:nvPr/>
        </p:nvSpPr>
        <p:spPr>
          <a:xfrm>
            <a:off x="10012898" y="2354917"/>
            <a:ext cx="846658" cy="215444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dirty="0">
                <a:solidFill>
                  <a:schemeClr val="accent1"/>
                </a:solidFill>
              </a:rPr>
              <a:t>4:10–4:55</a:t>
            </a:r>
          </a:p>
        </p:txBody>
      </p: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9F7DB028-E4FD-B43B-8041-31E6D19C20AE}"/>
              </a:ext>
            </a:extLst>
          </p:cNvPr>
          <p:cNvGrpSpPr/>
          <p:nvPr/>
        </p:nvGrpSpPr>
        <p:grpSpPr>
          <a:xfrm flipV="1">
            <a:off x="4518870" y="3410476"/>
            <a:ext cx="193058" cy="328459"/>
            <a:chOff x="5170026" y="1525341"/>
            <a:chExt cx="298322" cy="507550"/>
          </a:xfrm>
          <a:solidFill>
            <a:schemeClr val="accent3"/>
          </a:solidFill>
        </p:grpSpPr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2B53905C-277D-2215-3EC5-B2E4CF212AA6}"/>
                </a:ext>
              </a:extLst>
            </p:cNvPr>
            <p:cNvSpPr/>
            <p:nvPr/>
          </p:nvSpPr>
          <p:spPr>
            <a:xfrm>
              <a:off x="5319187" y="2018377"/>
              <a:ext cx="0" cy="0"/>
            </a:xfrm>
            <a:prstGeom prst="rect">
              <a:avLst/>
            </a:prstGeom>
            <a:grpFill/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rgbClr val="FFFFFF"/>
                </a:solidFill>
              </a:endParaRPr>
            </a:p>
          </p:txBody>
        </p:sp>
        <p:sp>
          <p:nvSpPr>
            <p:cNvPr id="144" name="Isosceles Triangle 15">
              <a:extLst>
                <a:ext uri="{FF2B5EF4-FFF2-40B4-BE49-F238E27FC236}">
                  <a16:creationId xmlns:a16="http://schemas.microsoft.com/office/drawing/2014/main" id="{93AADA43-3175-BA1D-DCB8-EC7A1891A660}"/>
                </a:ext>
              </a:extLst>
            </p:cNvPr>
            <p:cNvSpPr/>
            <p:nvPr/>
          </p:nvSpPr>
          <p:spPr>
            <a:xfrm flipV="1">
              <a:off x="5170026" y="1525341"/>
              <a:ext cx="298322" cy="507550"/>
            </a:xfrm>
            <a:custGeom>
              <a:avLst/>
              <a:gdLst/>
              <a:ahLst/>
              <a:cxnLst/>
              <a:rect l="l" t="t" r="r" b="b"/>
              <a:pathLst>
                <a:path w="457200" h="777854">
                  <a:moveTo>
                    <a:pt x="228600" y="669212"/>
                  </a:moveTo>
                  <a:cubicBezTo>
                    <a:pt x="173183" y="669212"/>
                    <a:pt x="128258" y="624287"/>
                    <a:pt x="128258" y="568870"/>
                  </a:cubicBezTo>
                  <a:cubicBezTo>
                    <a:pt x="128258" y="513453"/>
                    <a:pt x="173183" y="468528"/>
                    <a:pt x="228600" y="468528"/>
                  </a:cubicBezTo>
                  <a:cubicBezTo>
                    <a:pt x="284017" y="468528"/>
                    <a:pt x="328942" y="513453"/>
                    <a:pt x="328942" y="568870"/>
                  </a:cubicBezTo>
                  <a:cubicBezTo>
                    <a:pt x="328942" y="624287"/>
                    <a:pt x="284017" y="669212"/>
                    <a:pt x="228600" y="669212"/>
                  </a:cubicBezTo>
                  <a:close/>
                  <a:moveTo>
                    <a:pt x="228600" y="777854"/>
                  </a:moveTo>
                  <a:cubicBezTo>
                    <a:pt x="354852" y="777854"/>
                    <a:pt x="457200" y="675506"/>
                    <a:pt x="457200" y="549254"/>
                  </a:cubicBezTo>
                  <a:cubicBezTo>
                    <a:pt x="457200" y="522419"/>
                    <a:pt x="452576" y="496664"/>
                    <a:pt x="443203" y="473054"/>
                  </a:cubicBezTo>
                  <a:lnTo>
                    <a:pt x="444219" y="473054"/>
                  </a:lnTo>
                  <a:lnTo>
                    <a:pt x="441034" y="466066"/>
                  </a:lnTo>
                  <a:cubicBezTo>
                    <a:pt x="439437" y="460565"/>
                    <a:pt x="437163" y="455351"/>
                    <a:pt x="433980" y="450591"/>
                  </a:cubicBezTo>
                  <a:lnTo>
                    <a:pt x="228601" y="0"/>
                  </a:lnTo>
                  <a:lnTo>
                    <a:pt x="23227" y="450579"/>
                  </a:lnTo>
                  <a:cubicBezTo>
                    <a:pt x="20041" y="455345"/>
                    <a:pt x="17763" y="460565"/>
                    <a:pt x="16164" y="466073"/>
                  </a:cubicBezTo>
                  <a:lnTo>
                    <a:pt x="12982" y="473054"/>
                  </a:lnTo>
                  <a:lnTo>
                    <a:pt x="13997" y="473054"/>
                  </a:lnTo>
                  <a:cubicBezTo>
                    <a:pt x="4624" y="496664"/>
                    <a:pt x="0" y="522419"/>
                    <a:pt x="0" y="549254"/>
                  </a:cubicBezTo>
                  <a:cubicBezTo>
                    <a:pt x="0" y="675506"/>
                    <a:pt x="102348" y="777854"/>
                    <a:pt x="228600" y="777854"/>
                  </a:cubicBezTo>
                  <a:close/>
                </a:path>
              </a:pathLst>
            </a:custGeom>
            <a:grpFill/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rgbClr val="FFFFFF"/>
                </a:solidFill>
              </a:endParaRPr>
            </a:p>
          </p:txBody>
        </p:sp>
      </p:grpSp>
      <p:sp>
        <p:nvSpPr>
          <p:cNvPr id="145" name="TextBox 144">
            <a:extLst>
              <a:ext uri="{FF2B5EF4-FFF2-40B4-BE49-F238E27FC236}">
                <a16:creationId xmlns:a16="http://schemas.microsoft.com/office/drawing/2014/main" id="{AC7DCCA8-AF35-20B5-B2A8-F210D1C34F0D}"/>
              </a:ext>
            </a:extLst>
          </p:cNvPr>
          <p:cNvSpPr txBox="1"/>
          <p:nvPr/>
        </p:nvSpPr>
        <p:spPr>
          <a:xfrm>
            <a:off x="3760728" y="3823219"/>
            <a:ext cx="1709343" cy="716192"/>
          </a:xfrm>
          <a:prstGeom prst="rect">
            <a:avLst/>
          </a:prstGeom>
          <a:noFill/>
          <a:ln w="9525" cap="rnd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>
                <a:solidFill>
                  <a:schemeClr val="tx2"/>
                </a:solidFill>
              </a:rPr>
              <a:t>Gear-up! Your collaboration tools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E3D817AE-8861-2F3B-F02C-DFB294380A4B}"/>
              </a:ext>
            </a:extLst>
          </p:cNvPr>
          <p:cNvSpPr txBox="1"/>
          <p:nvPr/>
        </p:nvSpPr>
        <p:spPr>
          <a:xfrm>
            <a:off x="4192070" y="3024572"/>
            <a:ext cx="846658" cy="215444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dirty="0">
                <a:solidFill>
                  <a:schemeClr val="accent3">
                    <a:lumMod val="75000"/>
                  </a:schemeClr>
                </a:solidFill>
              </a:rPr>
              <a:t>3:30–4:00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DA64DDC7-738B-3538-AE5E-A314BC19F988}"/>
              </a:ext>
            </a:extLst>
          </p:cNvPr>
          <p:cNvSpPr txBox="1"/>
          <p:nvPr/>
        </p:nvSpPr>
        <p:spPr>
          <a:xfrm>
            <a:off x="9581556" y="3823219"/>
            <a:ext cx="1709343" cy="716192"/>
          </a:xfrm>
          <a:prstGeom prst="rect">
            <a:avLst/>
          </a:prstGeom>
          <a:noFill/>
          <a:ln w="9525" cap="rnd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>
                <a:solidFill>
                  <a:schemeClr val="tx2"/>
                </a:solidFill>
              </a:rPr>
              <a:t>Pace-up! </a:t>
            </a:r>
          </a:p>
          <a:p>
            <a:pPr algn="ctr"/>
            <a:r>
              <a:rPr lang="en-US" sz="1400" dirty="0">
                <a:solidFill>
                  <a:schemeClr val="tx2"/>
                </a:solidFill>
              </a:rPr>
              <a:t>Your case and client team rhythm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C9932992-3311-46FA-8499-ED81B4EA8857}"/>
              </a:ext>
            </a:extLst>
          </p:cNvPr>
          <p:cNvSpPr txBox="1"/>
          <p:nvPr/>
        </p:nvSpPr>
        <p:spPr>
          <a:xfrm>
            <a:off x="10012898" y="3024572"/>
            <a:ext cx="846658" cy="215444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dirty="0">
                <a:solidFill>
                  <a:schemeClr val="accent3">
                    <a:lumMod val="75000"/>
                  </a:schemeClr>
                </a:solidFill>
              </a:rPr>
              <a:t>2:00–2:45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14F7A181-5C26-C2B3-2984-C34D0BA4B2CD}"/>
              </a:ext>
            </a:extLst>
          </p:cNvPr>
          <p:cNvSpPr txBox="1"/>
          <p:nvPr/>
        </p:nvSpPr>
        <p:spPr>
          <a:xfrm>
            <a:off x="5701004" y="1052347"/>
            <a:ext cx="1709343" cy="716192"/>
          </a:xfrm>
          <a:prstGeom prst="rect">
            <a:avLst/>
          </a:prstGeom>
          <a:noFill/>
          <a:ln w="9525" cap="rnd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>
                <a:solidFill>
                  <a:schemeClr val="tx2"/>
                </a:solidFill>
              </a:rPr>
              <a:t>Sharpen-up! Your focus on value</a:t>
            </a:r>
          </a:p>
        </p:txBody>
      </p: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7892E5A4-6637-1962-FA18-6877CE7B573A}"/>
              </a:ext>
            </a:extLst>
          </p:cNvPr>
          <p:cNvGrpSpPr/>
          <p:nvPr/>
        </p:nvGrpSpPr>
        <p:grpSpPr>
          <a:xfrm>
            <a:off x="6459146" y="1852823"/>
            <a:ext cx="193058" cy="328459"/>
            <a:chOff x="5170026" y="1525341"/>
            <a:chExt cx="298322" cy="507550"/>
          </a:xfrm>
          <a:solidFill>
            <a:schemeClr val="accent1"/>
          </a:solidFill>
        </p:grpSpPr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7F95EF07-1326-97C5-7739-D063347E2379}"/>
                </a:ext>
              </a:extLst>
            </p:cNvPr>
            <p:cNvSpPr/>
            <p:nvPr/>
          </p:nvSpPr>
          <p:spPr>
            <a:xfrm>
              <a:off x="5319187" y="2018377"/>
              <a:ext cx="0" cy="0"/>
            </a:xfrm>
            <a:prstGeom prst="rect">
              <a:avLst/>
            </a:prstGeom>
            <a:grpFill/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rgbClr val="FFFFFF"/>
                </a:solidFill>
              </a:endParaRPr>
            </a:p>
          </p:txBody>
        </p:sp>
        <p:sp>
          <p:nvSpPr>
            <p:cNvPr id="131" name="Isosceles Triangle 15">
              <a:extLst>
                <a:ext uri="{FF2B5EF4-FFF2-40B4-BE49-F238E27FC236}">
                  <a16:creationId xmlns:a16="http://schemas.microsoft.com/office/drawing/2014/main" id="{66EBADBF-3A47-2252-E376-A09BC7BB010C}"/>
                </a:ext>
              </a:extLst>
            </p:cNvPr>
            <p:cNvSpPr/>
            <p:nvPr/>
          </p:nvSpPr>
          <p:spPr>
            <a:xfrm flipV="1">
              <a:off x="5170026" y="1525341"/>
              <a:ext cx="298322" cy="507550"/>
            </a:xfrm>
            <a:custGeom>
              <a:avLst/>
              <a:gdLst/>
              <a:ahLst/>
              <a:cxnLst/>
              <a:rect l="l" t="t" r="r" b="b"/>
              <a:pathLst>
                <a:path w="457200" h="777854">
                  <a:moveTo>
                    <a:pt x="228600" y="669212"/>
                  </a:moveTo>
                  <a:cubicBezTo>
                    <a:pt x="173183" y="669212"/>
                    <a:pt x="128258" y="624287"/>
                    <a:pt x="128258" y="568870"/>
                  </a:cubicBezTo>
                  <a:cubicBezTo>
                    <a:pt x="128258" y="513453"/>
                    <a:pt x="173183" y="468528"/>
                    <a:pt x="228600" y="468528"/>
                  </a:cubicBezTo>
                  <a:cubicBezTo>
                    <a:pt x="284017" y="468528"/>
                    <a:pt x="328942" y="513453"/>
                    <a:pt x="328942" y="568870"/>
                  </a:cubicBezTo>
                  <a:cubicBezTo>
                    <a:pt x="328942" y="624287"/>
                    <a:pt x="284017" y="669212"/>
                    <a:pt x="228600" y="669212"/>
                  </a:cubicBezTo>
                  <a:close/>
                  <a:moveTo>
                    <a:pt x="228600" y="777854"/>
                  </a:moveTo>
                  <a:cubicBezTo>
                    <a:pt x="354852" y="777854"/>
                    <a:pt x="457200" y="675506"/>
                    <a:pt x="457200" y="549254"/>
                  </a:cubicBezTo>
                  <a:cubicBezTo>
                    <a:pt x="457200" y="522419"/>
                    <a:pt x="452576" y="496664"/>
                    <a:pt x="443203" y="473054"/>
                  </a:cubicBezTo>
                  <a:lnTo>
                    <a:pt x="444219" y="473054"/>
                  </a:lnTo>
                  <a:lnTo>
                    <a:pt x="441034" y="466066"/>
                  </a:lnTo>
                  <a:cubicBezTo>
                    <a:pt x="439437" y="460565"/>
                    <a:pt x="437163" y="455351"/>
                    <a:pt x="433980" y="450591"/>
                  </a:cubicBezTo>
                  <a:lnTo>
                    <a:pt x="228601" y="0"/>
                  </a:lnTo>
                  <a:lnTo>
                    <a:pt x="23227" y="450579"/>
                  </a:lnTo>
                  <a:cubicBezTo>
                    <a:pt x="20041" y="455345"/>
                    <a:pt x="17763" y="460565"/>
                    <a:pt x="16164" y="466073"/>
                  </a:cubicBezTo>
                  <a:lnTo>
                    <a:pt x="12982" y="473054"/>
                  </a:lnTo>
                  <a:lnTo>
                    <a:pt x="13997" y="473054"/>
                  </a:lnTo>
                  <a:cubicBezTo>
                    <a:pt x="4624" y="496664"/>
                    <a:pt x="0" y="522419"/>
                    <a:pt x="0" y="549254"/>
                  </a:cubicBezTo>
                  <a:cubicBezTo>
                    <a:pt x="0" y="675506"/>
                    <a:pt x="102348" y="777854"/>
                    <a:pt x="228600" y="777854"/>
                  </a:cubicBezTo>
                  <a:close/>
                </a:path>
              </a:pathLst>
            </a:custGeom>
            <a:grpFill/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rgbClr val="FFFFFF"/>
                </a:solidFill>
              </a:endParaRPr>
            </a:p>
          </p:txBody>
        </p:sp>
      </p:grpSp>
      <p:sp>
        <p:nvSpPr>
          <p:cNvPr id="139" name="TextBox 138">
            <a:extLst>
              <a:ext uri="{FF2B5EF4-FFF2-40B4-BE49-F238E27FC236}">
                <a16:creationId xmlns:a16="http://schemas.microsoft.com/office/drawing/2014/main" id="{DF7DB5D1-FCB7-1459-3558-966F675CCC41}"/>
              </a:ext>
            </a:extLst>
          </p:cNvPr>
          <p:cNvSpPr txBox="1"/>
          <p:nvPr/>
        </p:nvSpPr>
        <p:spPr>
          <a:xfrm>
            <a:off x="6132346" y="2354917"/>
            <a:ext cx="846658" cy="215444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dirty="0">
                <a:solidFill>
                  <a:schemeClr val="accent1"/>
                </a:solidFill>
              </a:rPr>
              <a:t>2:15–3:10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17EA0CAD-9D1A-5FA6-EBA0-98FE8D853F96}"/>
              </a:ext>
            </a:extLst>
          </p:cNvPr>
          <p:cNvSpPr txBox="1"/>
          <p:nvPr/>
        </p:nvSpPr>
        <p:spPr>
          <a:xfrm>
            <a:off x="5701004" y="3823219"/>
            <a:ext cx="1709343" cy="716192"/>
          </a:xfrm>
          <a:prstGeom prst="rect">
            <a:avLst/>
          </a:prstGeom>
          <a:noFill/>
          <a:ln w="9525" cap="rnd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>
                <a:solidFill>
                  <a:schemeClr val="tx2"/>
                </a:solidFill>
              </a:rPr>
              <a:t>Team-up! With multidisciplinary teams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DF859372-6057-0AF5-5350-018E3B4005B4}"/>
              </a:ext>
            </a:extLst>
          </p:cNvPr>
          <p:cNvSpPr txBox="1"/>
          <p:nvPr/>
        </p:nvSpPr>
        <p:spPr>
          <a:xfrm>
            <a:off x="6132346" y="3024572"/>
            <a:ext cx="846658" cy="215444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dirty="0">
                <a:solidFill>
                  <a:schemeClr val="accent3">
                    <a:lumMod val="75000"/>
                  </a:schemeClr>
                </a:solidFill>
              </a:rPr>
              <a:t>3:30–4:00</a:t>
            </a:r>
          </a:p>
        </p:txBody>
      </p: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3A43A588-6250-34DA-BF8D-6EC452752A65}"/>
              </a:ext>
            </a:extLst>
          </p:cNvPr>
          <p:cNvGrpSpPr/>
          <p:nvPr/>
        </p:nvGrpSpPr>
        <p:grpSpPr>
          <a:xfrm flipV="1">
            <a:off x="6459146" y="3410476"/>
            <a:ext cx="193058" cy="328459"/>
            <a:chOff x="5170026" y="1525341"/>
            <a:chExt cx="298322" cy="507550"/>
          </a:xfrm>
          <a:solidFill>
            <a:schemeClr val="accent3"/>
          </a:solidFill>
        </p:grpSpPr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40479BCE-0687-DAE5-E0C9-739BDECD30E3}"/>
                </a:ext>
              </a:extLst>
            </p:cNvPr>
            <p:cNvSpPr/>
            <p:nvPr/>
          </p:nvSpPr>
          <p:spPr>
            <a:xfrm>
              <a:off x="5319187" y="2018377"/>
              <a:ext cx="0" cy="0"/>
            </a:xfrm>
            <a:prstGeom prst="rect">
              <a:avLst/>
            </a:prstGeom>
            <a:grpFill/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rgbClr val="FFFFFF"/>
                </a:solidFill>
              </a:endParaRPr>
            </a:p>
          </p:txBody>
        </p:sp>
        <p:sp>
          <p:nvSpPr>
            <p:cNvPr id="155" name="Isosceles Triangle 15">
              <a:extLst>
                <a:ext uri="{FF2B5EF4-FFF2-40B4-BE49-F238E27FC236}">
                  <a16:creationId xmlns:a16="http://schemas.microsoft.com/office/drawing/2014/main" id="{AE55789E-A43A-CA3B-56CF-037ACD97EC45}"/>
                </a:ext>
              </a:extLst>
            </p:cNvPr>
            <p:cNvSpPr/>
            <p:nvPr/>
          </p:nvSpPr>
          <p:spPr>
            <a:xfrm flipV="1">
              <a:off x="5170026" y="1525341"/>
              <a:ext cx="298322" cy="507550"/>
            </a:xfrm>
            <a:custGeom>
              <a:avLst/>
              <a:gdLst/>
              <a:ahLst/>
              <a:cxnLst/>
              <a:rect l="l" t="t" r="r" b="b"/>
              <a:pathLst>
                <a:path w="457200" h="777854">
                  <a:moveTo>
                    <a:pt x="228600" y="669212"/>
                  </a:moveTo>
                  <a:cubicBezTo>
                    <a:pt x="173183" y="669212"/>
                    <a:pt x="128258" y="624287"/>
                    <a:pt x="128258" y="568870"/>
                  </a:cubicBezTo>
                  <a:cubicBezTo>
                    <a:pt x="128258" y="513453"/>
                    <a:pt x="173183" y="468528"/>
                    <a:pt x="228600" y="468528"/>
                  </a:cubicBezTo>
                  <a:cubicBezTo>
                    <a:pt x="284017" y="468528"/>
                    <a:pt x="328942" y="513453"/>
                    <a:pt x="328942" y="568870"/>
                  </a:cubicBezTo>
                  <a:cubicBezTo>
                    <a:pt x="328942" y="624287"/>
                    <a:pt x="284017" y="669212"/>
                    <a:pt x="228600" y="669212"/>
                  </a:cubicBezTo>
                  <a:close/>
                  <a:moveTo>
                    <a:pt x="228600" y="777854"/>
                  </a:moveTo>
                  <a:cubicBezTo>
                    <a:pt x="354852" y="777854"/>
                    <a:pt x="457200" y="675506"/>
                    <a:pt x="457200" y="549254"/>
                  </a:cubicBezTo>
                  <a:cubicBezTo>
                    <a:pt x="457200" y="522419"/>
                    <a:pt x="452576" y="496664"/>
                    <a:pt x="443203" y="473054"/>
                  </a:cubicBezTo>
                  <a:lnTo>
                    <a:pt x="444219" y="473054"/>
                  </a:lnTo>
                  <a:lnTo>
                    <a:pt x="441034" y="466066"/>
                  </a:lnTo>
                  <a:cubicBezTo>
                    <a:pt x="439437" y="460565"/>
                    <a:pt x="437163" y="455351"/>
                    <a:pt x="433980" y="450591"/>
                  </a:cubicBezTo>
                  <a:lnTo>
                    <a:pt x="228601" y="0"/>
                  </a:lnTo>
                  <a:lnTo>
                    <a:pt x="23227" y="450579"/>
                  </a:lnTo>
                  <a:cubicBezTo>
                    <a:pt x="20041" y="455345"/>
                    <a:pt x="17763" y="460565"/>
                    <a:pt x="16164" y="466073"/>
                  </a:cubicBezTo>
                  <a:lnTo>
                    <a:pt x="12982" y="473054"/>
                  </a:lnTo>
                  <a:lnTo>
                    <a:pt x="13997" y="473054"/>
                  </a:lnTo>
                  <a:cubicBezTo>
                    <a:pt x="4624" y="496664"/>
                    <a:pt x="0" y="522419"/>
                    <a:pt x="0" y="549254"/>
                  </a:cubicBezTo>
                  <a:cubicBezTo>
                    <a:pt x="0" y="675506"/>
                    <a:pt x="102348" y="777854"/>
                    <a:pt x="228600" y="777854"/>
                  </a:cubicBezTo>
                  <a:close/>
                </a:path>
              </a:pathLst>
            </a:custGeom>
            <a:grpFill/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rgbClr val="FFFFFF"/>
                </a:solidFill>
              </a:endParaRPr>
            </a:p>
          </p:txBody>
        </p:sp>
      </p:grpSp>
      <p:sp>
        <p:nvSpPr>
          <p:cNvPr id="124" name="TextBox 123">
            <a:extLst>
              <a:ext uri="{FF2B5EF4-FFF2-40B4-BE49-F238E27FC236}">
                <a16:creationId xmlns:a16="http://schemas.microsoft.com/office/drawing/2014/main" id="{C1930D3C-4EAA-9B82-9512-E721CDFFB6CA}"/>
              </a:ext>
            </a:extLst>
          </p:cNvPr>
          <p:cNvSpPr txBox="1"/>
          <p:nvPr/>
        </p:nvSpPr>
        <p:spPr>
          <a:xfrm>
            <a:off x="7641280" y="1052347"/>
            <a:ext cx="1709343" cy="716192"/>
          </a:xfrm>
          <a:prstGeom prst="rect">
            <a:avLst/>
          </a:prstGeom>
          <a:noFill/>
          <a:ln w="9525" cap="rnd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>
                <a:solidFill>
                  <a:schemeClr val="tx2"/>
                </a:solidFill>
              </a:rPr>
              <a:t>Warm-up! Psychological safety</a:t>
            </a:r>
          </a:p>
        </p:txBody>
      </p: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72F9FECB-9BB5-B393-A080-214AEE9C0A86}"/>
              </a:ext>
            </a:extLst>
          </p:cNvPr>
          <p:cNvGrpSpPr/>
          <p:nvPr/>
        </p:nvGrpSpPr>
        <p:grpSpPr>
          <a:xfrm>
            <a:off x="8399422" y="1852823"/>
            <a:ext cx="193058" cy="328459"/>
            <a:chOff x="5170026" y="1525341"/>
            <a:chExt cx="298322" cy="507550"/>
          </a:xfrm>
          <a:solidFill>
            <a:schemeClr val="accent1"/>
          </a:solidFill>
        </p:grpSpPr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8DE85436-53D6-629B-2831-1FEE502035B7}"/>
                </a:ext>
              </a:extLst>
            </p:cNvPr>
            <p:cNvSpPr/>
            <p:nvPr/>
          </p:nvSpPr>
          <p:spPr>
            <a:xfrm>
              <a:off x="5319187" y="2018377"/>
              <a:ext cx="0" cy="0"/>
            </a:xfrm>
            <a:prstGeom prst="rect">
              <a:avLst/>
            </a:prstGeom>
            <a:grpFill/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rgbClr val="FFFFFF"/>
                </a:solidFill>
              </a:endParaRPr>
            </a:p>
          </p:txBody>
        </p:sp>
        <p:sp>
          <p:nvSpPr>
            <p:cNvPr id="134" name="Isosceles Triangle 15">
              <a:extLst>
                <a:ext uri="{FF2B5EF4-FFF2-40B4-BE49-F238E27FC236}">
                  <a16:creationId xmlns:a16="http://schemas.microsoft.com/office/drawing/2014/main" id="{BFB9FB45-4627-CEAF-2C1C-2E042C366BBF}"/>
                </a:ext>
              </a:extLst>
            </p:cNvPr>
            <p:cNvSpPr/>
            <p:nvPr/>
          </p:nvSpPr>
          <p:spPr>
            <a:xfrm flipV="1">
              <a:off x="5170026" y="1525341"/>
              <a:ext cx="298322" cy="507550"/>
            </a:xfrm>
            <a:custGeom>
              <a:avLst/>
              <a:gdLst/>
              <a:ahLst/>
              <a:cxnLst/>
              <a:rect l="l" t="t" r="r" b="b"/>
              <a:pathLst>
                <a:path w="457200" h="777854">
                  <a:moveTo>
                    <a:pt x="228600" y="669212"/>
                  </a:moveTo>
                  <a:cubicBezTo>
                    <a:pt x="173183" y="669212"/>
                    <a:pt x="128258" y="624287"/>
                    <a:pt x="128258" y="568870"/>
                  </a:cubicBezTo>
                  <a:cubicBezTo>
                    <a:pt x="128258" y="513453"/>
                    <a:pt x="173183" y="468528"/>
                    <a:pt x="228600" y="468528"/>
                  </a:cubicBezTo>
                  <a:cubicBezTo>
                    <a:pt x="284017" y="468528"/>
                    <a:pt x="328942" y="513453"/>
                    <a:pt x="328942" y="568870"/>
                  </a:cubicBezTo>
                  <a:cubicBezTo>
                    <a:pt x="328942" y="624287"/>
                    <a:pt x="284017" y="669212"/>
                    <a:pt x="228600" y="669212"/>
                  </a:cubicBezTo>
                  <a:close/>
                  <a:moveTo>
                    <a:pt x="228600" y="777854"/>
                  </a:moveTo>
                  <a:cubicBezTo>
                    <a:pt x="354852" y="777854"/>
                    <a:pt x="457200" y="675506"/>
                    <a:pt x="457200" y="549254"/>
                  </a:cubicBezTo>
                  <a:cubicBezTo>
                    <a:pt x="457200" y="522419"/>
                    <a:pt x="452576" y="496664"/>
                    <a:pt x="443203" y="473054"/>
                  </a:cubicBezTo>
                  <a:lnTo>
                    <a:pt x="444219" y="473054"/>
                  </a:lnTo>
                  <a:lnTo>
                    <a:pt x="441034" y="466066"/>
                  </a:lnTo>
                  <a:cubicBezTo>
                    <a:pt x="439437" y="460565"/>
                    <a:pt x="437163" y="455351"/>
                    <a:pt x="433980" y="450591"/>
                  </a:cubicBezTo>
                  <a:lnTo>
                    <a:pt x="228601" y="0"/>
                  </a:lnTo>
                  <a:lnTo>
                    <a:pt x="23227" y="450579"/>
                  </a:lnTo>
                  <a:cubicBezTo>
                    <a:pt x="20041" y="455345"/>
                    <a:pt x="17763" y="460565"/>
                    <a:pt x="16164" y="466073"/>
                  </a:cubicBezTo>
                  <a:lnTo>
                    <a:pt x="12982" y="473054"/>
                  </a:lnTo>
                  <a:lnTo>
                    <a:pt x="13997" y="473054"/>
                  </a:lnTo>
                  <a:cubicBezTo>
                    <a:pt x="4624" y="496664"/>
                    <a:pt x="0" y="522419"/>
                    <a:pt x="0" y="549254"/>
                  </a:cubicBezTo>
                  <a:cubicBezTo>
                    <a:pt x="0" y="675506"/>
                    <a:pt x="102348" y="777854"/>
                    <a:pt x="228600" y="777854"/>
                  </a:cubicBezTo>
                  <a:close/>
                </a:path>
              </a:pathLst>
            </a:custGeom>
            <a:grpFill/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rgbClr val="FFFFFF"/>
                </a:solidFill>
              </a:endParaRPr>
            </a:p>
          </p:txBody>
        </p:sp>
      </p:grpSp>
      <p:sp>
        <p:nvSpPr>
          <p:cNvPr id="140" name="TextBox 139">
            <a:extLst>
              <a:ext uri="{FF2B5EF4-FFF2-40B4-BE49-F238E27FC236}">
                <a16:creationId xmlns:a16="http://schemas.microsoft.com/office/drawing/2014/main" id="{E129F553-956C-CDB8-CB0B-3A069C534673}"/>
              </a:ext>
            </a:extLst>
          </p:cNvPr>
          <p:cNvSpPr txBox="1"/>
          <p:nvPr/>
        </p:nvSpPr>
        <p:spPr>
          <a:xfrm>
            <a:off x="8072622" y="2354917"/>
            <a:ext cx="846658" cy="215444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dirty="0">
                <a:solidFill>
                  <a:schemeClr val="accent1"/>
                </a:solidFill>
              </a:rPr>
              <a:t>3:25–4:10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D68194EE-D629-EA2B-D6C9-257741713196}"/>
              </a:ext>
            </a:extLst>
          </p:cNvPr>
          <p:cNvSpPr txBox="1"/>
          <p:nvPr/>
        </p:nvSpPr>
        <p:spPr>
          <a:xfrm>
            <a:off x="7641280" y="3823219"/>
            <a:ext cx="1709343" cy="716192"/>
          </a:xfrm>
          <a:prstGeom prst="rect">
            <a:avLst/>
          </a:prstGeom>
          <a:noFill/>
          <a:ln w="9525" cap="rnd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>
                <a:solidFill>
                  <a:schemeClr val="tx2"/>
                </a:solidFill>
              </a:rPr>
              <a:t>Connect-up! </a:t>
            </a:r>
            <a:br>
              <a:rPr lang="en-US" sz="1400" dirty="0">
                <a:solidFill>
                  <a:schemeClr val="tx2"/>
                </a:solidFill>
              </a:rPr>
            </a:br>
            <a:r>
              <a:rPr lang="en-US" sz="1400" dirty="0">
                <a:solidFill>
                  <a:schemeClr val="tx2"/>
                </a:solidFill>
              </a:rPr>
              <a:t>With hybrid </a:t>
            </a:r>
            <a:br>
              <a:rPr lang="en-US" sz="1400" dirty="0">
                <a:solidFill>
                  <a:schemeClr val="tx2"/>
                </a:solidFill>
              </a:rPr>
            </a:br>
            <a:r>
              <a:rPr lang="en-US" sz="1400" dirty="0">
                <a:solidFill>
                  <a:schemeClr val="tx2"/>
                </a:solidFill>
              </a:rPr>
              <a:t>working models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E75C94BE-5472-8D75-E155-2BF863522410}"/>
              </a:ext>
            </a:extLst>
          </p:cNvPr>
          <p:cNvSpPr txBox="1"/>
          <p:nvPr/>
        </p:nvSpPr>
        <p:spPr>
          <a:xfrm>
            <a:off x="8072622" y="3024572"/>
            <a:ext cx="846658" cy="215444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dirty="0">
                <a:solidFill>
                  <a:schemeClr val="accent3">
                    <a:lumMod val="75000"/>
                  </a:schemeClr>
                </a:solidFill>
              </a:rPr>
              <a:t>2:45–3:15</a:t>
            </a:r>
          </a:p>
        </p:txBody>
      </p: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465BAB07-56C6-DAD6-B5E4-24AE07F0FF64}"/>
              </a:ext>
            </a:extLst>
          </p:cNvPr>
          <p:cNvGrpSpPr/>
          <p:nvPr/>
        </p:nvGrpSpPr>
        <p:grpSpPr>
          <a:xfrm flipV="1">
            <a:off x="8399422" y="3410476"/>
            <a:ext cx="193058" cy="328459"/>
            <a:chOff x="5170026" y="1525341"/>
            <a:chExt cx="298322" cy="507550"/>
          </a:xfrm>
          <a:solidFill>
            <a:schemeClr val="accent3"/>
          </a:solidFill>
        </p:grpSpPr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0DAFE0B1-3992-93B6-6FE5-882D852CD83D}"/>
                </a:ext>
              </a:extLst>
            </p:cNvPr>
            <p:cNvSpPr/>
            <p:nvPr/>
          </p:nvSpPr>
          <p:spPr>
            <a:xfrm>
              <a:off x="5319187" y="2018377"/>
              <a:ext cx="0" cy="0"/>
            </a:xfrm>
            <a:prstGeom prst="rect">
              <a:avLst/>
            </a:prstGeom>
            <a:grpFill/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rgbClr val="FFFFFF"/>
                </a:solidFill>
              </a:endParaRPr>
            </a:p>
          </p:txBody>
        </p:sp>
        <p:sp>
          <p:nvSpPr>
            <p:cNvPr id="158" name="Isosceles Triangle 15">
              <a:extLst>
                <a:ext uri="{FF2B5EF4-FFF2-40B4-BE49-F238E27FC236}">
                  <a16:creationId xmlns:a16="http://schemas.microsoft.com/office/drawing/2014/main" id="{53ECE91E-1FAA-B3C3-1AF6-7546566C906B}"/>
                </a:ext>
              </a:extLst>
            </p:cNvPr>
            <p:cNvSpPr/>
            <p:nvPr/>
          </p:nvSpPr>
          <p:spPr>
            <a:xfrm flipV="1">
              <a:off x="5170026" y="1525341"/>
              <a:ext cx="298322" cy="507550"/>
            </a:xfrm>
            <a:custGeom>
              <a:avLst/>
              <a:gdLst/>
              <a:ahLst/>
              <a:cxnLst/>
              <a:rect l="l" t="t" r="r" b="b"/>
              <a:pathLst>
                <a:path w="457200" h="777854">
                  <a:moveTo>
                    <a:pt x="228600" y="669212"/>
                  </a:moveTo>
                  <a:cubicBezTo>
                    <a:pt x="173183" y="669212"/>
                    <a:pt x="128258" y="624287"/>
                    <a:pt x="128258" y="568870"/>
                  </a:cubicBezTo>
                  <a:cubicBezTo>
                    <a:pt x="128258" y="513453"/>
                    <a:pt x="173183" y="468528"/>
                    <a:pt x="228600" y="468528"/>
                  </a:cubicBezTo>
                  <a:cubicBezTo>
                    <a:pt x="284017" y="468528"/>
                    <a:pt x="328942" y="513453"/>
                    <a:pt x="328942" y="568870"/>
                  </a:cubicBezTo>
                  <a:cubicBezTo>
                    <a:pt x="328942" y="624287"/>
                    <a:pt x="284017" y="669212"/>
                    <a:pt x="228600" y="669212"/>
                  </a:cubicBezTo>
                  <a:close/>
                  <a:moveTo>
                    <a:pt x="228600" y="777854"/>
                  </a:moveTo>
                  <a:cubicBezTo>
                    <a:pt x="354852" y="777854"/>
                    <a:pt x="457200" y="675506"/>
                    <a:pt x="457200" y="549254"/>
                  </a:cubicBezTo>
                  <a:cubicBezTo>
                    <a:pt x="457200" y="522419"/>
                    <a:pt x="452576" y="496664"/>
                    <a:pt x="443203" y="473054"/>
                  </a:cubicBezTo>
                  <a:lnTo>
                    <a:pt x="444219" y="473054"/>
                  </a:lnTo>
                  <a:lnTo>
                    <a:pt x="441034" y="466066"/>
                  </a:lnTo>
                  <a:cubicBezTo>
                    <a:pt x="439437" y="460565"/>
                    <a:pt x="437163" y="455351"/>
                    <a:pt x="433980" y="450591"/>
                  </a:cubicBezTo>
                  <a:lnTo>
                    <a:pt x="228601" y="0"/>
                  </a:lnTo>
                  <a:lnTo>
                    <a:pt x="23227" y="450579"/>
                  </a:lnTo>
                  <a:cubicBezTo>
                    <a:pt x="20041" y="455345"/>
                    <a:pt x="17763" y="460565"/>
                    <a:pt x="16164" y="466073"/>
                  </a:cubicBezTo>
                  <a:lnTo>
                    <a:pt x="12982" y="473054"/>
                  </a:lnTo>
                  <a:lnTo>
                    <a:pt x="13997" y="473054"/>
                  </a:lnTo>
                  <a:cubicBezTo>
                    <a:pt x="4624" y="496664"/>
                    <a:pt x="0" y="522419"/>
                    <a:pt x="0" y="549254"/>
                  </a:cubicBezTo>
                  <a:cubicBezTo>
                    <a:pt x="0" y="675506"/>
                    <a:pt x="102348" y="777854"/>
                    <a:pt x="228600" y="777854"/>
                  </a:cubicBezTo>
                  <a:close/>
                </a:path>
              </a:pathLst>
            </a:custGeom>
            <a:grpFill/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E323C65A-1F7B-7673-F1C7-F52E583F77F4}"/>
              </a:ext>
            </a:extLst>
          </p:cNvPr>
          <p:cNvGrpSpPr/>
          <p:nvPr/>
        </p:nvGrpSpPr>
        <p:grpSpPr>
          <a:xfrm flipV="1">
            <a:off x="10339698" y="3410476"/>
            <a:ext cx="193058" cy="328459"/>
            <a:chOff x="5170026" y="1525341"/>
            <a:chExt cx="298322" cy="507550"/>
          </a:xfrm>
          <a:solidFill>
            <a:schemeClr val="accent3"/>
          </a:solidFill>
        </p:grpSpPr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3A7FC6DC-0A61-C952-9E9C-0CFD9CD90979}"/>
                </a:ext>
              </a:extLst>
            </p:cNvPr>
            <p:cNvSpPr/>
            <p:nvPr/>
          </p:nvSpPr>
          <p:spPr>
            <a:xfrm>
              <a:off x="5319187" y="2018377"/>
              <a:ext cx="0" cy="0"/>
            </a:xfrm>
            <a:prstGeom prst="rect">
              <a:avLst/>
            </a:prstGeom>
            <a:grpFill/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rgbClr val="FFFFFF"/>
                </a:solidFill>
              </a:endParaRPr>
            </a:p>
          </p:txBody>
        </p:sp>
        <p:sp>
          <p:nvSpPr>
            <p:cNvPr id="161" name="Isosceles Triangle 15">
              <a:extLst>
                <a:ext uri="{FF2B5EF4-FFF2-40B4-BE49-F238E27FC236}">
                  <a16:creationId xmlns:a16="http://schemas.microsoft.com/office/drawing/2014/main" id="{DECDE1BF-6EA6-D94A-87D6-4D1FE7DA004E}"/>
                </a:ext>
              </a:extLst>
            </p:cNvPr>
            <p:cNvSpPr/>
            <p:nvPr/>
          </p:nvSpPr>
          <p:spPr>
            <a:xfrm flipV="1">
              <a:off x="5170026" y="1525341"/>
              <a:ext cx="298322" cy="507550"/>
            </a:xfrm>
            <a:custGeom>
              <a:avLst/>
              <a:gdLst/>
              <a:ahLst/>
              <a:cxnLst/>
              <a:rect l="l" t="t" r="r" b="b"/>
              <a:pathLst>
                <a:path w="457200" h="777854">
                  <a:moveTo>
                    <a:pt x="228600" y="669212"/>
                  </a:moveTo>
                  <a:cubicBezTo>
                    <a:pt x="173183" y="669212"/>
                    <a:pt x="128258" y="624287"/>
                    <a:pt x="128258" y="568870"/>
                  </a:cubicBezTo>
                  <a:cubicBezTo>
                    <a:pt x="128258" y="513453"/>
                    <a:pt x="173183" y="468528"/>
                    <a:pt x="228600" y="468528"/>
                  </a:cubicBezTo>
                  <a:cubicBezTo>
                    <a:pt x="284017" y="468528"/>
                    <a:pt x="328942" y="513453"/>
                    <a:pt x="328942" y="568870"/>
                  </a:cubicBezTo>
                  <a:cubicBezTo>
                    <a:pt x="328942" y="624287"/>
                    <a:pt x="284017" y="669212"/>
                    <a:pt x="228600" y="669212"/>
                  </a:cubicBezTo>
                  <a:close/>
                  <a:moveTo>
                    <a:pt x="228600" y="777854"/>
                  </a:moveTo>
                  <a:cubicBezTo>
                    <a:pt x="354852" y="777854"/>
                    <a:pt x="457200" y="675506"/>
                    <a:pt x="457200" y="549254"/>
                  </a:cubicBezTo>
                  <a:cubicBezTo>
                    <a:pt x="457200" y="522419"/>
                    <a:pt x="452576" y="496664"/>
                    <a:pt x="443203" y="473054"/>
                  </a:cubicBezTo>
                  <a:lnTo>
                    <a:pt x="444219" y="473054"/>
                  </a:lnTo>
                  <a:lnTo>
                    <a:pt x="441034" y="466066"/>
                  </a:lnTo>
                  <a:cubicBezTo>
                    <a:pt x="439437" y="460565"/>
                    <a:pt x="437163" y="455351"/>
                    <a:pt x="433980" y="450591"/>
                  </a:cubicBezTo>
                  <a:lnTo>
                    <a:pt x="228601" y="0"/>
                  </a:lnTo>
                  <a:lnTo>
                    <a:pt x="23227" y="450579"/>
                  </a:lnTo>
                  <a:cubicBezTo>
                    <a:pt x="20041" y="455345"/>
                    <a:pt x="17763" y="460565"/>
                    <a:pt x="16164" y="466073"/>
                  </a:cubicBezTo>
                  <a:lnTo>
                    <a:pt x="12982" y="473054"/>
                  </a:lnTo>
                  <a:lnTo>
                    <a:pt x="13997" y="473054"/>
                  </a:lnTo>
                  <a:cubicBezTo>
                    <a:pt x="4624" y="496664"/>
                    <a:pt x="0" y="522419"/>
                    <a:pt x="0" y="549254"/>
                  </a:cubicBezTo>
                  <a:cubicBezTo>
                    <a:pt x="0" y="675506"/>
                    <a:pt x="102348" y="777854"/>
                    <a:pt x="228600" y="777854"/>
                  </a:cubicBezTo>
                  <a:close/>
                </a:path>
              </a:pathLst>
            </a:custGeom>
            <a:grpFill/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59018F89-5F5C-389C-EE4D-6ACF5BD212E7}"/>
              </a:ext>
            </a:extLst>
          </p:cNvPr>
          <p:cNvGrpSpPr/>
          <p:nvPr/>
        </p:nvGrpSpPr>
        <p:grpSpPr>
          <a:xfrm>
            <a:off x="10340076" y="563411"/>
            <a:ext cx="1443935" cy="246776"/>
            <a:chOff x="10176739" y="725971"/>
            <a:chExt cx="1443935" cy="246776"/>
          </a:xfrm>
        </p:grpSpPr>
        <p:grpSp>
          <p:nvGrpSpPr>
            <p:cNvPr id="169" name="Group 168">
              <a:extLst>
                <a:ext uri="{FF2B5EF4-FFF2-40B4-BE49-F238E27FC236}">
                  <a16:creationId xmlns:a16="http://schemas.microsoft.com/office/drawing/2014/main" id="{958812CA-889B-8FB7-D4A0-47D48E465AA5}"/>
                </a:ext>
              </a:extLst>
            </p:cNvPr>
            <p:cNvGrpSpPr/>
            <p:nvPr/>
          </p:nvGrpSpPr>
          <p:grpSpPr>
            <a:xfrm>
              <a:off x="10176739" y="725971"/>
              <a:ext cx="145047" cy="246776"/>
              <a:chOff x="5170026" y="1525341"/>
              <a:chExt cx="298322" cy="507550"/>
            </a:xfrm>
            <a:solidFill>
              <a:schemeClr val="accent1"/>
            </a:solidFill>
          </p:grpSpPr>
          <p:sp>
            <p:nvSpPr>
              <p:cNvPr id="171" name="Rectangle 170">
                <a:extLst>
                  <a:ext uri="{FF2B5EF4-FFF2-40B4-BE49-F238E27FC236}">
                    <a16:creationId xmlns:a16="http://schemas.microsoft.com/office/drawing/2014/main" id="{3C2D6464-F490-4C3A-DA43-FB31F05E7184}"/>
                  </a:ext>
                </a:extLst>
              </p:cNvPr>
              <p:cNvSpPr/>
              <p:nvPr/>
            </p:nvSpPr>
            <p:spPr>
              <a:xfrm>
                <a:off x="5319187" y="2018377"/>
                <a:ext cx="0" cy="0"/>
              </a:xfrm>
              <a:prstGeom prst="rect">
                <a:avLst/>
              </a:prstGeom>
              <a:grpFill/>
              <a:ln w="9525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4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172" name="Isosceles Triangle 15">
                <a:extLst>
                  <a:ext uri="{FF2B5EF4-FFF2-40B4-BE49-F238E27FC236}">
                    <a16:creationId xmlns:a16="http://schemas.microsoft.com/office/drawing/2014/main" id="{5585E62C-2D01-549B-0B61-17E0EC4855CF}"/>
                  </a:ext>
                </a:extLst>
              </p:cNvPr>
              <p:cNvSpPr/>
              <p:nvPr/>
            </p:nvSpPr>
            <p:spPr>
              <a:xfrm flipV="1">
                <a:off x="5170026" y="1525341"/>
                <a:ext cx="298322" cy="507550"/>
              </a:xfrm>
              <a:custGeom>
                <a:avLst/>
                <a:gdLst/>
                <a:ahLst/>
                <a:cxnLst/>
                <a:rect l="l" t="t" r="r" b="b"/>
                <a:pathLst>
                  <a:path w="457200" h="777854">
                    <a:moveTo>
                      <a:pt x="228600" y="669212"/>
                    </a:moveTo>
                    <a:cubicBezTo>
                      <a:pt x="173183" y="669212"/>
                      <a:pt x="128258" y="624287"/>
                      <a:pt x="128258" y="568870"/>
                    </a:cubicBezTo>
                    <a:cubicBezTo>
                      <a:pt x="128258" y="513453"/>
                      <a:pt x="173183" y="468528"/>
                      <a:pt x="228600" y="468528"/>
                    </a:cubicBezTo>
                    <a:cubicBezTo>
                      <a:pt x="284017" y="468528"/>
                      <a:pt x="328942" y="513453"/>
                      <a:pt x="328942" y="568870"/>
                    </a:cubicBezTo>
                    <a:cubicBezTo>
                      <a:pt x="328942" y="624287"/>
                      <a:pt x="284017" y="669212"/>
                      <a:pt x="228600" y="669212"/>
                    </a:cubicBezTo>
                    <a:close/>
                    <a:moveTo>
                      <a:pt x="228600" y="777854"/>
                    </a:moveTo>
                    <a:cubicBezTo>
                      <a:pt x="354852" y="777854"/>
                      <a:pt x="457200" y="675506"/>
                      <a:pt x="457200" y="549254"/>
                    </a:cubicBezTo>
                    <a:cubicBezTo>
                      <a:pt x="457200" y="522419"/>
                      <a:pt x="452576" y="496664"/>
                      <a:pt x="443203" y="473054"/>
                    </a:cubicBezTo>
                    <a:lnTo>
                      <a:pt x="444219" y="473054"/>
                    </a:lnTo>
                    <a:lnTo>
                      <a:pt x="441034" y="466066"/>
                    </a:lnTo>
                    <a:cubicBezTo>
                      <a:pt x="439437" y="460565"/>
                      <a:pt x="437163" y="455351"/>
                      <a:pt x="433980" y="450591"/>
                    </a:cubicBezTo>
                    <a:lnTo>
                      <a:pt x="228601" y="0"/>
                    </a:lnTo>
                    <a:lnTo>
                      <a:pt x="23227" y="450579"/>
                    </a:lnTo>
                    <a:cubicBezTo>
                      <a:pt x="20041" y="455345"/>
                      <a:pt x="17763" y="460565"/>
                      <a:pt x="16164" y="466073"/>
                    </a:cubicBezTo>
                    <a:lnTo>
                      <a:pt x="12982" y="473054"/>
                    </a:lnTo>
                    <a:lnTo>
                      <a:pt x="13997" y="473054"/>
                    </a:lnTo>
                    <a:cubicBezTo>
                      <a:pt x="4624" y="496664"/>
                      <a:pt x="0" y="522419"/>
                      <a:pt x="0" y="549254"/>
                    </a:cubicBezTo>
                    <a:cubicBezTo>
                      <a:pt x="0" y="675506"/>
                      <a:pt x="102348" y="777854"/>
                      <a:pt x="228600" y="777854"/>
                    </a:cubicBezTo>
                    <a:close/>
                  </a:path>
                </a:pathLst>
              </a:custGeom>
              <a:grpFill/>
              <a:ln w="9525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400" dirty="0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170" name="TextBox 169">
              <a:extLst>
                <a:ext uri="{FF2B5EF4-FFF2-40B4-BE49-F238E27FC236}">
                  <a16:creationId xmlns:a16="http://schemas.microsoft.com/office/drawing/2014/main" id="{4D8273E8-F8BA-EC95-1859-8EC3130929EF}"/>
                </a:ext>
              </a:extLst>
            </p:cNvPr>
            <p:cNvSpPr txBox="1"/>
            <p:nvPr/>
          </p:nvSpPr>
          <p:spPr>
            <a:xfrm>
              <a:off x="10405593" y="741637"/>
              <a:ext cx="434030" cy="215444"/>
            </a:xfrm>
            <a:prstGeom prst="rect">
              <a:avLst/>
            </a:prstGeom>
            <a:noFill/>
            <a:ln w="9525" cap="rnd">
              <a:noFill/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29BA74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400" dirty="0">
                  <a:solidFill>
                    <a:schemeClr val="accent1"/>
                  </a:solidFill>
                </a:rPr>
                <a:t>Day 1</a:t>
              </a:r>
            </a:p>
          </p:txBody>
        </p:sp>
        <p:grpSp>
          <p:nvGrpSpPr>
            <p:cNvPr id="165" name="Group 164">
              <a:extLst>
                <a:ext uri="{FF2B5EF4-FFF2-40B4-BE49-F238E27FC236}">
                  <a16:creationId xmlns:a16="http://schemas.microsoft.com/office/drawing/2014/main" id="{679875FF-5FA7-6F71-42C3-31DDBF4ECA77}"/>
                </a:ext>
              </a:extLst>
            </p:cNvPr>
            <p:cNvGrpSpPr/>
            <p:nvPr/>
          </p:nvGrpSpPr>
          <p:grpSpPr>
            <a:xfrm>
              <a:off x="10957790" y="725971"/>
              <a:ext cx="145047" cy="246776"/>
              <a:chOff x="5170026" y="1525341"/>
              <a:chExt cx="298322" cy="507550"/>
            </a:xfrm>
            <a:solidFill>
              <a:schemeClr val="accent3"/>
            </a:solidFill>
          </p:grpSpPr>
          <p:sp>
            <p:nvSpPr>
              <p:cNvPr id="167" name="Rectangle 166">
                <a:extLst>
                  <a:ext uri="{FF2B5EF4-FFF2-40B4-BE49-F238E27FC236}">
                    <a16:creationId xmlns:a16="http://schemas.microsoft.com/office/drawing/2014/main" id="{6BDC80E5-2545-D37F-327B-368F7E6295C6}"/>
                  </a:ext>
                </a:extLst>
              </p:cNvPr>
              <p:cNvSpPr/>
              <p:nvPr/>
            </p:nvSpPr>
            <p:spPr>
              <a:xfrm>
                <a:off x="5319187" y="2018377"/>
                <a:ext cx="0" cy="0"/>
              </a:xfrm>
              <a:prstGeom prst="rect">
                <a:avLst/>
              </a:prstGeom>
              <a:grpFill/>
              <a:ln w="9525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4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168" name="Isosceles Triangle 15">
                <a:extLst>
                  <a:ext uri="{FF2B5EF4-FFF2-40B4-BE49-F238E27FC236}">
                    <a16:creationId xmlns:a16="http://schemas.microsoft.com/office/drawing/2014/main" id="{B2A05180-7877-918B-AEA3-F911921CB9F2}"/>
                  </a:ext>
                </a:extLst>
              </p:cNvPr>
              <p:cNvSpPr/>
              <p:nvPr/>
            </p:nvSpPr>
            <p:spPr>
              <a:xfrm flipV="1">
                <a:off x="5170026" y="1525341"/>
                <a:ext cx="298322" cy="507550"/>
              </a:xfrm>
              <a:custGeom>
                <a:avLst/>
                <a:gdLst/>
                <a:ahLst/>
                <a:cxnLst/>
                <a:rect l="l" t="t" r="r" b="b"/>
                <a:pathLst>
                  <a:path w="457200" h="777854">
                    <a:moveTo>
                      <a:pt x="228600" y="669212"/>
                    </a:moveTo>
                    <a:cubicBezTo>
                      <a:pt x="173183" y="669212"/>
                      <a:pt x="128258" y="624287"/>
                      <a:pt x="128258" y="568870"/>
                    </a:cubicBezTo>
                    <a:cubicBezTo>
                      <a:pt x="128258" y="513453"/>
                      <a:pt x="173183" y="468528"/>
                      <a:pt x="228600" y="468528"/>
                    </a:cubicBezTo>
                    <a:cubicBezTo>
                      <a:pt x="284017" y="468528"/>
                      <a:pt x="328942" y="513453"/>
                      <a:pt x="328942" y="568870"/>
                    </a:cubicBezTo>
                    <a:cubicBezTo>
                      <a:pt x="328942" y="624287"/>
                      <a:pt x="284017" y="669212"/>
                      <a:pt x="228600" y="669212"/>
                    </a:cubicBezTo>
                    <a:close/>
                    <a:moveTo>
                      <a:pt x="228600" y="777854"/>
                    </a:moveTo>
                    <a:cubicBezTo>
                      <a:pt x="354852" y="777854"/>
                      <a:pt x="457200" y="675506"/>
                      <a:pt x="457200" y="549254"/>
                    </a:cubicBezTo>
                    <a:cubicBezTo>
                      <a:pt x="457200" y="522419"/>
                      <a:pt x="452576" y="496664"/>
                      <a:pt x="443203" y="473054"/>
                    </a:cubicBezTo>
                    <a:lnTo>
                      <a:pt x="444219" y="473054"/>
                    </a:lnTo>
                    <a:lnTo>
                      <a:pt x="441034" y="466066"/>
                    </a:lnTo>
                    <a:cubicBezTo>
                      <a:pt x="439437" y="460565"/>
                      <a:pt x="437163" y="455351"/>
                      <a:pt x="433980" y="450591"/>
                    </a:cubicBezTo>
                    <a:lnTo>
                      <a:pt x="228601" y="0"/>
                    </a:lnTo>
                    <a:lnTo>
                      <a:pt x="23227" y="450579"/>
                    </a:lnTo>
                    <a:cubicBezTo>
                      <a:pt x="20041" y="455345"/>
                      <a:pt x="17763" y="460565"/>
                      <a:pt x="16164" y="466073"/>
                    </a:cubicBezTo>
                    <a:lnTo>
                      <a:pt x="12982" y="473054"/>
                    </a:lnTo>
                    <a:lnTo>
                      <a:pt x="13997" y="473054"/>
                    </a:lnTo>
                    <a:cubicBezTo>
                      <a:pt x="4624" y="496664"/>
                      <a:pt x="0" y="522419"/>
                      <a:pt x="0" y="549254"/>
                    </a:cubicBezTo>
                    <a:cubicBezTo>
                      <a:pt x="0" y="675506"/>
                      <a:pt x="102348" y="777854"/>
                      <a:pt x="228600" y="777854"/>
                    </a:cubicBezTo>
                    <a:close/>
                  </a:path>
                </a:pathLst>
              </a:custGeom>
              <a:grpFill/>
              <a:ln w="9525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400" dirty="0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9C3026B2-20C6-0255-97B9-AE8E5576061A}"/>
                </a:ext>
              </a:extLst>
            </p:cNvPr>
            <p:cNvSpPr txBox="1"/>
            <p:nvPr/>
          </p:nvSpPr>
          <p:spPr>
            <a:xfrm>
              <a:off x="11186644" y="741637"/>
              <a:ext cx="434030" cy="215444"/>
            </a:xfrm>
            <a:prstGeom prst="rect">
              <a:avLst/>
            </a:prstGeom>
            <a:noFill/>
            <a:ln w="9525" cap="rnd">
              <a:noFill/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29BA74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400" dirty="0">
                  <a:solidFill>
                    <a:schemeClr val="accent3">
                      <a:lumMod val="75000"/>
                    </a:schemeClr>
                  </a:solidFill>
                </a:rPr>
                <a:t>Day 2</a:t>
              </a:r>
            </a:p>
          </p:txBody>
        </p:sp>
      </p:grpSp>
      <p:pic>
        <p:nvPicPr>
          <p:cNvPr id="104" name="Picture 103">
            <a:extLst>
              <a:ext uri="{FF2B5EF4-FFF2-40B4-BE49-F238E27FC236}">
                <a16:creationId xmlns:a16="http://schemas.microsoft.com/office/drawing/2014/main" id="{3910CD31-2C12-6305-3E06-C6741B2DE1F5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506" r="20294"/>
          <a:stretch/>
        </p:blipFill>
        <p:spPr>
          <a:xfrm>
            <a:off x="0" y="3176"/>
            <a:ext cx="3618000" cy="6854824"/>
          </a:xfrm>
          <a:prstGeom prst="rect">
            <a:avLst/>
          </a:prstGeom>
        </p:spPr>
      </p:pic>
      <p:sp>
        <p:nvSpPr>
          <p:cNvPr id="174" name="Rectangle 173">
            <a:extLst>
              <a:ext uri="{FF2B5EF4-FFF2-40B4-BE49-F238E27FC236}">
                <a16:creationId xmlns:a16="http://schemas.microsoft.com/office/drawing/2014/main" id="{BF40359E-5FB6-72E2-2242-D6C4577E027D}"/>
              </a:ext>
            </a:extLst>
          </p:cNvPr>
          <p:cNvSpPr/>
          <p:nvPr/>
        </p:nvSpPr>
        <p:spPr>
          <a:xfrm>
            <a:off x="0" y="0"/>
            <a:ext cx="3618000" cy="6858000"/>
          </a:xfrm>
          <a:prstGeom prst="rect">
            <a:avLst/>
          </a:prstGeom>
          <a:solidFill>
            <a:schemeClr val="accent1">
              <a:alpha val="7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/>
          </a:p>
        </p:txBody>
      </p:sp>
      <p:sp>
        <p:nvSpPr>
          <p:cNvPr id="103" name="Title 102">
            <a:extLst>
              <a:ext uri="{FF2B5EF4-FFF2-40B4-BE49-F238E27FC236}">
                <a16:creationId xmlns:a16="http://schemas.microsoft.com/office/drawing/2014/main" id="{C4149475-E50F-E66F-85C5-1B03BC27C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9" y="2197896"/>
            <a:ext cx="2925520" cy="2462213"/>
          </a:xfrm>
        </p:spPr>
        <p:txBody>
          <a:bodyPr vert="horz" rIns="0">
            <a:spAutoFit/>
          </a:bodyPr>
          <a:lstStyle/>
          <a:p>
            <a:r>
              <a:rPr lang="en-US" dirty="0"/>
              <a:t>Register now </a:t>
            </a:r>
            <a:br>
              <a:rPr lang="en-US" dirty="0"/>
            </a:br>
            <a:r>
              <a:rPr lang="en-US" dirty="0"/>
              <a:t>for ABC</a:t>
            </a:r>
            <a:br>
              <a:rPr lang="en-US" dirty="0"/>
            </a:br>
            <a:r>
              <a:rPr lang="en-US" dirty="0"/>
              <a:t>training happening for two days</a:t>
            </a:r>
          </a:p>
        </p:txBody>
      </p:sp>
      <p:sp>
        <p:nvSpPr>
          <p:cNvPr id="180" name="Text Placeholder 4">
            <a:extLst>
              <a:ext uri="{FF2B5EF4-FFF2-40B4-BE49-F238E27FC236}">
                <a16:creationId xmlns:a16="http://schemas.microsoft.com/office/drawing/2014/main" id="{6FDD1E6B-9C99-A200-27C7-EF14BC436278}"/>
              </a:ext>
            </a:extLst>
          </p:cNvPr>
          <p:cNvSpPr txBox="1">
            <a:spLocks/>
          </p:cNvSpPr>
          <p:nvPr/>
        </p:nvSpPr>
        <p:spPr>
          <a:xfrm>
            <a:off x="3760727" y="6543246"/>
            <a:ext cx="8024400" cy="153888"/>
          </a:xfrm>
          <a:prstGeom prst="rect">
            <a:avLst/>
          </a:prstGeom>
        </p:spPr>
        <p:txBody>
          <a:bodyPr lIns="0" tIns="0" rIns="0" bIns="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b="1" dirty="0"/>
              <a:t>Source:</a:t>
            </a:r>
            <a:r>
              <a:rPr lang="en-US" sz="1000" dirty="0"/>
              <a:t> Content taken from random online source.</a:t>
            </a:r>
            <a:endParaRPr lang="en-IN" sz="1000" dirty="0"/>
          </a:p>
        </p:txBody>
      </p:sp>
    </p:spTree>
    <p:extLst>
      <p:ext uri="{BB962C8B-B14F-4D97-AF65-F5344CB8AC3E}">
        <p14:creationId xmlns:p14="http://schemas.microsoft.com/office/powerpoint/2010/main" val="35164135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55131-35C9-9089-0384-58377162F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4" name="thinkcell data - do not delete" hidden="1">
            <a:extLst>
              <a:ext uri="{FF2B5EF4-FFF2-40B4-BE49-F238E27FC236}">
                <a16:creationId xmlns:a16="http://schemas.microsoft.com/office/drawing/2014/main" id="{997E21AF-540F-9E73-F51E-A4C4B7BAD4D5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7841877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473" imgH="473" progId="TCLayout.ActiveDocument.1">
                  <p:embed/>
                </p:oleObj>
              </mc:Choice>
              <mc:Fallback>
                <p:oleObj name="thinkcell Slide" r:id="rId3" imgW="473" imgH="47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597C48E2-586F-B01A-4FF5-E832D0F04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9" y="385555"/>
            <a:ext cx="11379600" cy="430887"/>
          </a:xfrm>
        </p:spPr>
        <p:txBody>
          <a:bodyPr vert="horz" rIns="0">
            <a:spAutoFit/>
          </a:bodyPr>
          <a:lstStyle/>
          <a:p>
            <a:r>
              <a:rPr lang="en-US" dirty="0"/>
              <a:t>Strategic framework | Three growth levers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D39D5A-C245-516D-A707-0FD82B3AB70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Source: </a:t>
            </a:r>
            <a:r>
              <a:rPr lang="en-US" b="0" dirty="0"/>
              <a:t>Content taken from random online source.</a:t>
            </a:r>
            <a:endParaRPr lang="en-IN" b="0" dirty="0"/>
          </a:p>
        </p:txBody>
      </p:sp>
      <p:sp>
        <p:nvSpPr>
          <p:cNvPr id="2" name="Rectangle: Top Corners Rounded 1">
            <a:extLst>
              <a:ext uri="{FF2B5EF4-FFF2-40B4-BE49-F238E27FC236}">
                <a16:creationId xmlns:a16="http://schemas.microsoft.com/office/drawing/2014/main" id="{5734CE4C-2BBD-AC54-CAD1-5291D2F0B167}"/>
              </a:ext>
            </a:extLst>
          </p:cNvPr>
          <p:cNvSpPr/>
          <p:nvPr/>
        </p:nvSpPr>
        <p:spPr>
          <a:xfrm>
            <a:off x="2430399" y="1367938"/>
            <a:ext cx="9347686" cy="592219"/>
          </a:xfrm>
          <a:prstGeom prst="round2SameRect">
            <a:avLst/>
          </a:prstGeom>
          <a:solidFill>
            <a:schemeClr val="accent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4D90A12-0510-2EB0-187A-C10E48F6C9A1}"/>
              </a:ext>
            </a:extLst>
          </p:cNvPr>
          <p:cNvSpPr>
            <a:spLocks/>
          </p:cNvSpPr>
          <p:nvPr/>
        </p:nvSpPr>
        <p:spPr>
          <a:xfrm>
            <a:off x="2430398" y="1761999"/>
            <a:ext cx="9347687" cy="4473551"/>
          </a:xfrm>
          <a:prstGeom prst="roundRect">
            <a:avLst>
              <a:gd name="adj" fmla="val 2103"/>
            </a:avLst>
          </a:prstGeom>
          <a:solidFill>
            <a:schemeClr val="bg1"/>
          </a:solidFill>
          <a:ln w="6350" cap="sq">
            <a:noFill/>
            <a:miter lim="800000"/>
          </a:ln>
          <a:effectLst>
            <a:outerShdw blurRad="190500" dist="63500" dir="8100000" algn="tr" rotWithShape="0">
              <a:schemeClr val="bg1">
                <a:lumMod val="50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DB7D73CC-48B1-4BDE-90D6-00C404185BC4}"/>
              </a:ext>
            </a:extLst>
          </p:cNvPr>
          <p:cNvSpPr txBox="1">
            <a:spLocks/>
          </p:cNvSpPr>
          <p:nvPr/>
        </p:nvSpPr>
        <p:spPr>
          <a:xfrm>
            <a:off x="407989" y="1467461"/>
            <a:ext cx="1274066" cy="215444"/>
          </a:xfrm>
          <a:prstGeom prst="rect">
            <a:avLst/>
          </a:prstGeom>
          <a:noFill/>
          <a:ln w="28575">
            <a:noFill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>
            <a:lvl1pPr marL="0" lvl="0" indent="0" defTabSz="895350" eaLnBrk="1" hangingPunct="1">
              <a:buClr>
                <a:schemeClr val="tx2"/>
              </a:buClr>
              <a:defRPr baseline="0">
                <a:latin typeface="+mn-lt"/>
              </a:defRPr>
            </a:lvl1pPr>
            <a:lvl2pPr marL="193675" lvl="1" indent="-192088" defTabSz="895350" eaLnBrk="1" hangingPunct="1">
              <a:buClr>
                <a:schemeClr val="tx2"/>
              </a:buClr>
              <a:buSzPct val="125000"/>
              <a:buFont typeface="Arial" charset="0"/>
              <a:buChar char="▪"/>
              <a:defRPr baseline="0">
                <a:latin typeface="+mn-lt"/>
              </a:defRPr>
            </a:lvl2pPr>
            <a:lvl3pPr marL="457200" lvl="2" indent="-261938" defTabSz="895350" eaLnBrk="1" hangingPunct="1">
              <a:buClr>
                <a:schemeClr val="tx2"/>
              </a:buClr>
              <a:buSzPct val="120000"/>
              <a:buFont typeface="Arial" charset="0"/>
              <a:buChar char="–"/>
              <a:defRPr baseline="0">
                <a:latin typeface="+mn-lt"/>
              </a:defRPr>
            </a:lvl3pPr>
            <a:lvl4pPr marL="614363" lvl="3" indent="-155575" defTabSz="895350" eaLnBrk="1" hangingPunct="1">
              <a:buClr>
                <a:schemeClr val="tx2"/>
              </a:buClr>
              <a:buSzPct val="120000"/>
              <a:buFont typeface="Arial" charset="0"/>
              <a:buChar char="▫"/>
              <a:defRPr baseline="0">
                <a:latin typeface="+mn-lt"/>
              </a:defRPr>
            </a:lvl4pPr>
            <a:lvl5pPr marL="749808" lvl="4" indent="-130175" defTabSz="895350" eaLnBrk="1" hangingPunct="1"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5pPr>
            <a:lvl6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6pPr>
            <a:lvl7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7pPr>
            <a:lvl8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8pPr>
            <a:lvl9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pPr marL="0" marR="0" lvl="0" indent="0" algn="l" defTabSz="8953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2960"/>
              </a:buClr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Name</a:t>
            </a:r>
            <a:endParaRPr kumimoji="0" lang="en-US" sz="1400" b="1" i="0" u="none" strike="noStrike" kern="0" cap="none" spc="0" normalizeH="0" baseline="30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E54467DB-CC2B-0F6A-F116-4975AE4E9F8A}"/>
              </a:ext>
            </a:extLst>
          </p:cNvPr>
          <p:cNvSpPr>
            <a:spLocks/>
          </p:cNvSpPr>
          <p:nvPr/>
        </p:nvSpPr>
        <p:spPr>
          <a:xfrm rot="5400000" flipH="1">
            <a:off x="-1105553" y="2924132"/>
            <a:ext cx="4496617" cy="2285513"/>
          </a:xfrm>
          <a:prstGeom prst="round2SameRect">
            <a:avLst>
              <a:gd name="adj1" fmla="val 4294"/>
              <a:gd name="adj2" fmla="val 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5400000" scaled="1"/>
            <a:tileRect/>
          </a:gra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lt"/>
              <a:cs typeface="Arial"/>
              <a:sym typeface="+mn-lt"/>
            </a:endParaRPr>
          </a:p>
        </p:txBody>
      </p:sp>
      <p:sp>
        <p:nvSpPr>
          <p:cNvPr id="11" name="Arrow: Bent 10">
            <a:extLst>
              <a:ext uri="{FF2B5EF4-FFF2-40B4-BE49-F238E27FC236}">
                <a16:creationId xmlns:a16="http://schemas.microsoft.com/office/drawing/2014/main" id="{405F4A63-E420-7692-AFB0-2D431D073D19}"/>
              </a:ext>
            </a:extLst>
          </p:cNvPr>
          <p:cNvSpPr/>
          <p:nvPr/>
        </p:nvSpPr>
        <p:spPr>
          <a:xfrm rot="10800000" flipV="1">
            <a:off x="680241" y="1763556"/>
            <a:ext cx="1671281" cy="3985850"/>
          </a:xfrm>
          <a:prstGeom prst="bentArrow">
            <a:avLst>
              <a:gd name="adj1" fmla="val 25000"/>
              <a:gd name="adj2" fmla="val 0"/>
              <a:gd name="adj3" fmla="val 25000"/>
              <a:gd name="adj4" fmla="val 6595"/>
            </a:avLst>
          </a:prstGeom>
          <a:ln w="6350" cap="flat">
            <a:solidFill>
              <a:schemeClr val="bg1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2" name="Arrow: Bent 11">
            <a:extLst>
              <a:ext uri="{FF2B5EF4-FFF2-40B4-BE49-F238E27FC236}">
                <a16:creationId xmlns:a16="http://schemas.microsoft.com/office/drawing/2014/main" id="{65B92976-B6CD-FE0B-754B-F84830B3ECC5}"/>
              </a:ext>
            </a:extLst>
          </p:cNvPr>
          <p:cNvSpPr/>
          <p:nvPr/>
        </p:nvSpPr>
        <p:spPr>
          <a:xfrm rot="5400000" flipH="1" flipV="1">
            <a:off x="5439989" y="78704"/>
            <a:ext cx="3148034" cy="9324961"/>
          </a:xfrm>
          <a:prstGeom prst="bentArrow">
            <a:avLst>
              <a:gd name="adj1" fmla="val 25000"/>
              <a:gd name="adj2" fmla="val 0"/>
              <a:gd name="adj3" fmla="val 25000"/>
              <a:gd name="adj4" fmla="val 3227"/>
            </a:avLst>
          </a:prstGeom>
          <a:ln w="6350" cap="flat">
            <a:solidFill>
              <a:schemeClr val="bg1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36B4418-9626-D28A-3F64-01A7ADAB81ED}"/>
              </a:ext>
            </a:extLst>
          </p:cNvPr>
          <p:cNvCxnSpPr>
            <a:cxnSpLocks/>
          </p:cNvCxnSpPr>
          <p:nvPr/>
        </p:nvCxnSpPr>
        <p:spPr>
          <a:xfrm rot="10800000" flipH="1">
            <a:off x="407989" y="1761999"/>
            <a:ext cx="365760" cy="0"/>
          </a:xfrm>
          <a:prstGeom prst="line">
            <a:avLst/>
          </a:prstGeom>
          <a:ln w="34925" cap="rnd">
            <a:solidFill>
              <a:schemeClr val="accent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9">
            <a:extLst>
              <a:ext uri="{FF2B5EF4-FFF2-40B4-BE49-F238E27FC236}">
                <a16:creationId xmlns:a16="http://schemas.microsoft.com/office/drawing/2014/main" id="{1E062B5C-3EB6-CF9D-E0CB-A8FDCA933466}"/>
              </a:ext>
            </a:extLst>
          </p:cNvPr>
          <p:cNvSpPr txBox="1">
            <a:spLocks/>
          </p:cNvSpPr>
          <p:nvPr/>
        </p:nvSpPr>
        <p:spPr>
          <a:xfrm>
            <a:off x="2532026" y="1467461"/>
            <a:ext cx="2844728" cy="215444"/>
          </a:xfrm>
          <a:prstGeom prst="rect">
            <a:avLst/>
          </a:prstGeom>
          <a:noFill/>
          <a:ln w="28575">
            <a:noFill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>
            <a:lvl1pPr marL="0" lvl="0" indent="0" defTabSz="895350" eaLnBrk="1" hangingPunct="1">
              <a:buClr>
                <a:schemeClr val="tx2"/>
              </a:buClr>
              <a:defRPr baseline="0">
                <a:latin typeface="+mn-lt"/>
              </a:defRPr>
            </a:lvl1pPr>
            <a:lvl2pPr marL="193675" lvl="1" indent="-192088" defTabSz="895350" eaLnBrk="1" hangingPunct="1">
              <a:buClr>
                <a:schemeClr val="tx2"/>
              </a:buClr>
              <a:buSzPct val="125000"/>
              <a:buFont typeface="Arial" charset="0"/>
              <a:buChar char="▪"/>
              <a:defRPr baseline="0">
                <a:latin typeface="+mn-lt"/>
              </a:defRPr>
            </a:lvl2pPr>
            <a:lvl3pPr marL="457200" lvl="2" indent="-261938" defTabSz="895350" eaLnBrk="1" hangingPunct="1">
              <a:buClr>
                <a:schemeClr val="tx2"/>
              </a:buClr>
              <a:buSzPct val="120000"/>
              <a:buFont typeface="Arial" charset="0"/>
              <a:buChar char="–"/>
              <a:defRPr baseline="0">
                <a:latin typeface="+mn-lt"/>
              </a:defRPr>
            </a:lvl3pPr>
            <a:lvl4pPr marL="614363" lvl="3" indent="-155575" defTabSz="895350" eaLnBrk="1" hangingPunct="1">
              <a:buClr>
                <a:schemeClr val="tx2"/>
              </a:buClr>
              <a:buSzPct val="120000"/>
              <a:buFont typeface="Arial" charset="0"/>
              <a:buChar char="▫"/>
              <a:defRPr baseline="0">
                <a:latin typeface="+mn-lt"/>
              </a:defRPr>
            </a:lvl4pPr>
            <a:lvl5pPr marL="749808" lvl="4" indent="-130175" defTabSz="895350" eaLnBrk="1" hangingPunct="1"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5pPr>
            <a:lvl6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6pPr>
            <a:lvl7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7pPr>
            <a:lvl8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8pPr>
            <a:lvl9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pPr marL="0" marR="0" lvl="0" indent="0" algn="l" defTabSz="8953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2960"/>
              </a:buClr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Description</a:t>
            </a:r>
            <a:endParaRPr kumimoji="0" lang="en-US" sz="1400" b="1" i="0" u="none" strike="noStrike" kern="0" cap="none" spc="0" normalizeH="0" baseline="30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8" name="Rectangle 9">
            <a:extLst>
              <a:ext uri="{FF2B5EF4-FFF2-40B4-BE49-F238E27FC236}">
                <a16:creationId xmlns:a16="http://schemas.microsoft.com/office/drawing/2014/main" id="{CB4EABD5-9CD0-9088-717C-D7CEDB831C55}"/>
              </a:ext>
            </a:extLst>
          </p:cNvPr>
          <p:cNvSpPr txBox="1">
            <a:spLocks/>
          </p:cNvSpPr>
          <p:nvPr/>
        </p:nvSpPr>
        <p:spPr>
          <a:xfrm>
            <a:off x="9680863" y="1464739"/>
            <a:ext cx="1670400" cy="215444"/>
          </a:xfrm>
          <a:prstGeom prst="rect">
            <a:avLst/>
          </a:prstGeom>
          <a:noFill/>
          <a:ln w="28575">
            <a:noFill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>
            <a:lvl1pPr marL="0" lvl="0" indent="0" defTabSz="895350" eaLnBrk="1" hangingPunct="1">
              <a:buClr>
                <a:schemeClr val="tx2"/>
              </a:buClr>
              <a:defRPr baseline="0">
                <a:latin typeface="+mn-lt"/>
              </a:defRPr>
            </a:lvl1pPr>
            <a:lvl2pPr marL="193675" lvl="1" indent="-192088" defTabSz="895350" eaLnBrk="1" hangingPunct="1">
              <a:buClr>
                <a:schemeClr val="tx2"/>
              </a:buClr>
              <a:buSzPct val="125000"/>
              <a:buFont typeface="Arial" charset="0"/>
              <a:buChar char="▪"/>
              <a:defRPr baseline="0">
                <a:latin typeface="+mn-lt"/>
              </a:defRPr>
            </a:lvl2pPr>
            <a:lvl3pPr marL="457200" lvl="2" indent="-261938" defTabSz="895350" eaLnBrk="1" hangingPunct="1">
              <a:buClr>
                <a:schemeClr val="tx2"/>
              </a:buClr>
              <a:buSzPct val="120000"/>
              <a:buFont typeface="Arial" charset="0"/>
              <a:buChar char="–"/>
              <a:defRPr baseline="0">
                <a:latin typeface="+mn-lt"/>
              </a:defRPr>
            </a:lvl3pPr>
            <a:lvl4pPr marL="614363" lvl="3" indent="-155575" defTabSz="895350" eaLnBrk="1" hangingPunct="1">
              <a:buClr>
                <a:schemeClr val="tx2"/>
              </a:buClr>
              <a:buSzPct val="120000"/>
              <a:buFont typeface="Arial" charset="0"/>
              <a:buChar char="▫"/>
              <a:defRPr baseline="0">
                <a:latin typeface="+mn-lt"/>
              </a:defRPr>
            </a:lvl4pPr>
            <a:lvl5pPr marL="749808" lvl="4" indent="-130175" defTabSz="895350" eaLnBrk="1" hangingPunct="1"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5pPr>
            <a:lvl6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6pPr>
            <a:lvl7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7pPr>
            <a:lvl8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8pPr>
            <a:lvl9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pPr marL="0" marR="0" lvl="0" indent="0" algn="l" defTabSz="895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Proprietary tool</a:t>
            </a:r>
          </a:p>
        </p:txBody>
      </p:sp>
      <p:sp>
        <p:nvSpPr>
          <p:cNvPr id="20" name="Rectangle 15">
            <a:extLst>
              <a:ext uri="{FF2B5EF4-FFF2-40B4-BE49-F238E27FC236}">
                <a16:creationId xmlns:a16="http://schemas.microsoft.com/office/drawing/2014/main" id="{196BA53A-0E15-39D4-B33C-A4C71176A5ED}"/>
              </a:ext>
            </a:extLst>
          </p:cNvPr>
          <p:cNvSpPr txBox="1">
            <a:spLocks/>
          </p:cNvSpPr>
          <p:nvPr/>
        </p:nvSpPr>
        <p:spPr>
          <a:xfrm>
            <a:off x="755964" y="1965091"/>
            <a:ext cx="140868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lvl="0" indent="0" defTabSz="895350" eaLnBrk="1" hangingPunct="1">
              <a:buClr>
                <a:schemeClr val="tx2"/>
              </a:buClr>
              <a:defRPr baseline="0">
                <a:latin typeface="+mn-lt"/>
              </a:defRPr>
            </a:lvl1pPr>
            <a:lvl2pPr marL="193675" lvl="1" indent="-192088" defTabSz="895350" eaLnBrk="1" hangingPunct="1">
              <a:buClr>
                <a:schemeClr val="tx2"/>
              </a:buClr>
              <a:buSzPct val="125000"/>
              <a:buFont typeface="Arial" charset="0"/>
              <a:buChar char="▪"/>
              <a:defRPr baseline="0">
                <a:latin typeface="+mn-lt"/>
              </a:defRPr>
            </a:lvl2pPr>
            <a:lvl3pPr marL="457200" lvl="2" indent="-261938" defTabSz="895350" eaLnBrk="1" hangingPunct="1">
              <a:buClr>
                <a:schemeClr val="tx2"/>
              </a:buClr>
              <a:buSzPct val="120000"/>
              <a:buFont typeface="Arial" charset="0"/>
              <a:buChar char="–"/>
              <a:defRPr baseline="0">
                <a:latin typeface="+mn-lt"/>
              </a:defRPr>
            </a:lvl3pPr>
            <a:lvl4pPr marL="614363" lvl="3" indent="-155575" defTabSz="895350" eaLnBrk="1" hangingPunct="1">
              <a:buClr>
                <a:schemeClr val="tx2"/>
              </a:buClr>
              <a:buSzPct val="120000"/>
              <a:buFont typeface="Arial" charset="0"/>
              <a:buChar char="▫"/>
              <a:defRPr baseline="0">
                <a:latin typeface="+mn-lt"/>
              </a:defRPr>
            </a:lvl4pPr>
            <a:lvl5pPr marL="749808" lvl="4" indent="-130175" defTabSz="895350" eaLnBrk="1" hangingPunct="1"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5pPr>
            <a:lvl6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6pPr>
            <a:lvl7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7pPr>
            <a:lvl8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8pPr>
            <a:lvl9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pPr marL="0" marR="0" lvl="0" indent="0" algn="l" defTabSz="895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Business Assessment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3367ABE-21E7-15DB-793F-686E222C6F20}"/>
              </a:ext>
            </a:extLst>
          </p:cNvPr>
          <p:cNvCxnSpPr>
            <a:cxnSpLocks/>
          </p:cNvCxnSpPr>
          <p:nvPr/>
        </p:nvCxnSpPr>
        <p:spPr>
          <a:xfrm>
            <a:off x="5875985" y="1427717"/>
            <a:ext cx="0" cy="289488"/>
          </a:xfrm>
          <a:prstGeom prst="line">
            <a:avLst/>
          </a:prstGeom>
          <a:ln w="12700" cap="rnd">
            <a:solidFill>
              <a:schemeClr val="bg2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7ECBF23-15AF-59F0-DEF2-45B81EC4740C}"/>
              </a:ext>
            </a:extLst>
          </p:cNvPr>
          <p:cNvCxnSpPr>
            <a:cxnSpLocks/>
          </p:cNvCxnSpPr>
          <p:nvPr/>
        </p:nvCxnSpPr>
        <p:spPr>
          <a:xfrm>
            <a:off x="9470523" y="1427717"/>
            <a:ext cx="0" cy="289488"/>
          </a:xfrm>
          <a:prstGeom prst="line">
            <a:avLst/>
          </a:prstGeom>
          <a:ln w="12700" cap="rnd">
            <a:solidFill>
              <a:schemeClr val="bg2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15">
            <a:extLst>
              <a:ext uri="{FF2B5EF4-FFF2-40B4-BE49-F238E27FC236}">
                <a16:creationId xmlns:a16="http://schemas.microsoft.com/office/drawing/2014/main" id="{9EE88A96-517F-B0CA-1157-0D3523D23796}"/>
              </a:ext>
            </a:extLst>
          </p:cNvPr>
          <p:cNvSpPr txBox="1">
            <a:spLocks/>
          </p:cNvSpPr>
          <p:nvPr/>
        </p:nvSpPr>
        <p:spPr>
          <a:xfrm>
            <a:off x="755964" y="5457060"/>
            <a:ext cx="140868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lvl="0" indent="0" defTabSz="895350" eaLnBrk="1" hangingPunct="1">
              <a:buClr>
                <a:schemeClr val="tx2"/>
              </a:buClr>
              <a:defRPr baseline="0">
                <a:latin typeface="+mn-lt"/>
              </a:defRPr>
            </a:lvl1pPr>
            <a:lvl2pPr marL="193675" lvl="1" indent="-192088" defTabSz="895350" eaLnBrk="1" hangingPunct="1">
              <a:buClr>
                <a:schemeClr val="tx2"/>
              </a:buClr>
              <a:buSzPct val="125000"/>
              <a:buFont typeface="Arial" charset="0"/>
              <a:buChar char="▪"/>
              <a:defRPr baseline="0">
                <a:latin typeface="+mn-lt"/>
              </a:defRPr>
            </a:lvl2pPr>
            <a:lvl3pPr marL="457200" lvl="2" indent="-261938" defTabSz="895350" eaLnBrk="1" hangingPunct="1">
              <a:buClr>
                <a:schemeClr val="tx2"/>
              </a:buClr>
              <a:buSzPct val="120000"/>
              <a:buFont typeface="Arial" charset="0"/>
              <a:buChar char="–"/>
              <a:defRPr baseline="0">
                <a:latin typeface="+mn-lt"/>
              </a:defRPr>
            </a:lvl3pPr>
            <a:lvl4pPr marL="614363" lvl="3" indent="-155575" defTabSz="895350" eaLnBrk="1" hangingPunct="1">
              <a:buClr>
                <a:schemeClr val="tx2"/>
              </a:buClr>
              <a:buSzPct val="120000"/>
              <a:buFont typeface="Arial" charset="0"/>
              <a:buChar char="▫"/>
              <a:defRPr baseline="0">
                <a:latin typeface="+mn-lt"/>
              </a:defRPr>
            </a:lvl4pPr>
            <a:lvl5pPr marL="749808" lvl="4" indent="-130175" defTabSz="895350" eaLnBrk="1" hangingPunct="1"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5pPr>
            <a:lvl6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6pPr>
            <a:lvl7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7pPr>
            <a:lvl8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8pPr>
            <a:lvl9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pPr marL="0" marR="0" lvl="0" indent="0" algn="l" defTabSz="895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Performance Monitoring</a:t>
            </a:r>
          </a:p>
        </p:txBody>
      </p:sp>
      <p:sp>
        <p:nvSpPr>
          <p:cNvPr id="31" name="Graphic 169">
            <a:extLst>
              <a:ext uri="{FF2B5EF4-FFF2-40B4-BE49-F238E27FC236}">
                <a16:creationId xmlns:a16="http://schemas.microsoft.com/office/drawing/2014/main" id="{E6136443-5DDE-39FC-8F84-83C734254988}"/>
              </a:ext>
            </a:extLst>
          </p:cNvPr>
          <p:cNvSpPr/>
          <p:nvPr/>
        </p:nvSpPr>
        <p:spPr>
          <a:xfrm>
            <a:off x="11399755" y="1440625"/>
            <a:ext cx="263672" cy="263672"/>
          </a:xfrm>
          <a:custGeom>
            <a:avLst/>
            <a:gdLst>
              <a:gd name="connsiteX0" fmla="*/ 461621 w 914400"/>
              <a:gd name="connsiteY0" fmla="*/ 376129 h 914400"/>
              <a:gd name="connsiteX1" fmla="*/ 535998 w 914400"/>
              <a:gd name="connsiteY1" fmla="*/ 514051 h 914400"/>
              <a:gd name="connsiteX2" fmla="*/ 508948 w 914400"/>
              <a:gd name="connsiteY2" fmla="*/ 540580 h 914400"/>
              <a:gd name="connsiteX3" fmla="*/ 566471 w 914400"/>
              <a:gd name="connsiteY3" fmla="*/ 674635 h 914400"/>
              <a:gd name="connsiteX4" fmla="*/ 533469 w 914400"/>
              <a:gd name="connsiteY4" fmla="*/ 724641 h 914400"/>
              <a:gd name="connsiteX5" fmla="*/ 389774 w 914400"/>
              <a:gd name="connsiteY5" fmla="*/ 724641 h 914400"/>
              <a:gd name="connsiteX6" fmla="*/ 356772 w 914400"/>
              <a:gd name="connsiteY6" fmla="*/ 674635 h 914400"/>
              <a:gd name="connsiteX7" fmla="*/ 414295 w 914400"/>
              <a:gd name="connsiteY7" fmla="*/ 540580 h 914400"/>
              <a:gd name="connsiteX8" fmla="*/ 398631 w 914400"/>
              <a:gd name="connsiteY8" fmla="*/ 402210 h 914400"/>
              <a:gd name="connsiteX9" fmla="*/ 461622 w 914400"/>
              <a:gd name="connsiteY9" fmla="*/ 376128 h 914400"/>
              <a:gd name="connsiteX10" fmla="*/ 315621 w 914400"/>
              <a:gd name="connsiteY10" fmla="*/ 612987 h 914400"/>
              <a:gd name="connsiteX11" fmla="*/ 332476 w 914400"/>
              <a:gd name="connsiteY11" fmla="*/ 622735 h 914400"/>
              <a:gd name="connsiteX12" fmla="*/ 322728 w 914400"/>
              <a:gd name="connsiteY12" fmla="*/ 639589 h 914400"/>
              <a:gd name="connsiteX13" fmla="*/ 253783 w 914400"/>
              <a:gd name="connsiteY13" fmla="*/ 658081 h 914400"/>
              <a:gd name="connsiteX14" fmla="*/ 253783 w 914400"/>
              <a:gd name="connsiteY14" fmla="*/ 715491 h 914400"/>
              <a:gd name="connsiteX15" fmla="*/ 245746 w 914400"/>
              <a:gd name="connsiteY15" fmla="*/ 728030 h 914400"/>
              <a:gd name="connsiteX16" fmla="*/ 190718 w 914400"/>
              <a:gd name="connsiteY16" fmla="*/ 759805 h 914400"/>
              <a:gd name="connsiteX17" fmla="*/ 148673 w 914400"/>
              <a:gd name="connsiteY17" fmla="*/ 812118 h 914400"/>
              <a:gd name="connsiteX18" fmla="*/ 118238 w 914400"/>
              <a:gd name="connsiteY18" fmla="*/ 738634 h 914400"/>
              <a:gd name="connsiteX19" fmla="*/ 176542 w 914400"/>
              <a:gd name="connsiteY19" fmla="*/ 736290 h 914400"/>
              <a:gd name="connsiteX20" fmla="*/ 226213 w 914400"/>
              <a:gd name="connsiteY20" fmla="*/ 707604 h 914400"/>
              <a:gd name="connsiteX21" fmla="*/ 226213 w 914400"/>
              <a:gd name="connsiteY21" fmla="*/ 647514 h 914400"/>
              <a:gd name="connsiteX22" fmla="*/ 226250 w 914400"/>
              <a:gd name="connsiteY22" fmla="*/ 647514 h 914400"/>
              <a:gd name="connsiteX23" fmla="*/ 236444 w 914400"/>
              <a:gd name="connsiteY23" fmla="*/ 634232 h 914400"/>
              <a:gd name="connsiteX24" fmla="*/ 319007 w 914400"/>
              <a:gd name="connsiteY24" fmla="*/ 461178 h 914400"/>
              <a:gd name="connsiteX25" fmla="*/ 328755 w 914400"/>
              <a:gd name="connsiteY25" fmla="*/ 478032 h 914400"/>
              <a:gd name="connsiteX26" fmla="*/ 311901 w 914400"/>
              <a:gd name="connsiteY26" fmla="*/ 487780 h 914400"/>
              <a:gd name="connsiteX27" fmla="*/ 232724 w 914400"/>
              <a:gd name="connsiteY27" fmla="*/ 466572 h 914400"/>
              <a:gd name="connsiteX28" fmla="*/ 222529 w 914400"/>
              <a:gd name="connsiteY28" fmla="*/ 453289 h 914400"/>
              <a:gd name="connsiteX29" fmla="*/ 222492 w 914400"/>
              <a:gd name="connsiteY29" fmla="*/ 453289 h 914400"/>
              <a:gd name="connsiteX30" fmla="*/ 222492 w 914400"/>
              <a:gd name="connsiteY30" fmla="*/ 393237 h 914400"/>
              <a:gd name="connsiteX31" fmla="*/ 172821 w 914400"/>
              <a:gd name="connsiteY31" fmla="*/ 364550 h 914400"/>
              <a:gd name="connsiteX32" fmla="*/ 101905 w 914400"/>
              <a:gd name="connsiteY32" fmla="*/ 331771 h 914400"/>
              <a:gd name="connsiteX33" fmla="*/ 175388 w 914400"/>
              <a:gd name="connsiteY33" fmla="*/ 301336 h 914400"/>
              <a:gd name="connsiteX34" fmla="*/ 186997 w 914400"/>
              <a:gd name="connsiteY34" fmla="*/ 340999 h 914400"/>
              <a:gd name="connsiteX35" fmla="*/ 242324 w 914400"/>
              <a:gd name="connsiteY35" fmla="*/ 372923 h 914400"/>
              <a:gd name="connsiteX36" fmla="*/ 250063 w 914400"/>
              <a:gd name="connsiteY36" fmla="*/ 385313 h 914400"/>
              <a:gd name="connsiteX37" fmla="*/ 250063 w 914400"/>
              <a:gd name="connsiteY37" fmla="*/ 442723 h 914400"/>
              <a:gd name="connsiteX38" fmla="*/ 320533 w 914400"/>
              <a:gd name="connsiteY38" fmla="*/ 536597 h 914400"/>
              <a:gd name="connsiteX39" fmla="*/ 334299 w 914400"/>
              <a:gd name="connsiteY39" fmla="*/ 550363 h 914400"/>
              <a:gd name="connsiteX40" fmla="*/ 320533 w 914400"/>
              <a:gd name="connsiteY40" fmla="*/ 564130 h 914400"/>
              <a:gd name="connsiteX41" fmla="*/ 199203 w 914400"/>
              <a:gd name="connsiteY41" fmla="*/ 564167 h 914400"/>
              <a:gd name="connsiteX42" fmla="*/ 127989 w 914400"/>
              <a:gd name="connsiteY42" fmla="*/ 580836 h 914400"/>
              <a:gd name="connsiteX43" fmla="*/ 158424 w 914400"/>
              <a:gd name="connsiteY43" fmla="*/ 507352 h 914400"/>
              <a:gd name="connsiteX44" fmla="*/ 199202 w 914400"/>
              <a:gd name="connsiteY44" fmla="*/ 536597 h 914400"/>
              <a:gd name="connsiteX45" fmla="*/ 137662 w 914400"/>
              <a:gd name="connsiteY45" fmla="*/ 780008 h 914400"/>
              <a:gd name="connsiteX46" fmla="*/ 164116 w 914400"/>
              <a:gd name="connsiteY46" fmla="*/ 769070 h 914400"/>
              <a:gd name="connsiteX47" fmla="*/ 137662 w 914400"/>
              <a:gd name="connsiteY47" fmla="*/ 758131 h 914400"/>
              <a:gd name="connsiteX48" fmla="*/ 137662 w 914400"/>
              <a:gd name="connsiteY48" fmla="*/ 780009 h 914400"/>
              <a:gd name="connsiteX49" fmla="*/ 144918 w 914400"/>
              <a:gd name="connsiteY49" fmla="*/ 316226 h 914400"/>
              <a:gd name="connsiteX50" fmla="*/ 133979 w 914400"/>
              <a:gd name="connsiteY50" fmla="*/ 342680 h 914400"/>
              <a:gd name="connsiteX51" fmla="*/ 160433 w 914400"/>
              <a:gd name="connsiteY51" fmla="*/ 331741 h 914400"/>
              <a:gd name="connsiteX52" fmla="*/ 144918 w 914400"/>
              <a:gd name="connsiteY52" fmla="*/ 316226 h 914400"/>
              <a:gd name="connsiteX53" fmla="*/ 158461 w 914400"/>
              <a:gd name="connsiteY53" fmla="*/ 534892 h 914400"/>
              <a:gd name="connsiteX54" fmla="*/ 147523 w 914400"/>
              <a:gd name="connsiteY54" fmla="*/ 561345 h 914400"/>
              <a:gd name="connsiteX55" fmla="*/ 173977 w 914400"/>
              <a:gd name="connsiteY55" fmla="*/ 550407 h 914400"/>
              <a:gd name="connsiteX56" fmla="*/ 158461 w 914400"/>
              <a:gd name="connsiteY56" fmla="*/ 534892 h 914400"/>
              <a:gd name="connsiteX57" fmla="*/ 600555 w 914400"/>
              <a:gd name="connsiteY57" fmla="*/ 639590 h 914400"/>
              <a:gd name="connsiteX58" fmla="*/ 590807 w 914400"/>
              <a:gd name="connsiteY58" fmla="*/ 622736 h 914400"/>
              <a:gd name="connsiteX59" fmla="*/ 607661 w 914400"/>
              <a:gd name="connsiteY59" fmla="*/ 612988 h 914400"/>
              <a:gd name="connsiteX60" fmla="*/ 686838 w 914400"/>
              <a:gd name="connsiteY60" fmla="*/ 634196 h 914400"/>
              <a:gd name="connsiteX61" fmla="*/ 697032 w 914400"/>
              <a:gd name="connsiteY61" fmla="*/ 647479 h 914400"/>
              <a:gd name="connsiteX62" fmla="*/ 697070 w 914400"/>
              <a:gd name="connsiteY62" fmla="*/ 647479 h 914400"/>
              <a:gd name="connsiteX63" fmla="*/ 697070 w 914400"/>
              <a:gd name="connsiteY63" fmla="*/ 707568 h 914400"/>
              <a:gd name="connsiteX64" fmla="*/ 746741 w 914400"/>
              <a:gd name="connsiteY64" fmla="*/ 736255 h 914400"/>
              <a:gd name="connsiteX65" fmla="*/ 817657 w 914400"/>
              <a:gd name="connsiteY65" fmla="*/ 769034 h 914400"/>
              <a:gd name="connsiteX66" fmla="*/ 744174 w 914400"/>
              <a:gd name="connsiteY66" fmla="*/ 799469 h 914400"/>
              <a:gd name="connsiteX67" fmla="*/ 732565 w 914400"/>
              <a:gd name="connsiteY67" fmla="*/ 759769 h 914400"/>
              <a:gd name="connsiteX68" fmla="*/ 677536 w 914400"/>
              <a:gd name="connsiteY68" fmla="*/ 727995 h 914400"/>
              <a:gd name="connsiteX69" fmla="*/ 669499 w 914400"/>
              <a:gd name="connsiteY69" fmla="*/ 715456 h 914400"/>
              <a:gd name="connsiteX70" fmla="*/ 669499 w 914400"/>
              <a:gd name="connsiteY70" fmla="*/ 658046 h 914400"/>
              <a:gd name="connsiteX71" fmla="*/ 611345 w 914400"/>
              <a:gd name="connsiteY71" fmla="*/ 487752 h 914400"/>
              <a:gd name="connsiteX72" fmla="*/ 594490 w 914400"/>
              <a:gd name="connsiteY72" fmla="*/ 478005 h 914400"/>
              <a:gd name="connsiteX73" fmla="*/ 604238 w 914400"/>
              <a:gd name="connsiteY73" fmla="*/ 461150 h 914400"/>
              <a:gd name="connsiteX74" fmla="*/ 673183 w 914400"/>
              <a:gd name="connsiteY74" fmla="*/ 442658 h 914400"/>
              <a:gd name="connsiteX75" fmla="*/ 673183 w 914400"/>
              <a:gd name="connsiteY75" fmla="*/ 385248 h 914400"/>
              <a:gd name="connsiteX76" fmla="*/ 680922 w 914400"/>
              <a:gd name="connsiteY76" fmla="*/ 372858 h 914400"/>
              <a:gd name="connsiteX77" fmla="*/ 736249 w 914400"/>
              <a:gd name="connsiteY77" fmla="*/ 340934 h 914400"/>
              <a:gd name="connsiteX78" fmla="*/ 778293 w 914400"/>
              <a:gd name="connsiteY78" fmla="*/ 288658 h 914400"/>
              <a:gd name="connsiteX79" fmla="*/ 808728 w 914400"/>
              <a:gd name="connsiteY79" fmla="*/ 362141 h 914400"/>
              <a:gd name="connsiteX80" fmla="*/ 750425 w 914400"/>
              <a:gd name="connsiteY80" fmla="*/ 364485 h 914400"/>
              <a:gd name="connsiteX81" fmla="*/ 700716 w 914400"/>
              <a:gd name="connsiteY81" fmla="*/ 393172 h 914400"/>
              <a:gd name="connsiteX82" fmla="*/ 700716 w 914400"/>
              <a:gd name="connsiteY82" fmla="*/ 453224 h 914400"/>
              <a:gd name="connsiteX83" fmla="*/ 700679 w 914400"/>
              <a:gd name="connsiteY83" fmla="*/ 453224 h 914400"/>
              <a:gd name="connsiteX84" fmla="*/ 690484 w 914400"/>
              <a:gd name="connsiteY84" fmla="*/ 466507 h 914400"/>
              <a:gd name="connsiteX85" fmla="*/ 602712 w 914400"/>
              <a:gd name="connsiteY85" fmla="*/ 564175 h 914400"/>
              <a:gd name="connsiteX86" fmla="*/ 588946 w 914400"/>
              <a:gd name="connsiteY86" fmla="*/ 550409 h 914400"/>
              <a:gd name="connsiteX87" fmla="*/ 602712 w 914400"/>
              <a:gd name="connsiteY87" fmla="*/ 536642 h 914400"/>
              <a:gd name="connsiteX88" fmla="*/ 724042 w 914400"/>
              <a:gd name="connsiteY88" fmla="*/ 536642 h 914400"/>
              <a:gd name="connsiteX89" fmla="*/ 795257 w 914400"/>
              <a:gd name="connsiteY89" fmla="*/ 519974 h 914400"/>
              <a:gd name="connsiteX90" fmla="*/ 764821 w 914400"/>
              <a:gd name="connsiteY90" fmla="*/ 593457 h 914400"/>
              <a:gd name="connsiteX91" fmla="*/ 724043 w 914400"/>
              <a:gd name="connsiteY91" fmla="*/ 564175 h 914400"/>
              <a:gd name="connsiteX92" fmla="*/ 602713 w 914400"/>
              <a:gd name="connsiteY92" fmla="*/ 564138 h 914400"/>
              <a:gd name="connsiteX93" fmla="*/ 774610 w 914400"/>
              <a:gd name="connsiteY93" fmla="*/ 784517 h 914400"/>
              <a:gd name="connsiteX94" fmla="*/ 785549 w 914400"/>
              <a:gd name="connsiteY94" fmla="*/ 758063 h 914400"/>
              <a:gd name="connsiteX95" fmla="*/ 759095 w 914400"/>
              <a:gd name="connsiteY95" fmla="*/ 769002 h 914400"/>
              <a:gd name="connsiteX96" fmla="*/ 774610 w 914400"/>
              <a:gd name="connsiteY96" fmla="*/ 784517 h 914400"/>
              <a:gd name="connsiteX97" fmla="*/ 789270 w 914400"/>
              <a:gd name="connsiteY97" fmla="*/ 320764 h 914400"/>
              <a:gd name="connsiteX98" fmla="*/ 762816 w 914400"/>
              <a:gd name="connsiteY98" fmla="*/ 331702 h 914400"/>
              <a:gd name="connsiteX99" fmla="*/ 789270 w 914400"/>
              <a:gd name="connsiteY99" fmla="*/ 342641 h 914400"/>
              <a:gd name="connsiteX100" fmla="*/ 789270 w 914400"/>
              <a:gd name="connsiteY100" fmla="*/ 320763 h 914400"/>
              <a:gd name="connsiteX101" fmla="*/ 775764 w 914400"/>
              <a:gd name="connsiteY101" fmla="*/ 539429 h 914400"/>
              <a:gd name="connsiteX102" fmla="*/ 749310 w 914400"/>
              <a:gd name="connsiteY102" fmla="*/ 550368 h 914400"/>
              <a:gd name="connsiteX103" fmla="*/ 775764 w 914400"/>
              <a:gd name="connsiteY103" fmla="*/ 561306 h 914400"/>
              <a:gd name="connsiteX104" fmla="*/ 775764 w 914400"/>
              <a:gd name="connsiteY104" fmla="*/ 539428 h 914400"/>
              <a:gd name="connsiteX105" fmla="*/ 123825 w 914400"/>
              <a:gd name="connsiteY105" fmla="*/ 7144 h 914400"/>
              <a:gd name="connsiteX106" fmla="*/ 7144 w 914400"/>
              <a:gd name="connsiteY106" fmla="*/ 123825 h 914400"/>
              <a:gd name="connsiteX107" fmla="*/ 7144 w 914400"/>
              <a:gd name="connsiteY107" fmla="*/ 799395 h 914400"/>
              <a:gd name="connsiteX108" fmla="*/ 123825 w 914400"/>
              <a:gd name="connsiteY108" fmla="*/ 916076 h 914400"/>
              <a:gd name="connsiteX109" fmla="*/ 799395 w 914400"/>
              <a:gd name="connsiteY109" fmla="*/ 916076 h 914400"/>
              <a:gd name="connsiteX110" fmla="*/ 916076 w 914400"/>
              <a:gd name="connsiteY110" fmla="*/ 799395 h 914400"/>
              <a:gd name="connsiteX111" fmla="*/ 916114 w 914400"/>
              <a:gd name="connsiteY111" fmla="*/ 123825 h 914400"/>
              <a:gd name="connsiteX112" fmla="*/ 799432 w 914400"/>
              <a:gd name="connsiteY112" fmla="*/ 7144 h 914400"/>
              <a:gd name="connsiteX113" fmla="*/ 799433 w 914400"/>
              <a:gd name="connsiteY113" fmla="*/ 34677 h 914400"/>
              <a:gd name="connsiteX114" fmla="*/ 888582 w 914400"/>
              <a:gd name="connsiteY114" fmla="*/ 123825 h 914400"/>
              <a:gd name="connsiteX115" fmla="*/ 888582 w 914400"/>
              <a:gd name="connsiteY115" fmla="*/ 183952 h 914400"/>
              <a:gd name="connsiteX116" fmla="*/ 34713 w 914400"/>
              <a:gd name="connsiteY116" fmla="*/ 183952 h 914400"/>
              <a:gd name="connsiteX117" fmla="*/ 34713 w 914400"/>
              <a:gd name="connsiteY117" fmla="*/ 123825 h 914400"/>
              <a:gd name="connsiteX118" fmla="*/ 123861 w 914400"/>
              <a:gd name="connsiteY118" fmla="*/ 34677 h 914400"/>
              <a:gd name="connsiteX119" fmla="*/ 34719 w 914400"/>
              <a:gd name="connsiteY119" fmla="*/ 211480 h 914400"/>
              <a:gd name="connsiteX120" fmla="*/ 34719 w 914400"/>
              <a:gd name="connsiteY120" fmla="*/ 799391 h 914400"/>
              <a:gd name="connsiteX121" fmla="*/ 123867 w 914400"/>
              <a:gd name="connsiteY121" fmla="*/ 888540 h 914400"/>
              <a:gd name="connsiteX122" fmla="*/ 799437 w 914400"/>
              <a:gd name="connsiteY122" fmla="*/ 888540 h 914400"/>
              <a:gd name="connsiteX123" fmla="*/ 888585 w 914400"/>
              <a:gd name="connsiteY123" fmla="*/ 799391 h 914400"/>
              <a:gd name="connsiteX124" fmla="*/ 888548 w 914400"/>
              <a:gd name="connsiteY124" fmla="*/ 211480 h 914400"/>
              <a:gd name="connsiteX125" fmla="*/ 782917 w 914400"/>
              <a:gd name="connsiteY125" fmla="*/ 80359 h 914400"/>
              <a:gd name="connsiteX126" fmla="*/ 803380 w 914400"/>
              <a:gd name="connsiteY126" fmla="*/ 129770 h 914400"/>
              <a:gd name="connsiteX127" fmla="*/ 753970 w 914400"/>
              <a:gd name="connsiteY127" fmla="*/ 109306 h 914400"/>
              <a:gd name="connsiteX128" fmla="*/ 782917 w 914400"/>
              <a:gd name="connsiteY128" fmla="*/ 80359 h 914400"/>
              <a:gd name="connsiteX129" fmla="*/ 677580 w 914400"/>
              <a:gd name="connsiteY129" fmla="*/ 80359 h 914400"/>
              <a:gd name="connsiteX130" fmla="*/ 698043 w 914400"/>
              <a:gd name="connsiteY130" fmla="*/ 129770 h 914400"/>
              <a:gd name="connsiteX131" fmla="*/ 648632 w 914400"/>
              <a:gd name="connsiteY131" fmla="*/ 109306 h 914400"/>
              <a:gd name="connsiteX132" fmla="*/ 677580 w 914400"/>
              <a:gd name="connsiteY132" fmla="*/ 80359 h 914400"/>
              <a:gd name="connsiteX133" fmla="*/ 572243 w 914400"/>
              <a:gd name="connsiteY133" fmla="*/ 80359 h 914400"/>
              <a:gd name="connsiteX134" fmla="*/ 592706 w 914400"/>
              <a:gd name="connsiteY134" fmla="*/ 129770 h 914400"/>
              <a:gd name="connsiteX135" fmla="*/ 543296 w 914400"/>
              <a:gd name="connsiteY135" fmla="*/ 109306 h 914400"/>
              <a:gd name="connsiteX136" fmla="*/ 572243 w 914400"/>
              <a:gd name="connsiteY136" fmla="*/ 80359 h 914400"/>
              <a:gd name="connsiteX137" fmla="*/ 505121 w 914400"/>
              <a:gd name="connsiteY137" fmla="*/ 421658 h 914400"/>
              <a:gd name="connsiteX138" fmla="*/ 418131 w 914400"/>
              <a:gd name="connsiteY138" fmla="*/ 421658 h 914400"/>
              <a:gd name="connsiteX139" fmla="*/ 437367 w 914400"/>
              <a:gd name="connsiteY139" fmla="*/ 521671 h 914400"/>
              <a:gd name="connsiteX140" fmla="*/ 437367 w 914400"/>
              <a:gd name="connsiteY140" fmla="*/ 521708 h 914400"/>
              <a:gd name="connsiteX141" fmla="*/ 444585 w 914400"/>
              <a:gd name="connsiteY141" fmla="*/ 539716 h 914400"/>
              <a:gd name="connsiteX142" fmla="*/ 382077 w 914400"/>
              <a:gd name="connsiteY142" fmla="*/ 685382 h 914400"/>
              <a:gd name="connsiteX143" fmla="*/ 389779 w 914400"/>
              <a:gd name="connsiteY143" fmla="*/ 697102 h 914400"/>
              <a:gd name="connsiteX144" fmla="*/ 533511 w 914400"/>
              <a:gd name="connsiteY144" fmla="*/ 697102 h 914400"/>
              <a:gd name="connsiteX145" fmla="*/ 541213 w 914400"/>
              <a:gd name="connsiteY145" fmla="*/ 685382 h 914400"/>
              <a:gd name="connsiteX146" fmla="*/ 478668 w 914400"/>
              <a:gd name="connsiteY146" fmla="*/ 539754 h 914400"/>
              <a:gd name="connsiteX147" fmla="*/ 485886 w 914400"/>
              <a:gd name="connsiteY147" fmla="*/ 521672 h 914400"/>
              <a:gd name="connsiteX148" fmla="*/ 505122 w 914400"/>
              <a:gd name="connsiteY148" fmla="*/ 421659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</a:cxnLst>
            <a:rect l="l" t="t" r="r" b="b"/>
            <a:pathLst>
              <a:path w="914400" h="914400">
                <a:moveTo>
                  <a:pt x="461621" y="376129"/>
                </a:moveTo>
                <a:cubicBezTo>
                  <a:pt x="532388" y="376129"/>
                  <a:pt x="574882" y="455045"/>
                  <a:pt x="535998" y="514051"/>
                </a:cubicBezTo>
                <a:cubicBezTo>
                  <a:pt x="528965" y="524729"/>
                  <a:pt x="519738" y="533808"/>
                  <a:pt x="508948" y="540580"/>
                </a:cubicBezTo>
                <a:lnTo>
                  <a:pt x="566471" y="674635"/>
                </a:lnTo>
                <a:cubicBezTo>
                  <a:pt x="576628" y="698299"/>
                  <a:pt x="559178" y="724641"/>
                  <a:pt x="533469" y="724641"/>
                </a:cubicBezTo>
                <a:lnTo>
                  <a:pt x="389774" y="724641"/>
                </a:lnTo>
                <a:cubicBezTo>
                  <a:pt x="364065" y="724641"/>
                  <a:pt x="346652" y="698299"/>
                  <a:pt x="356772" y="674635"/>
                </a:cubicBezTo>
                <a:lnTo>
                  <a:pt x="414295" y="540580"/>
                </a:lnTo>
                <a:cubicBezTo>
                  <a:pt x="366149" y="510256"/>
                  <a:pt x="358000" y="442834"/>
                  <a:pt x="398631" y="402210"/>
                </a:cubicBezTo>
                <a:cubicBezTo>
                  <a:pt x="414779" y="386063"/>
                  <a:pt x="437028" y="376128"/>
                  <a:pt x="461622" y="376128"/>
                </a:cubicBezTo>
                <a:close/>
                <a:moveTo>
                  <a:pt x="315621" y="612987"/>
                </a:moveTo>
                <a:cubicBezTo>
                  <a:pt x="322951" y="611015"/>
                  <a:pt x="330504" y="615406"/>
                  <a:pt x="332476" y="622735"/>
                </a:cubicBezTo>
                <a:cubicBezTo>
                  <a:pt x="334448" y="630065"/>
                  <a:pt x="330057" y="637618"/>
                  <a:pt x="322728" y="639589"/>
                </a:cubicBezTo>
                <a:lnTo>
                  <a:pt x="253783" y="658081"/>
                </a:lnTo>
                <a:lnTo>
                  <a:pt x="253783" y="715491"/>
                </a:lnTo>
                <a:cubicBezTo>
                  <a:pt x="253783" y="721072"/>
                  <a:pt x="250472" y="725835"/>
                  <a:pt x="245746" y="728030"/>
                </a:cubicBezTo>
                <a:lnTo>
                  <a:pt x="190718" y="759805"/>
                </a:lnTo>
                <a:cubicBezTo>
                  <a:pt x="196596" y="786594"/>
                  <a:pt x="176207" y="812118"/>
                  <a:pt x="148673" y="812118"/>
                </a:cubicBezTo>
                <a:cubicBezTo>
                  <a:pt x="110462" y="812118"/>
                  <a:pt x="91188" y="765683"/>
                  <a:pt x="118238" y="738634"/>
                </a:cubicBezTo>
                <a:cubicBezTo>
                  <a:pt x="134089" y="722784"/>
                  <a:pt x="159463" y="721743"/>
                  <a:pt x="176542" y="736290"/>
                </a:cubicBezTo>
                <a:lnTo>
                  <a:pt x="226213" y="707604"/>
                </a:lnTo>
                <a:lnTo>
                  <a:pt x="226213" y="647514"/>
                </a:lnTo>
                <a:lnTo>
                  <a:pt x="226250" y="647514"/>
                </a:lnTo>
                <a:cubicBezTo>
                  <a:pt x="226250" y="641450"/>
                  <a:pt x="230305" y="635868"/>
                  <a:pt x="236444" y="634232"/>
                </a:cubicBezTo>
                <a:close/>
                <a:moveTo>
                  <a:pt x="319007" y="461178"/>
                </a:moveTo>
                <a:cubicBezTo>
                  <a:pt x="326337" y="463150"/>
                  <a:pt x="330691" y="470665"/>
                  <a:pt x="328755" y="478032"/>
                </a:cubicBezTo>
                <a:cubicBezTo>
                  <a:pt x="326783" y="485362"/>
                  <a:pt x="319267" y="489716"/>
                  <a:pt x="311901" y="487780"/>
                </a:cubicBezTo>
                <a:lnTo>
                  <a:pt x="232724" y="466572"/>
                </a:lnTo>
                <a:cubicBezTo>
                  <a:pt x="226585" y="464935"/>
                  <a:pt x="222529" y="459354"/>
                  <a:pt x="222529" y="453289"/>
                </a:cubicBezTo>
                <a:lnTo>
                  <a:pt x="222492" y="453289"/>
                </a:lnTo>
                <a:lnTo>
                  <a:pt x="222492" y="393237"/>
                </a:lnTo>
                <a:lnTo>
                  <a:pt x="172821" y="364550"/>
                </a:lnTo>
                <a:cubicBezTo>
                  <a:pt x="144990" y="388251"/>
                  <a:pt x="101905" y="368383"/>
                  <a:pt x="101905" y="331771"/>
                </a:cubicBezTo>
                <a:cubicBezTo>
                  <a:pt x="101905" y="293560"/>
                  <a:pt x="148302" y="274286"/>
                  <a:pt x="175388" y="301336"/>
                </a:cubicBezTo>
                <a:cubicBezTo>
                  <a:pt x="185583" y="311530"/>
                  <a:pt x="190197" y="326413"/>
                  <a:pt x="186997" y="340999"/>
                </a:cubicBezTo>
                <a:lnTo>
                  <a:pt x="242324" y="372923"/>
                </a:lnTo>
                <a:cubicBezTo>
                  <a:pt x="246901" y="375155"/>
                  <a:pt x="250063" y="379881"/>
                  <a:pt x="250063" y="385313"/>
                </a:cubicBezTo>
                <a:lnTo>
                  <a:pt x="250063" y="442723"/>
                </a:lnTo>
                <a:close/>
                <a:moveTo>
                  <a:pt x="320533" y="536597"/>
                </a:moveTo>
                <a:cubicBezTo>
                  <a:pt x="328160" y="536597"/>
                  <a:pt x="334299" y="542773"/>
                  <a:pt x="334299" y="550363"/>
                </a:cubicBezTo>
                <a:cubicBezTo>
                  <a:pt x="334299" y="557991"/>
                  <a:pt x="328123" y="564130"/>
                  <a:pt x="320533" y="564130"/>
                </a:cubicBezTo>
                <a:lnTo>
                  <a:pt x="199203" y="564167"/>
                </a:lnTo>
                <a:cubicBezTo>
                  <a:pt x="189083" y="594192"/>
                  <a:pt x="150648" y="603495"/>
                  <a:pt x="127989" y="580836"/>
                </a:cubicBezTo>
                <a:cubicBezTo>
                  <a:pt x="100940" y="553786"/>
                  <a:pt x="120212" y="507352"/>
                  <a:pt x="158424" y="507352"/>
                </a:cubicBezTo>
                <a:cubicBezTo>
                  <a:pt x="177139" y="507352"/>
                  <a:pt x="193399" y="519370"/>
                  <a:pt x="199202" y="536597"/>
                </a:cubicBezTo>
                <a:close/>
                <a:moveTo>
                  <a:pt x="137662" y="780008"/>
                </a:moveTo>
                <a:cubicBezTo>
                  <a:pt x="147410" y="789756"/>
                  <a:pt x="164116" y="782836"/>
                  <a:pt x="164116" y="769070"/>
                </a:cubicBezTo>
                <a:cubicBezTo>
                  <a:pt x="164116" y="755303"/>
                  <a:pt x="147410" y="748382"/>
                  <a:pt x="137662" y="758131"/>
                </a:cubicBezTo>
                <a:cubicBezTo>
                  <a:pt x="131635" y="764121"/>
                  <a:pt x="131635" y="773944"/>
                  <a:pt x="137662" y="780009"/>
                </a:cubicBezTo>
                <a:close/>
                <a:moveTo>
                  <a:pt x="144918" y="316226"/>
                </a:moveTo>
                <a:cubicBezTo>
                  <a:pt x="131151" y="316226"/>
                  <a:pt x="124230" y="332932"/>
                  <a:pt x="133979" y="342680"/>
                </a:cubicBezTo>
                <a:cubicBezTo>
                  <a:pt x="143690" y="352391"/>
                  <a:pt x="160433" y="345508"/>
                  <a:pt x="160433" y="331741"/>
                </a:cubicBezTo>
                <a:cubicBezTo>
                  <a:pt x="160396" y="323184"/>
                  <a:pt x="153475" y="316226"/>
                  <a:pt x="144918" y="316226"/>
                </a:cubicBezTo>
                <a:close/>
                <a:moveTo>
                  <a:pt x="158461" y="534892"/>
                </a:moveTo>
                <a:cubicBezTo>
                  <a:pt x="144695" y="534892"/>
                  <a:pt x="137774" y="551598"/>
                  <a:pt x="147523" y="561345"/>
                </a:cubicBezTo>
                <a:cubicBezTo>
                  <a:pt x="157233" y="571056"/>
                  <a:pt x="173977" y="564173"/>
                  <a:pt x="173977" y="550407"/>
                </a:cubicBezTo>
                <a:cubicBezTo>
                  <a:pt x="173939" y="541812"/>
                  <a:pt x="166982" y="534892"/>
                  <a:pt x="158461" y="534892"/>
                </a:cubicBezTo>
                <a:close/>
                <a:moveTo>
                  <a:pt x="600555" y="639590"/>
                </a:moveTo>
                <a:cubicBezTo>
                  <a:pt x="593225" y="637618"/>
                  <a:pt x="588871" y="630103"/>
                  <a:pt x="590807" y="622736"/>
                </a:cubicBezTo>
                <a:cubicBezTo>
                  <a:pt x="592779" y="615406"/>
                  <a:pt x="600294" y="611053"/>
                  <a:pt x="607661" y="612988"/>
                </a:cubicBezTo>
                <a:lnTo>
                  <a:pt x="686838" y="634196"/>
                </a:lnTo>
                <a:cubicBezTo>
                  <a:pt x="692977" y="635833"/>
                  <a:pt x="697032" y="641415"/>
                  <a:pt x="697032" y="647479"/>
                </a:cubicBezTo>
                <a:lnTo>
                  <a:pt x="697070" y="647479"/>
                </a:lnTo>
                <a:lnTo>
                  <a:pt x="697070" y="707568"/>
                </a:lnTo>
                <a:lnTo>
                  <a:pt x="746741" y="736255"/>
                </a:lnTo>
                <a:cubicBezTo>
                  <a:pt x="774572" y="712554"/>
                  <a:pt x="817657" y="732385"/>
                  <a:pt x="817657" y="769034"/>
                </a:cubicBezTo>
                <a:cubicBezTo>
                  <a:pt x="817657" y="807246"/>
                  <a:pt x="771260" y="826520"/>
                  <a:pt x="744174" y="799469"/>
                </a:cubicBezTo>
                <a:cubicBezTo>
                  <a:pt x="733942" y="789238"/>
                  <a:pt x="729365" y="774392"/>
                  <a:pt x="732565" y="759769"/>
                </a:cubicBezTo>
                <a:lnTo>
                  <a:pt x="677536" y="727995"/>
                </a:lnTo>
                <a:cubicBezTo>
                  <a:pt x="672773" y="725837"/>
                  <a:pt x="669499" y="721037"/>
                  <a:pt x="669499" y="715456"/>
                </a:cubicBezTo>
                <a:lnTo>
                  <a:pt x="669499" y="658046"/>
                </a:lnTo>
                <a:close/>
                <a:moveTo>
                  <a:pt x="611345" y="487752"/>
                </a:moveTo>
                <a:cubicBezTo>
                  <a:pt x="604015" y="489724"/>
                  <a:pt x="596462" y="485334"/>
                  <a:pt x="594490" y="478005"/>
                </a:cubicBezTo>
                <a:cubicBezTo>
                  <a:pt x="592518" y="470675"/>
                  <a:pt x="596909" y="463122"/>
                  <a:pt x="604238" y="461150"/>
                </a:cubicBezTo>
                <a:lnTo>
                  <a:pt x="673183" y="442658"/>
                </a:lnTo>
                <a:lnTo>
                  <a:pt x="673183" y="385248"/>
                </a:lnTo>
                <a:cubicBezTo>
                  <a:pt x="673183" y="379816"/>
                  <a:pt x="676345" y="375091"/>
                  <a:pt x="680922" y="372858"/>
                </a:cubicBezTo>
                <a:lnTo>
                  <a:pt x="736249" y="340934"/>
                </a:lnTo>
                <a:cubicBezTo>
                  <a:pt x="730407" y="314145"/>
                  <a:pt x="750759" y="288658"/>
                  <a:pt x="778293" y="288658"/>
                </a:cubicBezTo>
                <a:cubicBezTo>
                  <a:pt x="816504" y="288658"/>
                  <a:pt x="835778" y="335055"/>
                  <a:pt x="808728" y="362141"/>
                </a:cubicBezTo>
                <a:cubicBezTo>
                  <a:pt x="792878" y="377992"/>
                  <a:pt x="767503" y="379033"/>
                  <a:pt x="750425" y="364485"/>
                </a:cubicBezTo>
                <a:lnTo>
                  <a:pt x="700716" y="393172"/>
                </a:lnTo>
                <a:lnTo>
                  <a:pt x="700716" y="453224"/>
                </a:lnTo>
                <a:lnTo>
                  <a:pt x="700679" y="453224"/>
                </a:lnTo>
                <a:cubicBezTo>
                  <a:pt x="700679" y="459289"/>
                  <a:pt x="696623" y="464870"/>
                  <a:pt x="690484" y="466507"/>
                </a:cubicBezTo>
                <a:close/>
                <a:moveTo>
                  <a:pt x="602712" y="564175"/>
                </a:moveTo>
                <a:cubicBezTo>
                  <a:pt x="595085" y="564175"/>
                  <a:pt x="588946" y="557999"/>
                  <a:pt x="588946" y="550409"/>
                </a:cubicBezTo>
                <a:cubicBezTo>
                  <a:pt x="588946" y="542781"/>
                  <a:pt x="595122" y="536642"/>
                  <a:pt x="602712" y="536642"/>
                </a:cubicBezTo>
                <a:lnTo>
                  <a:pt x="724042" y="536642"/>
                </a:lnTo>
                <a:cubicBezTo>
                  <a:pt x="734162" y="506617"/>
                  <a:pt x="772598" y="497315"/>
                  <a:pt x="795257" y="519974"/>
                </a:cubicBezTo>
                <a:cubicBezTo>
                  <a:pt x="822306" y="547023"/>
                  <a:pt x="803033" y="593457"/>
                  <a:pt x="764821" y="593457"/>
                </a:cubicBezTo>
                <a:cubicBezTo>
                  <a:pt x="746107" y="593457"/>
                  <a:pt x="729847" y="581439"/>
                  <a:pt x="724043" y="564175"/>
                </a:cubicBezTo>
                <a:lnTo>
                  <a:pt x="602713" y="564138"/>
                </a:lnTo>
                <a:close/>
                <a:moveTo>
                  <a:pt x="774610" y="784517"/>
                </a:moveTo>
                <a:cubicBezTo>
                  <a:pt x="788377" y="784517"/>
                  <a:pt x="795298" y="767811"/>
                  <a:pt x="785549" y="758063"/>
                </a:cubicBezTo>
                <a:cubicBezTo>
                  <a:pt x="775838" y="748353"/>
                  <a:pt x="759095" y="755236"/>
                  <a:pt x="759095" y="769002"/>
                </a:cubicBezTo>
                <a:cubicBezTo>
                  <a:pt x="759132" y="777597"/>
                  <a:pt x="766053" y="784517"/>
                  <a:pt x="774610" y="784517"/>
                </a:cubicBezTo>
                <a:close/>
                <a:moveTo>
                  <a:pt x="789270" y="320764"/>
                </a:moveTo>
                <a:cubicBezTo>
                  <a:pt x="779522" y="311053"/>
                  <a:pt x="762816" y="317936"/>
                  <a:pt x="762816" y="331702"/>
                </a:cubicBezTo>
                <a:cubicBezTo>
                  <a:pt x="762816" y="345469"/>
                  <a:pt x="779522" y="352390"/>
                  <a:pt x="789270" y="342641"/>
                </a:cubicBezTo>
                <a:cubicBezTo>
                  <a:pt x="795335" y="336651"/>
                  <a:pt x="795335" y="326828"/>
                  <a:pt x="789270" y="320763"/>
                </a:cubicBezTo>
                <a:close/>
                <a:moveTo>
                  <a:pt x="775764" y="539429"/>
                </a:moveTo>
                <a:cubicBezTo>
                  <a:pt x="766053" y="529719"/>
                  <a:pt x="749310" y="536602"/>
                  <a:pt x="749310" y="550368"/>
                </a:cubicBezTo>
                <a:cubicBezTo>
                  <a:pt x="749310" y="564134"/>
                  <a:pt x="766016" y="571055"/>
                  <a:pt x="775764" y="561306"/>
                </a:cubicBezTo>
                <a:cubicBezTo>
                  <a:pt x="781828" y="555279"/>
                  <a:pt x="781791" y="545493"/>
                  <a:pt x="775764" y="539428"/>
                </a:cubicBezTo>
                <a:close/>
                <a:moveTo>
                  <a:pt x="123825" y="7144"/>
                </a:moveTo>
                <a:cubicBezTo>
                  <a:pt x="59606" y="7144"/>
                  <a:pt x="7144" y="59643"/>
                  <a:pt x="7144" y="123825"/>
                </a:cubicBezTo>
                <a:lnTo>
                  <a:pt x="7144" y="799395"/>
                </a:lnTo>
                <a:cubicBezTo>
                  <a:pt x="7144" y="863615"/>
                  <a:pt x="59643" y="916076"/>
                  <a:pt x="123825" y="916076"/>
                </a:cubicBezTo>
                <a:lnTo>
                  <a:pt x="799395" y="916076"/>
                </a:lnTo>
                <a:cubicBezTo>
                  <a:pt x="863615" y="916076"/>
                  <a:pt x="916076" y="863577"/>
                  <a:pt x="916076" y="799395"/>
                </a:cubicBezTo>
                <a:lnTo>
                  <a:pt x="916114" y="123825"/>
                </a:lnTo>
                <a:cubicBezTo>
                  <a:pt x="916114" y="59606"/>
                  <a:pt x="863615" y="7144"/>
                  <a:pt x="799432" y="7144"/>
                </a:cubicBezTo>
                <a:close/>
                <a:moveTo>
                  <a:pt x="799433" y="34677"/>
                </a:moveTo>
                <a:cubicBezTo>
                  <a:pt x="848435" y="34677"/>
                  <a:pt x="888582" y="74823"/>
                  <a:pt x="888582" y="123825"/>
                </a:cubicBezTo>
                <a:lnTo>
                  <a:pt x="888582" y="183952"/>
                </a:lnTo>
                <a:lnTo>
                  <a:pt x="34713" y="183952"/>
                </a:lnTo>
                <a:lnTo>
                  <a:pt x="34713" y="123825"/>
                </a:lnTo>
                <a:cubicBezTo>
                  <a:pt x="34713" y="74824"/>
                  <a:pt x="74859" y="34677"/>
                  <a:pt x="123861" y="34677"/>
                </a:cubicBezTo>
                <a:close/>
                <a:moveTo>
                  <a:pt x="34719" y="211480"/>
                </a:moveTo>
                <a:lnTo>
                  <a:pt x="34719" y="799391"/>
                </a:lnTo>
                <a:cubicBezTo>
                  <a:pt x="34719" y="848393"/>
                  <a:pt x="74865" y="888540"/>
                  <a:pt x="123867" y="888540"/>
                </a:cubicBezTo>
                <a:lnTo>
                  <a:pt x="799437" y="888540"/>
                </a:lnTo>
                <a:cubicBezTo>
                  <a:pt x="848438" y="888540"/>
                  <a:pt x="888585" y="848394"/>
                  <a:pt x="888585" y="799391"/>
                </a:cubicBezTo>
                <a:lnTo>
                  <a:pt x="888548" y="211480"/>
                </a:lnTo>
                <a:close/>
                <a:moveTo>
                  <a:pt x="782917" y="80359"/>
                </a:moveTo>
                <a:cubicBezTo>
                  <a:pt x="808627" y="80359"/>
                  <a:pt x="821575" y="111575"/>
                  <a:pt x="803380" y="129770"/>
                </a:cubicBezTo>
                <a:cubicBezTo>
                  <a:pt x="785186" y="147964"/>
                  <a:pt x="753970" y="135016"/>
                  <a:pt x="753970" y="109306"/>
                </a:cubicBezTo>
                <a:cubicBezTo>
                  <a:pt x="753970" y="93344"/>
                  <a:pt x="766955" y="80359"/>
                  <a:pt x="782917" y="80359"/>
                </a:cubicBezTo>
                <a:close/>
                <a:moveTo>
                  <a:pt x="677580" y="80359"/>
                </a:moveTo>
                <a:cubicBezTo>
                  <a:pt x="703290" y="80359"/>
                  <a:pt x="716238" y="111575"/>
                  <a:pt x="698043" y="129770"/>
                </a:cubicBezTo>
                <a:cubicBezTo>
                  <a:pt x="679849" y="147964"/>
                  <a:pt x="648632" y="135016"/>
                  <a:pt x="648632" y="109306"/>
                </a:cubicBezTo>
                <a:cubicBezTo>
                  <a:pt x="648632" y="93344"/>
                  <a:pt x="661581" y="80359"/>
                  <a:pt x="677580" y="80359"/>
                </a:cubicBezTo>
                <a:close/>
                <a:moveTo>
                  <a:pt x="572243" y="80359"/>
                </a:moveTo>
                <a:cubicBezTo>
                  <a:pt x="597953" y="80359"/>
                  <a:pt x="610901" y="111575"/>
                  <a:pt x="592706" y="129770"/>
                </a:cubicBezTo>
                <a:cubicBezTo>
                  <a:pt x="574512" y="147964"/>
                  <a:pt x="543296" y="135016"/>
                  <a:pt x="543296" y="109306"/>
                </a:cubicBezTo>
                <a:cubicBezTo>
                  <a:pt x="543296" y="93344"/>
                  <a:pt x="556244" y="80359"/>
                  <a:pt x="572243" y="80359"/>
                </a:cubicBezTo>
                <a:close/>
                <a:moveTo>
                  <a:pt x="505121" y="421658"/>
                </a:moveTo>
                <a:cubicBezTo>
                  <a:pt x="481123" y="397660"/>
                  <a:pt x="442167" y="397660"/>
                  <a:pt x="418131" y="421658"/>
                </a:cubicBezTo>
                <a:cubicBezTo>
                  <a:pt x="387472" y="452318"/>
                  <a:pt x="397258" y="504444"/>
                  <a:pt x="437367" y="521671"/>
                </a:cubicBezTo>
                <a:lnTo>
                  <a:pt x="437367" y="521708"/>
                </a:lnTo>
                <a:cubicBezTo>
                  <a:pt x="444325" y="524685"/>
                  <a:pt x="447562" y="532759"/>
                  <a:pt x="444585" y="539716"/>
                </a:cubicBezTo>
                <a:lnTo>
                  <a:pt x="382077" y="685382"/>
                </a:lnTo>
                <a:cubicBezTo>
                  <a:pt x="379622" y="691149"/>
                  <a:pt x="383640" y="697102"/>
                  <a:pt x="389779" y="697102"/>
                </a:cubicBezTo>
                <a:lnTo>
                  <a:pt x="533511" y="697102"/>
                </a:lnTo>
                <a:cubicBezTo>
                  <a:pt x="539651" y="697102"/>
                  <a:pt x="543669" y="691149"/>
                  <a:pt x="541213" y="685382"/>
                </a:cubicBezTo>
                <a:lnTo>
                  <a:pt x="478668" y="539754"/>
                </a:lnTo>
                <a:cubicBezTo>
                  <a:pt x="475655" y="532759"/>
                  <a:pt x="478892" y="524686"/>
                  <a:pt x="485886" y="521672"/>
                </a:cubicBezTo>
                <a:cubicBezTo>
                  <a:pt x="525995" y="504445"/>
                  <a:pt x="535744" y="452280"/>
                  <a:pt x="505122" y="421659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F217F1A-4501-5B9D-E212-B4091702C8FD}"/>
              </a:ext>
            </a:extLst>
          </p:cNvPr>
          <p:cNvGrpSpPr/>
          <p:nvPr/>
        </p:nvGrpSpPr>
        <p:grpSpPr>
          <a:xfrm>
            <a:off x="8987036" y="1415565"/>
            <a:ext cx="340807" cy="313793"/>
            <a:chOff x="12747158" y="3732261"/>
            <a:chExt cx="904613" cy="832909"/>
          </a:xfrm>
          <a:solidFill>
            <a:schemeClr val="bg1"/>
          </a:solidFill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9433EEDD-08A9-28C8-865C-8ABE69E22306}"/>
                </a:ext>
              </a:extLst>
            </p:cNvPr>
            <p:cNvSpPr/>
            <p:nvPr/>
          </p:nvSpPr>
          <p:spPr>
            <a:xfrm>
              <a:off x="13116737" y="4027687"/>
              <a:ext cx="333375" cy="333375"/>
            </a:xfrm>
            <a:custGeom>
              <a:avLst/>
              <a:gdLst>
                <a:gd name="connsiteX0" fmla="*/ 282957 w 333375"/>
                <a:gd name="connsiteY0" fmla="*/ 54433 h 333375"/>
                <a:gd name="connsiteX1" fmla="*/ 168695 w 333375"/>
                <a:gd name="connsiteY1" fmla="*/ 7144 h 333375"/>
                <a:gd name="connsiteX2" fmla="*/ 54472 w 333375"/>
                <a:gd name="connsiteY2" fmla="*/ 54509 h 333375"/>
                <a:gd name="connsiteX3" fmla="*/ 7144 w 333375"/>
                <a:gd name="connsiteY3" fmla="*/ 168733 h 333375"/>
                <a:gd name="connsiteX4" fmla="*/ 54472 w 333375"/>
                <a:gd name="connsiteY4" fmla="*/ 282956 h 333375"/>
                <a:gd name="connsiteX5" fmla="*/ 168695 w 333375"/>
                <a:gd name="connsiteY5" fmla="*/ 330321 h 333375"/>
                <a:gd name="connsiteX6" fmla="*/ 282957 w 333375"/>
                <a:gd name="connsiteY6" fmla="*/ 283032 h 333375"/>
                <a:gd name="connsiteX7" fmla="*/ 330210 w 333375"/>
                <a:gd name="connsiteY7" fmla="*/ 168732 h 333375"/>
                <a:gd name="connsiteX8" fmla="*/ 282957 w 333375"/>
                <a:gd name="connsiteY8" fmla="*/ 54432 h 333375"/>
                <a:gd name="connsiteX9" fmla="*/ 272577 w 333375"/>
                <a:gd name="connsiteY9" fmla="*/ 272689 h 333375"/>
                <a:gd name="connsiteX10" fmla="*/ 168697 w 333375"/>
                <a:gd name="connsiteY10" fmla="*/ 315663 h 333375"/>
                <a:gd name="connsiteX11" fmla="*/ 64818 w 333375"/>
                <a:gd name="connsiteY11" fmla="*/ 272615 h 333375"/>
                <a:gd name="connsiteX12" fmla="*/ 21807 w 333375"/>
                <a:gd name="connsiteY12" fmla="*/ 168735 h 333375"/>
                <a:gd name="connsiteX13" fmla="*/ 64818 w 333375"/>
                <a:gd name="connsiteY13" fmla="*/ 64856 h 333375"/>
                <a:gd name="connsiteX14" fmla="*/ 168697 w 333375"/>
                <a:gd name="connsiteY14" fmla="*/ 21807 h 333375"/>
                <a:gd name="connsiteX15" fmla="*/ 272577 w 333375"/>
                <a:gd name="connsiteY15" fmla="*/ 64781 h 333375"/>
                <a:gd name="connsiteX16" fmla="*/ 315551 w 333375"/>
                <a:gd name="connsiteY16" fmla="*/ 168737 h 333375"/>
                <a:gd name="connsiteX17" fmla="*/ 272577 w 333375"/>
                <a:gd name="connsiteY17" fmla="*/ 272693 h 333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33375" h="333375">
                  <a:moveTo>
                    <a:pt x="282957" y="54433"/>
                  </a:moveTo>
                  <a:cubicBezTo>
                    <a:pt x="252633" y="24147"/>
                    <a:pt x="211520" y="7144"/>
                    <a:pt x="168695" y="7144"/>
                  </a:cubicBezTo>
                  <a:cubicBezTo>
                    <a:pt x="125833" y="7144"/>
                    <a:pt x="84756" y="24185"/>
                    <a:pt x="54472" y="54509"/>
                  </a:cubicBezTo>
                  <a:cubicBezTo>
                    <a:pt x="24185" y="84795"/>
                    <a:pt x="7144" y="125872"/>
                    <a:pt x="7144" y="168733"/>
                  </a:cubicBezTo>
                  <a:cubicBezTo>
                    <a:pt x="7144" y="211593"/>
                    <a:pt x="24185" y="252672"/>
                    <a:pt x="54472" y="282956"/>
                  </a:cubicBezTo>
                  <a:cubicBezTo>
                    <a:pt x="84758" y="313280"/>
                    <a:pt x="125835" y="330321"/>
                    <a:pt x="168695" y="330321"/>
                  </a:cubicBezTo>
                  <a:cubicBezTo>
                    <a:pt x="211521" y="330321"/>
                    <a:pt x="252634" y="313317"/>
                    <a:pt x="282957" y="283032"/>
                  </a:cubicBezTo>
                  <a:cubicBezTo>
                    <a:pt x="313207" y="252708"/>
                    <a:pt x="330210" y="211594"/>
                    <a:pt x="330210" y="168732"/>
                  </a:cubicBezTo>
                  <a:cubicBezTo>
                    <a:pt x="330210" y="125869"/>
                    <a:pt x="313206" y="84755"/>
                    <a:pt x="282957" y="54432"/>
                  </a:cubicBezTo>
                  <a:close/>
                  <a:moveTo>
                    <a:pt x="272577" y="272689"/>
                  </a:moveTo>
                  <a:cubicBezTo>
                    <a:pt x="245007" y="300222"/>
                    <a:pt x="207651" y="315663"/>
                    <a:pt x="168697" y="315663"/>
                  </a:cubicBezTo>
                  <a:cubicBezTo>
                    <a:pt x="129704" y="315663"/>
                    <a:pt x="92349" y="300185"/>
                    <a:pt x="64818" y="272615"/>
                  </a:cubicBezTo>
                  <a:cubicBezTo>
                    <a:pt x="37285" y="245045"/>
                    <a:pt x="21807" y="207689"/>
                    <a:pt x="21807" y="168735"/>
                  </a:cubicBezTo>
                  <a:cubicBezTo>
                    <a:pt x="21807" y="129780"/>
                    <a:pt x="37285" y="92424"/>
                    <a:pt x="64818" y="64856"/>
                  </a:cubicBezTo>
                  <a:cubicBezTo>
                    <a:pt x="92351" y="37323"/>
                    <a:pt x="129707" y="21807"/>
                    <a:pt x="168697" y="21807"/>
                  </a:cubicBezTo>
                  <a:cubicBezTo>
                    <a:pt x="207653" y="21807"/>
                    <a:pt x="245009" y="37248"/>
                    <a:pt x="272577" y="64781"/>
                  </a:cubicBezTo>
                  <a:cubicBezTo>
                    <a:pt x="300110" y="92389"/>
                    <a:pt x="315551" y="129782"/>
                    <a:pt x="315551" y="168737"/>
                  </a:cubicBezTo>
                  <a:cubicBezTo>
                    <a:pt x="315551" y="207731"/>
                    <a:pt x="300110" y="245086"/>
                    <a:pt x="272577" y="27269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D256BF0-1E48-74B0-54C2-6B9730E7FD55}"/>
                </a:ext>
              </a:extLst>
            </p:cNvPr>
            <p:cNvSpPr/>
            <p:nvPr/>
          </p:nvSpPr>
          <p:spPr>
            <a:xfrm>
              <a:off x="12747158" y="4027619"/>
              <a:ext cx="104775" cy="123825"/>
            </a:xfrm>
            <a:custGeom>
              <a:avLst/>
              <a:gdLst>
                <a:gd name="connsiteX0" fmla="*/ 94171 w 104775"/>
                <a:gd name="connsiteY0" fmla="*/ 7144 h 123825"/>
                <a:gd name="connsiteX1" fmla="*/ 14474 w 104775"/>
                <a:gd name="connsiteY1" fmla="*/ 7144 h 123825"/>
                <a:gd name="connsiteX2" fmla="*/ 7144 w 104775"/>
                <a:gd name="connsiteY2" fmla="*/ 14474 h 123825"/>
                <a:gd name="connsiteX3" fmla="*/ 7144 w 104775"/>
                <a:gd name="connsiteY3" fmla="*/ 115896 h 123825"/>
                <a:gd name="connsiteX4" fmla="*/ 14474 w 104775"/>
                <a:gd name="connsiteY4" fmla="*/ 123226 h 123825"/>
                <a:gd name="connsiteX5" fmla="*/ 94171 w 104775"/>
                <a:gd name="connsiteY5" fmla="*/ 123226 h 123825"/>
                <a:gd name="connsiteX6" fmla="*/ 101501 w 104775"/>
                <a:gd name="connsiteY6" fmla="*/ 115896 h 123825"/>
                <a:gd name="connsiteX7" fmla="*/ 101501 w 104775"/>
                <a:gd name="connsiteY7" fmla="*/ 14474 h 123825"/>
                <a:gd name="connsiteX8" fmla="*/ 94171 w 104775"/>
                <a:gd name="connsiteY8" fmla="*/ 7144 h 123825"/>
                <a:gd name="connsiteX9" fmla="*/ 86841 w 104775"/>
                <a:gd name="connsiteY9" fmla="*/ 108566 h 123825"/>
                <a:gd name="connsiteX10" fmla="*/ 21804 w 104775"/>
                <a:gd name="connsiteY10" fmla="*/ 108566 h 123825"/>
                <a:gd name="connsiteX11" fmla="*/ 21804 w 104775"/>
                <a:gd name="connsiteY11" fmla="*/ 21799 h 123825"/>
                <a:gd name="connsiteX12" fmla="*/ 86841 w 104775"/>
                <a:gd name="connsiteY12" fmla="*/ 21799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775" h="123825">
                  <a:moveTo>
                    <a:pt x="94171" y="7144"/>
                  </a:moveTo>
                  <a:lnTo>
                    <a:pt x="14474" y="7144"/>
                  </a:lnTo>
                  <a:cubicBezTo>
                    <a:pt x="10418" y="7144"/>
                    <a:pt x="7144" y="10418"/>
                    <a:pt x="7144" y="14474"/>
                  </a:cubicBezTo>
                  <a:lnTo>
                    <a:pt x="7144" y="115896"/>
                  </a:lnTo>
                  <a:cubicBezTo>
                    <a:pt x="7144" y="119951"/>
                    <a:pt x="10418" y="123226"/>
                    <a:pt x="14474" y="123226"/>
                  </a:cubicBezTo>
                  <a:lnTo>
                    <a:pt x="94171" y="123226"/>
                  </a:lnTo>
                  <a:cubicBezTo>
                    <a:pt x="98227" y="123226"/>
                    <a:pt x="101501" y="119951"/>
                    <a:pt x="101501" y="115896"/>
                  </a:cubicBezTo>
                  <a:lnTo>
                    <a:pt x="101501" y="14474"/>
                  </a:lnTo>
                  <a:cubicBezTo>
                    <a:pt x="101501" y="10418"/>
                    <a:pt x="98227" y="7144"/>
                    <a:pt x="94171" y="7144"/>
                  </a:cubicBezTo>
                  <a:close/>
                  <a:moveTo>
                    <a:pt x="86841" y="108566"/>
                  </a:moveTo>
                  <a:lnTo>
                    <a:pt x="21804" y="108566"/>
                  </a:lnTo>
                  <a:lnTo>
                    <a:pt x="21804" y="21799"/>
                  </a:lnTo>
                  <a:lnTo>
                    <a:pt x="86841" y="2179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B2368D6-D164-C757-C60C-18D4FF2CADA4}"/>
                </a:ext>
              </a:extLst>
            </p:cNvPr>
            <p:cNvSpPr/>
            <p:nvPr/>
          </p:nvSpPr>
          <p:spPr>
            <a:xfrm>
              <a:off x="12885157" y="3925073"/>
              <a:ext cx="104775" cy="228600"/>
            </a:xfrm>
            <a:custGeom>
              <a:avLst/>
              <a:gdLst>
                <a:gd name="connsiteX0" fmla="*/ 94171 w 104775"/>
                <a:gd name="connsiteY0" fmla="*/ 7144 h 228600"/>
                <a:gd name="connsiteX1" fmla="*/ 14474 w 104775"/>
                <a:gd name="connsiteY1" fmla="*/ 7144 h 228600"/>
                <a:gd name="connsiteX2" fmla="*/ 7144 w 104775"/>
                <a:gd name="connsiteY2" fmla="*/ 14474 h 228600"/>
                <a:gd name="connsiteX3" fmla="*/ 7144 w 104775"/>
                <a:gd name="connsiteY3" fmla="*/ 218442 h 228600"/>
                <a:gd name="connsiteX4" fmla="*/ 14474 w 104775"/>
                <a:gd name="connsiteY4" fmla="*/ 225772 h 228600"/>
                <a:gd name="connsiteX5" fmla="*/ 94171 w 104775"/>
                <a:gd name="connsiteY5" fmla="*/ 225772 h 228600"/>
                <a:gd name="connsiteX6" fmla="*/ 101538 w 104775"/>
                <a:gd name="connsiteY6" fmla="*/ 218442 h 228600"/>
                <a:gd name="connsiteX7" fmla="*/ 101538 w 104775"/>
                <a:gd name="connsiteY7" fmla="*/ 14474 h 228600"/>
                <a:gd name="connsiteX8" fmla="*/ 94171 w 104775"/>
                <a:gd name="connsiteY8" fmla="*/ 7144 h 228600"/>
                <a:gd name="connsiteX9" fmla="*/ 86841 w 104775"/>
                <a:gd name="connsiteY9" fmla="*/ 211112 h 228600"/>
                <a:gd name="connsiteX10" fmla="*/ 21804 w 104775"/>
                <a:gd name="connsiteY10" fmla="*/ 211112 h 228600"/>
                <a:gd name="connsiteX11" fmla="*/ 21804 w 104775"/>
                <a:gd name="connsiteY11" fmla="*/ 21803 h 228600"/>
                <a:gd name="connsiteX12" fmla="*/ 86841 w 104775"/>
                <a:gd name="connsiteY12" fmla="*/ 21803 h 228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775" h="228600">
                  <a:moveTo>
                    <a:pt x="94171" y="7144"/>
                  </a:moveTo>
                  <a:lnTo>
                    <a:pt x="14474" y="7144"/>
                  </a:lnTo>
                  <a:cubicBezTo>
                    <a:pt x="10418" y="7144"/>
                    <a:pt x="7144" y="10418"/>
                    <a:pt x="7144" y="14474"/>
                  </a:cubicBezTo>
                  <a:lnTo>
                    <a:pt x="7144" y="218442"/>
                  </a:lnTo>
                  <a:cubicBezTo>
                    <a:pt x="7144" y="222497"/>
                    <a:pt x="10418" y="225772"/>
                    <a:pt x="14474" y="225772"/>
                  </a:cubicBezTo>
                  <a:lnTo>
                    <a:pt x="94171" y="225772"/>
                  </a:lnTo>
                  <a:cubicBezTo>
                    <a:pt x="98227" y="225772"/>
                    <a:pt x="101538" y="222497"/>
                    <a:pt x="101538" y="218442"/>
                  </a:cubicBezTo>
                  <a:lnTo>
                    <a:pt x="101538" y="14474"/>
                  </a:lnTo>
                  <a:cubicBezTo>
                    <a:pt x="101538" y="10418"/>
                    <a:pt x="98227" y="7144"/>
                    <a:pt x="94171" y="7144"/>
                  </a:cubicBezTo>
                  <a:close/>
                  <a:moveTo>
                    <a:pt x="86841" y="211112"/>
                  </a:moveTo>
                  <a:lnTo>
                    <a:pt x="21804" y="211112"/>
                  </a:lnTo>
                  <a:lnTo>
                    <a:pt x="21804" y="21803"/>
                  </a:lnTo>
                  <a:lnTo>
                    <a:pt x="86841" y="2180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C1CEB61C-77E6-3C8F-C01E-A09B698DD50D}"/>
                </a:ext>
              </a:extLst>
            </p:cNvPr>
            <p:cNvSpPr/>
            <p:nvPr/>
          </p:nvSpPr>
          <p:spPr>
            <a:xfrm>
              <a:off x="13023121" y="3860320"/>
              <a:ext cx="628650" cy="704850"/>
            </a:xfrm>
            <a:custGeom>
              <a:avLst/>
              <a:gdLst>
                <a:gd name="connsiteX0" fmla="*/ 616784 w 628650"/>
                <a:gd name="connsiteY0" fmla="*/ 628546 h 704850"/>
                <a:gd name="connsiteX1" fmla="*/ 496789 w 628650"/>
                <a:gd name="connsiteY1" fmla="*/ 508550 h 704850"/>
                <a:gd name="connsiteX2" fmla="*/ 491617 w 628650"/>
                <a:gd name="connsiteY2" fmla="*/ 506392 h 704850"/>
                <a:gd name="connsiteX3" fmla="*/ 486408 w 628650"/>
                <a:gd name="connsiteY3" fmla="*/ 508550 h 704850"/>
                <a:gd name="connsiteX4" fmla="*/ 480976 w 628650"/>
                <a:gd name="connsiteY4" fmla="*/ 513983 h 704850"/>
                <a:gd name="connsiteX5" fmla="*/ 442616 w 628650"/>
                <a:gd name="connsiteY5" fmla="*/ 475623 h 704850"/>
                <a:gd name="connsiteX6" fmla="*/ 442653 w 628650"/>
                <a:gd name="connsiteY6" fmla="*/ 475623 h 704850"/>
                <a:gd name="connsiteX7" fmla="*/ 488752 w 628650"/>
                <a:gd name="connsiteY7" fmla="*/ 309268 h 704850"/>
                <a:gd name="connsiteX8" fmla="*/ 405073 w 628650"/>
                <a:gd name="connsiteY8" fmla="*/ 158278 h 704850"/>
                <a:gd name="connsiteX9" fmla="*/ 239576 w 628650"/>
                <a:gd name="connsiteY9" fmla="*/ 109203 h 704850"/>
                <a:gd name="connsiteX10" fmla="*/ 239576 w 628650"/>
                <a:gd name="connsiteY10" fmla="*/ 14474 h 704850"/>
                <a:gd name="connsiteX11" fmla="*/ 232246 w 628650"/>
                <a:gd name="connsiteY11" fmla="*/ 7144 h 704850"/>
                <a:gd name="connsiteX12" fmla="*/ 152511 w 628650"/>
                <a:gd name="connsiteY12" fmla="*/ 7144 h 704850"/>
                <a:gd name="connsiteX13" fmla="*/ 145182 w 628650"/>
                <a:gd name="connsiteY13" fmla="*/ 14474 h 704850"/>
                <a:gd name="connsiteX14" fmla="*/ 145182 w 628650"/>
                <a:gd name="connsiteY14" fmla="*/ 140346 h 704850"/>
                <a:gd name="connsiteX15" fmla="*/ 101538 w 628650"/>
                <a:gd name="connsiteY15" fmla="*/ 174131 h 704850"/>
                <a:gd name="connsiteX16" fmla="*/ 101538 w 628650"/>
                <a:gd name="connsiteY16" fmla="*/ 120031 h 704850"/>
                <a:gd name="connsiteX17" fmla="*/ 94208 w 628650"/>
                <a:gd name="connsiteY17" fmla="*/ 112702 h 704850"/>
                <a:gd name="connsiteX18" fmla="*/ 14474 w 628650"/>
                <a:gd name="connsiteY18" fmla="*/ 112702 h 704850"/>
                <a:gd name="connsiteX19" fmla="*/ 7144 w 628650"/>
                <a:gd name="connsiteY19" fmla="*/ 120031 h 704850"/>
                <a:gd name="connsiteX20" fmla="*/ 7144 w 628650"/>
                <a:gd name="connsiteY20" fmla="*/ 283185 h 704850"/>
                <a:gd name="connsiteX21" fmla="*/ 14474 w 628650"/>
                <a:gd name="connsiteY21" fmla="*/ 290515 h 704850"/>
                <a:gd name="connsiteX22" fmla="*/ 38770 w 628650"/>
                <a:gd name="connsiteY22" fmla="*/ 290515 h 704850"/>
                <a:gd name="connsiteX23" fmla="*/ 74786 w 628650"/>
                <a:gd name="connsiteY23" fmla="*/ 466842 h 704850"/>
                <a:gd name="connsiteX24" fmla="*/ 227557 w 628650"/>
                <a:gd name="connsiteY24" fmla="*/ 561943 h 704850"/>
                <a:gd name="connsiteX25" fmla="*/ 401684 w 628650"/>
                <a:gd name="connsiteY25" fmla="*/ 516402 h 704850"/>
                <a:gd name="connsiteX26" fmla="*/ 440119 w 628650"/>
                <a:gd name="connsiteY26" fmla="*/ 554838 h 704850"/>
                <a:gd name="connsiteX27" fmla="*/ 434687 w 628650"/>
                <a:gd name="connsiteY27" fmla="*/ 560270 h 704850"/>
                <a:gd name="connsiteX28" fmla="*/ 432566 w 628650"/>
                <a:gd name="connsiteY28" fmla="*/ 565479 h 704850"/>
                <a:gd name="connsiteX29" fmla="*/ 434687 w 628650"/>
                <a:gd name="connsiteY29" fmla="*/ 570651 h 704850"/>
                <a:gd name="connsiteX30" fmla="*/ 554683 w 628650"/>
                <a:gd name="connsiteY30" fmla="*/ 690647 h 704850"/>
                <a:gd name="connsiteX31" fmla="*/ 572505 w 628650"/>
                <a:gd name="connsiteY31" fmla="*/ 698014 h 704850"/>
                <a:gd name="connsiteX32" fmla="*/ 590290 w 628650"/>
                <a:gd name="connsiteY32" fmla="*/ 690647 h 704850"/>
                <a:gd name="connsiteX33" fmla="*/ 616781 w 628650"/>
                <a:gd name="connsiteY33" fmla="*/ 664156 h 704850"/>
                <a:gd name="connsiteX34" fmla="*/ 616781 w 628650"/>
                <a:gd name="connsiteY34" fmla="*/ 628548 h 704850"/>
                <a:gd name="connsiteX35" fmla="*/ 159842 w 628650"/>
                <a:gd name="connsiteY35" fmla="*/ 21813 h 704850"/>
                <a:gd name="connsiteX36" fmla="*/ 224916 w 628650"/>
                <a:gd name="connsiteY36" fmla="*/ 21813 h 704850"/>
                <a:gd name="connsiteX37" fmla="*/ 224916 w 628650"/>
                <a:gd name="connsiteY37" fmla="*/ 111073 h 704850"/>
                <a:gd name="connsiteX38" fmla="*/ 223391 w 628650"/>
                <a:gd name="connsiteY38" fmla="*/ 111371 h 704850"/>
                <a:gd name="connsiteX39" fmla="*/ 208694 w 628650"/>
                <a:gd name="connsiteY39" fmla="*/ 114310 h 704850"/>
                <a:gd name="connsiteX40" fmla="*/ 206461 w 628650"/>
                <a:gd name="connsiteY40" fmla="*/ 114868 h 704850"/>
                <a:gd name="connsiteX41" fmla="*/ 193402 w 628650"/>
                <a:gd name="connsiteY41" fmla="*/ 118552 h 704850"/>
                <a:gd name="connsiteX42" fmla="*/ 190537 w 628650"/>
                <a:gd name="connsiteY42" fmla="*/ 119445 h 704850"/>
                <a:gd name="connsiteX43" fmla="*/ 176509 w 628650"/>
                <a:gd name="connsiteY43" fmla="*/ 124579 h 704850"/>
                <a:gd name="connsiteX44" fmla="*/ 173682 w 628650"/>
                <a:gd name="connsiteY44" fmla="*/ 125770 h 704850"/>
                <a:gd name="connsiteX45" fmla="*/ 161143 w 628650"/>
                <a:gd name="connsiteY45" fmla="*/ 131500 h 704850"/>
                <a:gd name="connsiteX46" fmla="*/ 159803 w 628650"/>
                <a:gd name="connsiteY46" fmla="*/ 132132 h 704850"/>
                <a:gd name="connsiteX47" fmla="*/ 44980 w 628650"/>
                <a:gd name="connsiteY47" fmla="*/ 266520 h 704850"/>
                <a:gd name="connsiteX48" fmla="*/ 43343 w 628650"/>
                <a:gd name="connsiteY48" fmla="*/ 271915 h 704850"/>
                <a:gd name="connsiteX49" fmla="*/ 42152 w 628650"/>
                <a:gd name="connsiteY49" fmla="*/ 275822 h 704850"/>
                <a:gd name="connsiteX50" fmla="*/ 21800 w 628650"/>
                <a:gd name="connsiteY50" fmla="*/ 275859 h 704850"/>
                <a:gd name="connsiteX51" fmla="*/ 21800 w 628650"/>
                <a:gd name="connsiteY51" fmla="*/ 127364 h 704850"/>
                <a:gd name="connsiteX52" fmla="*/ 86875 w 628650"/>
                <a:gd name="connsiteY52" fmla="*/ 127364 h 704850"/>
                <a:gd name="connsiteX53" fmla="*/ 86875 w 628650"/>
                <a:gd name="connsiteY53" fmla="*/ 190170 h 704850"/>
                <a:gd name="connsiteX54" fmla="*/ 82819 w 628650"/>
                <a:gd name="connsiteY54" fmla="*/ 195268 h 704850"/>
                <a:gd name="connsiteX55" fmla="*/ 79880 w 628650"/>
                <a:gd name="connsiteY55" fmla="*/ 198988 h 704850"/>
                <a:gd name="connsiteX56" fmla="*/ 74522 w 628650"/>
                <a:gd name="connsiteY56" fmla="*/ 206504 h 704850"/>
                <a:gd name="connsiteX57" fmla="*/ 72513 w 628650"/>
                <a:gd name="connsiteY57" fmla="*/ 209332 h 704850"/>
                <a:gd name="connsiteX58" fmla="*/ 65741 w 628650"/>
                <a:gd name="connsiteY58" fmla="*/ 220085 h 704850"/>
                <a:gd name="connsiteX59" fmla="*/ 64216 w 628650"/>
                <a:gd name="connsiteY59" fmla="*/ 222801 h 704850"/>
                <a:gd name="connsiteX60" fmla="*/ 59565 w 628650"/>
                <a:gd name="connsiteY60" fmla="*/ 231210 h 704850"/>
                <a:gd name="connsiteX61" fmla="*/ 57481 w 628650"/>
                <a:gd name="connsiteY61" fmla="*/ 235526 h 704850"/>
                <a:gd name="connsiteX62" fmla="*/ 54058 w 628650"/>
                <a:gd name="connsiteY62" fmla="*/ 242707 h 704850"/>
                <a:gd name="connsiteX63" fmla="*/ 52012 w 628650"/>
                <a:gd name="connsiteY63" fmla="*/ 247581 h 704850"/>
                <a:gd name="connsiteX64" fmla="*/ 49184 w 628650"/>
                <a:gd name="connsiteY64" fmla="*/ 254501 h 704850"/>
                <a:gd name="connsiteX65" fmla="*/ 47324 w 628650"/>
                <a:gd name="connsiteY65" fmla="*/ 259673 h 704850"/>
                <a:gd name="connsiteX66" fmla="*/ 44980 w 628650"/>
                <a:gd name="connsiteY66" fmla="*/ 266519 h 704850"/>
                <a:gd name="connsiteX67" fmla="*/ 403396 w 628650"/>
                <a:gd name="connsiteY67" fmla="*/ 496197 h 704850"/>
                <a:gd name="connsiteX68" fmla="*/ 397740 w 628650"/>
                <a:gd name="connsiteY68" fmla="*/ 501071 h 704850"/>
                <a:gd name="connsiteX69" fmla="*/ 397740 w 628650"/>
                <a:gd name="connsiteY69" fmla="*/ 501033 h 704850"/>
                <a:gd name="connsiteX70" fmla="*/ 231205 w 628650"/>
                <a:gd name="connsiteY70" fmla="*/ 547245 h 704850"/>
                <a:gd name="connsiteX71" fmla="*/ 85054 w 628650"/>
                <a:gd name="connsiteY71" fmla="*/ 455083 h 704850"/>
                <a:gd name="connsiteX72" fmla="*/ 54953 w 628650"/>
                <a:gd name="connsiteY72" fmla="*/ 284938 h 704850"/>
                <a:gd name="connsiteX73" fmla="*/ 60348 w 628650"/>
                <a:gd name="connsiteY73" fmla="*/ 266893 h 704850"/>
                <a:gd name="connsiteX74" fmla="*/ 99824 w 628650"/>
                <a:gd name="connsiteY74" fmla="*/ 197576 h 704850"/>
                <a:gd name="connsiteX75" fmla="*/ 111321 w 628650"/>
                <a:gd name="connsiteY75" fmla="*/ 185075 h 704850"/>
                <a:gd name="connsiteX76" fmla="*/ 156155 w 628650"/>
                <a:gd name="connsiteY76" fmla="*/ 150807 h 704850"/>
                <a:gd name="connsiteX77" fmla="*/ 165196 w 628650"/>
                <a:gd name="connsiteY77" fmla="*/ 145896 h 704850"/>
                <a:gd name="connsiteX78" fmla="*/ 233248 w 628650"/>
                <a:gd name="connsiteY78" fmla="*/ 124650 h 704850"/>
                <a:gd name="connsiteX79" fmla="*/ 262939 w 628650"/>
                <a:gd name="connsiteY79" fmla="*/ 122604 h 704850"/>
                <a:gd name="connsiteX80" fmla="*/ 408491 w 628650"/>
                <a:gd name="connsiteY80" fmla="*/ 180647 h 704850"/>
                <a:gd name="connsiteX81" fmla="*/ 475203 w 628650"/>
                <a:gd name="connsiteY81" fmla="*/ 322446 h 704850"/>
                <a:gd name="connsiteX82" fmla="*/ 427168 w 628650"/>
                <a:gd name="connsiteY82" fmla="*/ 471569 h 704850"/>
                <a:gd name="connsiteX83" fmla="*/ 427131 w 628650"/>
                <a:gd name="connsiteY83" fmla="*/ 471606 h 704850"/>
                <a:gd name="connsiteX84" fmla="*/ 424080 w 628650"/>
                <a:gd name="connsiteY84" fmla="*/ 475178 h 704850"/>
                <a:gd name="connsiteX85" fmla="*/ 415783 w 628650"/>
                <a:gd name="connsiteY85" fmla="*/ 484294 h 704850"/>
                <a:gd name="connsiteX86" fmla="*/ 413253 w 628650"/>
                <a:gd name="connsiteY86" fmla="*/ 486936 h 704850"/>
                <a:gd name="connsiteX87" fmla="*/ 405514 w 628650"/>
                <a:gd name="connsiteY87" fmla="*/ 494303 h 704850"/>
                <a:gd name="connsiteX88" fmla="*/ 403393 w 628650"/>
                <a:gd name="connsiteY88" fmla="*/ 496200 h 704850"/>
                <a:gd name="connsiteX89" fmla="*/ 413181 w 628650"/>
                <a:gd name="connsiteY89" fmla="*/ 507209 h 704850"/>
                <a:gd name="connsiteX90" fmla="*/ 414037 w 628650"/>
                <a:gd name="connsiteY90" fmla="*/ 506391 h 704850"/>
                <a:gd name="connsiteX91" fmla="*/ 422185 w 628650"/>
                <a:gd name="connsiteY91" fmla="*/ 498726 h 704850"/>
                <a:gd name="connsiteX92" fmla="*/ 423599 w 628650"/>
                <a:gd name="connsiteY92" fmla="*/ 497387 h 704850"/>
                <a:gd name="connsiteX93" fmla="*/ 424641 w 628650"/>
                <a:gd name="connsiteY93" fmla="*/ 496270 h 704850"/>
                <a:gd name="connsiteX94" fmla="*/ 432640 w 628650"/>
                <a:gd name="connsiteY94" fmla="*/ 487750 h 704850"/>
                <a:gd name="connsiteX95" fmla="*/ 433310 w 628650"/>
                <a:gd name="connsiteY95" fmla="*/ 487006 h 704850"/>
                <a:gd name="connsiteX96" fmla="*/ 470592 w 628650"/>
                <a:gd name="connsiteY96" fmla="*/ 524288 h 704850"/>
                <a:gd name="connsiteX97" fmla="*/ 450463 w 628650"/>
                <a:gd name="connsiteY97" fmla="*/ 544417 h 704850"/>
                <a:gd name="connsiteX98" fmla="*/ 606434 w 628650"/>
                <a:gd name="connsiteY98" fmla="*/ 653847 h 704850"/>
                <a:gd name="connsiteX99" fmla="*/ 579943 w 628650"/>
                <a:gd name="connsiteY99" fmla="*/ 680338 h 704850"/>
                <a:gd name="connsiteX100" fmla="*/ 579943 w 628650"/>
                <a:gd name="connsiteY100" fmla="*/ 680263 h 704850"/>
                <a:gd name="connsiteX101" fmla="*/ 565060 w 628650"/>
                <a:gd name="connsiteY101" fmla="*/ 680263 h 704850"/>
                <a:gd name="connsiteX102" fmla="*/ 450236 w 628650"/>
                <a:gd name="connsiteY102" fmla="*/ 565477 h 704850"/>
                <a:gd name="connsiteX103" fmla="*/ 491573 w 628650"/>
                <a:gd name="connsiteY103" fmla="*/ 524141 h 704850"/>
                <a:gd name="connsiteX104" fmla="*/ 606397 w 628650"/>
                <a:gd name="connsiteY104" fmla="*/ 638965 h 704850"/>
                <a:gd name="connsiteX105" fmla="*/ 606397 w 628650"/>
                <a:gd name="connsiteY105" fmla="*/ 638928 h 704850"/>
                <a:gd name="connsiteX106" fmla="*/ 606397 w 628650"/>
                <a:gd name="connsiteY106" fmla="*/ 65381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</a:cxnLst>
              <a:rect l="l" t="t" r="r" b="b"/>
              <a:pathLst>
                <a:path w="628650" h="704850">
                  <a:moveTo>
                    <a:pt x="616784" y="628546"/>
                  </a:moveTo>
                  <a:lnTo>
                    <a:pt x="496789" y="508550"/>
                  </a:lnTo>
                  <a:cubicBezTo>
                    <a:pt x="495412" y="507174"/>
                    <a:pt x="493552" y="506392"/>
                    <a:pt x="491617" y="506392"/>
                  </a:cubicBezTo>
                  <a:cubicBezTo>
                    <a:pt x="489645" y="506392"/>
                    <a:pt x="487784" y="507174"/>
                    <a:pt x="486408" y="508550"/>
                  </a:cubicBezTo>
                  <a:lnTo>
                    <a:pt x="480976" y="513983"/>
                  </a:lnTo>
                  <a:lnTo>
                    <a:pt x="442616" y="475623"/>
                  </a:lnTo>
                  <a:lnTo>
                    <a:pt x="442653" y="475623"/>
                  </a:lnTo>
                  <a:cubicBezTo>
                    <a:pt x="479227" y="428370"/>
                    <a:pt x="495784" y="368619"/>
                    <a:pt x="488752" y="309268"/>
                  </a:cubicBezTo>
                  <a:cubicBezTo>
                    <a:pt x="481757" y="249923"/>
                    <a:pt x="451694" y="195711"/>
                    <a:pt x="405073" y="158278"/>
                  </a:cubicBezTo>
                  <a:cubicBezTo>
                    <a:pt x="358490" y="120885"/>
                    <a:pt x="299031" y="103249"/>
                    <a:pt x="239576" y="109203"/>
                  </a:cubicBezTo>
                  <a:lnTo>
                    <a:pt x="239576" y="14474"/>
                  </a:lnTo>
                  <a:cubicBezTo>
                    <a:pt x="239576" y="10418"/>
                    <a:pt x="236302" y="7144"/>
                    <a:pt x="232246" y="7144"/>
                  </a:cubicBezTo>
                  <a:lnTo>
                    <a:pt x="152511" y="7144"/>
                  </a:lnTo>
                  <a:cubicBezTo>
                    <a:pt x="148456" y="7144"/>
                    <a:pt x="145182" y="10418"/>
                    <a:pt x="145182" y="14474"/>
                  </a:cubicBezTo>
                  <a:lnTo>
                    <a:pt x="145182" y="140346"/>
                  </a:lnTo>
                  <a:cubicBezTo>
                    <a:pt x="129294" y="149797"/>
                    <a:pt x="114672" y="161145"/>
                    <a:pt x="101538" y="174131"/>
                  </a:cubicBezTo>
                  <a:lnTo>
                    <a:pt x="101538" y="120031"/>
                  </a:lnTo>
                  <a:cubicBezTo>
                    <a:pt x="101538" y="115976"/>
                    <a:pt x="98264" y="112702"/>
                    <a:pt x="94208" y="112702"/>
                  </a:cubicBezTo>
                  <a:lnTo>
                    <a:pt x="14474" y="112702"/>
                  </a:lnTo>
                  <a:cubicBezTo>
                    <a:pt x="10418" y="112702"/>
                    <a:pt x="7144" y="115976"/>
                    <a:pt x="7144" y="120031"/>
                  </a:cubicBezTo>
                  <a:lnTo>
                    <a:pt x="7144" y="283185"/>
                  </a:lnTo>
                  <a:cubicBezTo>
                    <a:pt x="7144" y="287204"/>
                    <a:pt x="10418" y="290515"/>
                    <a:pt x="14474" y="290515"/>
                  </a:cubicBezTo>
                  <a:lnTo>
                    <a:pt x="38770" y="290515"/>
                  </a:lnTo>
                  <a:cubicBezTo>
                    <a:pt x="26045" y="351721"/>
                    <a:pt x="39068" y="415493"/>
                    <a:pt x="74786" y="466842"/>
                  </a:cubicBezTo>
                  <a:cubicBezTo>
                    <a:pt x="110467" y="518187"/>
                    <a:pt x="165720" y="552567"/>
                    <a:pt x="227557" y="561943"/>
                  </a:cubicBezTo>
                  <a:cubicBezTo>
                    <a:pt x="289396" y="571319"/>
                    <a:pt x="352354" y="554874"/>
                    <a:pt x="401684" y="516402"/>
                  </a:cubicBezTo>
                  <a:lnTo>
                    <a:pt x="440119" y="554838"/>
                  </a:lnTo>
                  <a:lnTo>
                    <a:pt x="434687" y="560270"/>
                  </a:lnTo>
                  <a:cubicBezTo>
                    <a:pt x="433310" y="561646"/>
                    <a:pt x="432566" y="563507"/>
                    <a:pt x="432566" y="565479"/>
                  </a:cubicBezTo>
                  <a:cubicBezTo>
                    <a:pt x="432566" y="567414"/>
                    <a:pt x="433310" y="569274"/>
                    <a:pt x="434687" y="570651"/>
                  </a:cubicBezTo>
                  <a:lnTo>
                    <a:pt x="554683" y="690647"/>
                  </a:lnTo>
                  <a:cubicBezTo>
                    <a:pt x="559408" y="695372"/>
                    <a:pt x="565808" y="698014"/>
                    <a:pt x="572505" y="698014"/>
                  </a:cubicBezTo>
                  <a:cubicBezTo>
                    <a:pt x="579165" y="698014"/>
                    <a:pt x="585602" y="695372"/>
                    <a:pt x="590290" y="690647"/>
                  </a:cubicBezTo>
                  <a:lnTo>
                    <a:pt x="616781" y="664156"/>
                  </a:lnTo>
                  <a:cubicBezTo>
                    <a:pt x="626603" y="654333"/>
                    <a:pt x="626603" y="638409"/>
                    <a:pt x="616781" y="628548"/>
                  </a:cubicBezTo>
                  <a:close/>
                  <a:moveTo>
                    <a:pt x="159842" y="21813"/>
                  </a:moveTo>
                  <a:lnTo>
                    <a:pt x="224916" y="21813"/>
                  </a:lnTo>
                  <a:lnTo>
                    <a:pt x="224916" y="111073"/>
                  </a:lnTo>
                  <a:cubicBezTo>
                    <a:pt x="224396" y="111148"/>
                    <a:pt x="223912" y="111296"/>
                    <a:pt x="223391" y="111371"/>
                  </a:cubicBezTo>
                  <a:cubicBezTo>
                    <a:pt x="218442" y="112189"/>
                    <a:pt x="213531" y="113157"/>
                    <a:pt x="208694" y="114310"/>
                  </a:cubicBezTo>
                  <a:cubicBezTo>
                    <a:pt x="207950" y="114496"/>
                    <a:pt x="207206" y="114682"/>
                    <a:pt x="206461" y="114868"/>
                  </a:cubicBezTo>
                  <a:cubicBezTo>
                    <a:pt x="202071" y="115947"/>
                    <a:pt x="197718" y="117175"/>
                    <a:pt x="193402" y="118552"/>
                  </a:cubicBezTo>
                  <a:cubicBezTo>
                    <a:pt x="192434" y="118849"/>
                    <a:pt x="191504" y="119147"/>
                    <a:pt x="190537" y="119445"/>
                  </a:cubicBezTo>
                  <a:cubicBezTo>
                    <a:pt x="185812" y="121007"/>
                    <a:pt x="181123" y="122719"/>
                    <a:pt x="176509" y="124579"/>
                  </a:cubicBezTo>
                  <a:cubicBezTo>
                    <a:pt x="175579" y="124951"/>
                    <a:pt x="174649" y="125361"/>
                    <a:pt x="173682" y="125770"/>
                  </a:cubicBezTo>
                  <a:cubicBezTo>
                    <a:pt x="169440" y="127556"/>
                    <a:pt x="165273" y="129453"/>
                    <a:pt x="161143" y="131500"/>
                  </a:cubicBezTo>
                  <a:cubicBezTo>
                    <a:pt x="160696" y="131723"/>
                    <a:pt x="160250" y="131909"/>
                    <a:pt x="159803" y="132132"/>
                  </a:cubicBezTo>
                  <a:close/>
                  <a:moveTo>
                    <a:pt x="44980" y="266520"/>
                  </a:moveTo>
                  <a:cubicBezTo>
                    <a:pt x="44422" y="268306"/>
                    <a:pt x="43863" y="270129"/>
                    <a:pt x="43343" y="271915"/>
                  </a:cubicBezTo>
                  <a:cubicBezTo>
                    <a:pt x="42971" y="273217"/>
                    <a:pt x="42524" y="274520"/>
                    <a:pt x="42152" y="275822"/>
                  </a:cubicBezTo>
                  <a:lnTo>
                    <a:pt x="21800" y="275859"/>
                  </a:lnTo>
                  <a:lnTo>
                    <a:pt x="21800" y="127364"/>
                  </a:lnTo>
                  <a:lnTo>
                    <a:pt x="86875" y="127364"/>
                  </a:lnTo>
                  <a:lnTo>
                    <a:pt x="86875" y="190170"/>
                  </a:lnTo>
                  <a:cubicBezTo>
                    <a:pt x="85498" y="191845"/>
                    <a:pt x="84196" y="193556"/>
                    <a:pt x="82819" y="195268"/>
                  </a:cubicBezTo>
                  <a:cubicBezTo>
                    <a:pt x="81852" y="196496"/>
                    <a:pt x="80810" y="197723"/>
                    <a:pt x="79880" y="198988"/>
                  </a:cubicBezTo>
                  <a:cubicBezTo>
                    <a:pt x="78020" y="201444"/>
                    <a:pt x="76271" y="203974"/>
                    <a:pt x="74522" y="206504"/>
                  </a:cubicBezTo>
                  <a:cubicBezTo>
                    <a:pt x="73852" y="207472"/>
                    <a:pt x="73145" y="208365"/>
                    <a:pt x="72513" y="209332"/>
                  </a:cubicBezTo>
                  <a:cubicBezTo>
                    <a:pt x="70169" y="212830"/>
                    <a:pt x="67899" y="216439"/>
                    <a:pt x="65741" y="220085"/>
                  </a:cubicBezTo>
                  <a:cubicBezTo>
                    <a:pt x="65220" y="220978"/>
                    <a:pt x="64737" y="221908"/>
                    <a:pt x="64216" y="222801"/>
                  </a:cubicBezTo>
                  <a:cubicBezTo>
                    <a:pt x="62616" y="225592"/>
                    <a:pt x="61053" y="228382"/>
                    <a:pt x="59565" y="231210"/>
                  </a:cubicBezTo>
                  <a:cubicBezTo>
                    <a:pt x="58821" y="232624"/>
                    <a:pt x="58151" y="234075"/>
                    <a:pt x="57481" y="235526"/>
                  </a:cubicBezTo>
                  <a:cubicBezTo>
                    <a:pt x="56328" y="237907"/>
                    <a:pt x="55137" y="240288"/>
                    <a:pt x="54058" y="242707"/>
                  </a:cubicBezTo>
                  <a:cubicBezTo>
                    <a:pt x="53351" y="244307"/>
                    <a:pt x="52681" y="245944"/>
                    <a:pt x="52012" y="247581"/>
                  </a:cubicBezTo>
                  <a:cubicBezTo>
                    <a:pt x="51044" y="249888"/>
                    <a:pt x="50077" y="252157"/>
                    <a:pt x="49184" y="254501"/>
                  </a:cubicBezTo>
                  <a:cubicBezTo>
                    <a:pt x="48514" y="256213"/>
                    <a:pt x="47919" y="257962"/>
                    <a:pt x="47324" y="259673"/>
                  </a:cubicBezTo>
                  <a:cubicBezTo>
                    <a:pt x="46505" y="261943"/>
                    <a:pt x="45687" y="264212"/>
                    <a:pt x="44980" y="266519"/>
                  </a:cubicBezTo>
                  <a:close/>
                  <a:moveTo>
                    <a:pt x="403396" y="496197"/>
                  </a:moveTo>
                  <a:cubicBezTo>
                    <a:pt x="401498" y="497871"/>
                    <a:pt x="399601" y="499545"/>
                    <a:pt x="397740" y="501071"/>
                  </a:cubicBezTo>
                  <a:lnTo>
                    <a:pt x="397740" y="501033"/>
                  </a:lnTo>
                  <a:cubicBezTo>
                    <a:pt x="351195" y="539208"/>
                    <a:pt x="290737" y="555988"/>
                    <a:pt x="231205" y="547245"/>
                  </a:cubicBezTo>
                  <a:cubicBezTo>
                    <a:pt x="171674" y="538501"/>
                    <a:pt x="118620" y="505015"/>
                    <a:pt x="85054" y="455083"/>
                  </a:cubicBezTo>
                  <a:cubicBezTo>
                    <a:pt x="51493" y="405151"/>
                    <a:pt x="40554" y="343355"/>
                    <a:pt x="54953" y="284938"/>
                  </a:cubicBezTo>
                  <a:cubicBezTo>
                    <a:pt x="56441" y="278836"/>
                    <a:pt x="58301" y="272846"/>
                    <a:pt x="60348" y="266893"/>
                  </a:cubicBezTo>
                  <a:cubicBezTo>
                    <a:pt x="68980" y="241480"/>
                    <a:pt x="82374" y="217966"/>
                    <a:pt x="99824" y="197576"/>
                  </a:cubicBezTo>
                  <a:cubicBezTo>
                    <a:pt x="103471" y="193223"/>
                    <a:pt x="107228" y="189130"/>
                    <a:pt x="111321" y="185075"/>
                  </a:cubicBezTo>
                  <a:cubicBezTo>
                    <a:pt x="124641" y="171681"/>
                    <a:pt x="139747" y="160183"/>
                    <a:pt x="156155" y="150807"/>
                  </a:cubicBezTo>
                  <a:cubicBezTo>
                    <a:pt x="159132" y="149095"/>
                    <a:pt x="162145" y="147458"/>
                    <a:pt x="165196" y="145896"/>
                  </a:cubicBezTo>
                  <a:cubicBezTo>
                    <a:pt x="186516" y="134957"/>
                    <a:pt x="209510" y="127776"/>
                    <a:pt x="233248" y="124650"/>
                  </a:cubicBezTo>
                  <a:cubicBezTo>
                    <a:pt x="243070" y="123311"/>
                    <a:pt x="253005" y="122604"/>
                    <a:pt x="262939" y="122604"/>
                  </a:cubicBezTo>
                  <a:cubicBezTo>
                    <a:pt x="317075" y="122827"/>
                    <a:pt x="369095" y="143588"/>
                    <a:pt x="408491" y="180647"/>
                  </a:cubicBezTo>
                  <a:cubicBezTo>
                    <a:pt x="447893" y="217742"/>
                    <a:pt x="471742" y="268418"/>
                    <a:pt x="475203" y="322446"/>
                  </a:cubicBezTo>
                  <a:cubicBezTo>
                    <a:pt x="478700" y="376434"/>
                    <a:pt x="461511" y="429754"/>
                    <a:pt x="427168" y="471569"/>
                  </a:cubicBezTo>
                  <a:lnTo>
                    <a:pt x="427131" y="471606"/>
                  </a:lnTo>
                  <a:cubicBezTo>
                    <a:pt x="426126" y="472834"/>
                    <a:pt x="425085" y="473988"/>
                    <a:pt x="424080" y="475178"/>
                  </a:cubicBezTo>
                  <a:cubicBezTo>
                    <a:pt x="421401" y="478266"/>
                    <a:pt x="418648" y="481317"/>
                    <a:pt x="415783" y="484294"/>
                  </a:cubicBezTo>
                  <a:cubicBezTo>
                    <a:pt x="414927" y="485187"/>
                    <a:pt x="414109" y="486080"/>
                    <a:pt x="413253" y="486936"/>
                  </a:cubicBezTo>
                  <a:cubicBezTo>
                    <a:pt x="410611" y="489577"/>
                    <a:pt x="408044" y="491996"/>
                    <a:pt x="405514" y="494303"/>
                  </a:cubicBezTo>
                  <a:cubicBezTo>
                    <a:pt x="404807" y="495010"/>
                    <a:pt x="404100" y="495568"/>
                    <a:pt x="403393" y="496200"/>
                  </a:cubicBezTo>
                  <a:close/>
                  <a:moveTo>
                    <a:pt x="413181" y="507209"/>
                  </a:moveTo>
                  <a:cubicBezTo>
                    <a:pt x="413479" y="506949"/>
                    <a:pt x="413739" y="506651"/>
                    <a:pt x="414037" y="506391"/>
                  </a:cubicBezTo>
                  <a:cubicBezTo>
                    <a:pt x="416716" y="504010"/>
                    <a:pt x="419432" y="501442"/>
                    <a:pt x="422185" y="498726"/>
                  </a:cubicBezTo>
                  <a:cubicBezTo>
                    <a:pt x="422632" y="498280"/>
                    <a:pt x="423152" y="497870"/>
                    <a:pt x="423599" y="497387"/>
                  </a:cubicBezTo>
                  <a:cubicBezTo>
                    <a:pt x="423971" y="497015"/>
                    <a:pt x="424306" y="496643"/>
                    <a:pt x="424641" y="496270"/>
                  </a:cubicBezTo>
                  <a:cubicBezTo>
                    <a:pt x="427357" y="493554"/>
                    <a:pt x="430036" y="490727"/>
                    <a:pt x="432640" y="487750"/>
                  </a:cubicBezTo>
                  <a:cubicBezTo>
                    <a:pt x="432863" y="487490"/>
                    <a:pt x="433124" y="487266"/>
                    <a:pt x="433310" y="487006"/>
                  </a:cubicBezTo>
                  <a:lnTo>
                    <a:pt x="470592" y="524288"/>
                  </a:lnTo>
                  <a:lnTo>
                    <a:pt x="450463" y="544417"/>
                  </a:lnTo>
                  <a:close/>
                  <a:moveTo>
                    <a:pt x="606434" y="653847"/>
                  </a:moveTo>
                  <a:lnTo>
                    <a:pt x="579943" y="680338"/>
                  </a:lnTo>
                  <a:lnTo>
                    <a:pt x="579943" y="680263"/>
                  </a:lnTo>
                  <a:cubicBezTo>
                    <a:pt x="575776" y="684244"/>
                    <a:pt x="569227" y="684244"/>
                    <a:pt x="565060" y="680263"/>
                  </a:cubicBezTo>
                  <a:lnTo>
                    <a:pt x="450236" y="565477"/>
                  </a:lnTo>
                  <a:lnTo>
                    <a:pt x="491573" y="524141"/>
                  </a:lnTo>
                  <a:lnTo>
                    <a:pt x="606397" y="638965"/>
                  </a:lnTo>
                  <a:lnTo>
                    <a:pt x="606397" y="638928"/>
                  </a:lnTo>
                  <a:cubicBezTo>
                    <a:pt x="610527" y="643020"/>
                    <a:pt x="610527" y="649680"/>
                    <a:pt x="606397" y="6538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CE66766C-8A46-5C19-C5B9-3224E24A26D8}"/>
                </a:ext>
              </a:extLst>
            </p:cNvPr>
            <p:cNvSpPr/>
            <p:nvPr/>
          </p:nvSpPr>
          <p:spPr>
            <a:xfrm>
              <a:off x="12756770" y="3732261"/>
              <a:ext cx="495300" cy="228600"/>
            </a:xfrm>
            <a:custGeom>
              <a:avLst/>
              <a:gdLst>
                <a:gd name="connsiteX0" fmla="*/ 44708 w 495300"/>
                <a:gd name="connsiteY0" fmla="*/ 227902 h 228600"/>
                <a:gd name="connsiteX1" fmla="*/ 82287 w 495300"/>
                <a:gd name="connsiteY1" fmla="*/ 190360 h 228600"/>
                <a:gd name="connsiteX2" fmla="*/ 78715 w 495300"/>
                <a:gd name="connsiteY2" fmla="*/ 174622 h 228600"/>
                <a:gd name="connsiteX3" fmla="*/ 149557 w 495300"/>
                <a:gd name="connsiteY3" fmla="*/ 129601 h 228600"/>
                <a:gd name="connsiteX4" fmla="*/ 183453 w 495300"/>
                <a:gd name="connsiteY4" fmla="*/ 149879 h 228600"/>
                <a:gd name="connsiteX5" fmla="*/ 216567 w 495300"/>
                <a:gd name="connsiteY5" fmla="*/ 128373 h 228600"/>
                <a:gd name="connsiteX6" fmla="*/ 283502 w 495300"/>
                <a:gd name="connsiteY6" fmla="*/ 156242 h 228600"/>
                <a:gd name="connsiteX7" fmla="*/ 283130 w 495300"/>
                <a:gd name="connsiteY7" fmla="*/ 160111 h 228600"/>
                <a:gd name="connsiteX8" fmla="*/ 320709 w 495300"/>
                <a:gd name="connsiteY8" fmla="*/ 197690 h 228600"/>
                <a:gd name="connsiteX9" fmla="*/ 358288 w 495300"/>
                <a:gd name="connsiteY9" fmla="*/ 160111 h 228600"/>
                <a:gd name="connsiteX10" fmla="*/ 352968 w 495300"/>
                <a:gd name="connsiteY10" fmla="*/ 141173 h 228600"/>
                <a:gd name="connsiteX11" fmla="*/ 434824 w 495300"/>
                <a:gd name="connsiteY11" fmla="*/ 73493 h 228600"/>
                <a:gd name="connsiteX12" fmla="*/ 458710 w 495300"/>
                <a:gd name="connsiteY12" fmla="*/ 82311 h 228600"/>
                <a:gd name="connsiteX13" fmla="*/ 493424 w 495300"/>
                <a:gd name="connsiteY13" fmla="*/ 59094 h 228600"/>
                <a:gd name="connsiteX14" fmla="*/ 485276 w 495300"/>
                <a:gd name="connsiteY14" fmla="*/ 18166 h 228600"/>
                <a:gd name="connsiteX15" fmla="*/ 444348 w 495300"/>
                <a:gd name="connsiteY15" fmla="*/ 10017 h 228600"/>
                <a:gd name="connsiteX16" fmla="*/ 421168 w 495300"/>
                <a:gd name="connsiteY16" fmla="*/ 44731 h 228600"/>
                <a:gd name="connsiteX17" fmla="*/ 425595 w 495300"/>
                <a:gd name="connsiteY17" fmla="*/ 62069 h 228600"/>
                <a:gd name="connsiteX18" fmla="*/ 343219 w 495300"/>
                <a:gd name="connsiteY18" fmla="*/ 130195 h 228600"/>
                <a:gd name="connsiteX19" fmla="*/ 312784 w 495300"/>
                <a:gd name="connsiteY19" fmla="*/ 123349 h 228600"/>
                <a:gd name="connsiteX20" fmla="*/ 287893 w 495300"/>
                <a:gd name="connsiteY20" fmla="*/ 142176 h 228600"/>
                <a:gd name="connsiteX21" fmla="*/ 220138 w 495300"/>
                <a:gd name="connsiteY21" fmla="*/ 113974 h 228600"/>
                <a:gd name="connsiteX22" fmla="*/ 220287 w 495300"/>
                <a:gd name="connsiteY22" fmla="*/ 112299 h 228600"/>
                <a:gd name="connsiteX23" fmla="*/ 182708 w 495300"/>
                <a:gd name="connsiteY23" fmla="*/ 74720 h 228600"/>
                <a:gd name="connsiteX24" fmla="*/ 145129 w 495300"/>
                <a:gd name="connsiteY24" fmla="*/ 112299 h 228600"/>
                <a:gd name="connsiteX25" fmla="*/ 145390 w 495300"/>
                <a:gd name="connsiteY25" fmla="*/ 114867 h 228600"/>
                <a:gd name="connsiteX26" fmla="*/ 70008 w 495300"/>
                <a:gd name="connsiteY26" fmla="*/ 162752 h 228600"/>
                <a:gd name="connsiteX27" fmla="*/ 70045 w 495300"/>
                <a:gd name="connsiteY27" fmla="*/ 162752 h 228600"/>
                <a:gd name="connsiteX28" fmla="*/ 36149 w 495300"/>
                <a:gd name="connsiteY28" fmla="*/ 153859 h 228600"/>
                <a:gd name="connsiteX29" fmla="*/ 9696 w 495300"/>
                <a:gd name="connsiteY29" fmla="*/ 176816 h 228600"/>
                <a:gd name="connsiteX30" fmla="*/ 13714 w 495300"/>
                <a:gd name="connsiteY30" fmla="*/ 211604 h 228600"/>
                <a:gd name="connsiteX31" fmla="*/ 44707 w 495300"/>
                <a:gd name="connsiteY31" fmla="*/ 227901 h 228600"/>
                <a:gd name="connsiteX32" fmla="*/ 458712 w 495300"/>
                <a:gd name="connsiteY32" fmla="*/ 21810 h 228600"/>
                <a:gd name="connsiteX33" fmla="*/ 479883 w 495300"/>
                <a:gd name="connsiteY33" fmla="*/ 35949 h 228600"/>
                <a:gd name="connsiteX34" fmla="*/ 474934 w 495300"/>
                <a:gd name="connsiteY34" fmla="*/ 60914 h 228600"/>
                <a:gd name="connsiteX35" fmla="*/ 449969 w 495300"/>
                <a:gd name="connsiteY35" fmla="*/ 65900 h 228600"/>
                <a:gd name="connsiteX36" fmla="*/ 435830 w 495300"/>
                <a:gd name="connsiteY36" fmla="*/ 44729 h 228600"/>
                <a:gd name="connsiteX37" fmla="*/ 458712 w 495300"/>
                <a:gd name="connsiteY37" fmla="*/ 21810 h 228600"/>
                <a:gd name="connsiteX38" fmla="*/ 320714 w 495300"/>
                <a:gd name="connsiteY38" fmla="*/ 137186 h 228600"/>
                <a:gd name="connsiteX39" fmla="*/ 341885 w 495300"/>
                <a:gd name="connsiteY39" fmla="*/ 151325 h 228600"/>
                <a:gd name="connsiteX40" fmla="*/ 336899 w 495300"/>
                <a:gd name="connsiteY40" fmla="*/ 176291 h 228600"/>
                <a:gd name="connsiteX41" fmla="*/ 311933 w 495300"/>
                <a:gd name="connsiteY41" fmla="*/ 181277 h 228600"/>
                <a:gd name="connsiteX42" fmla="*/ 297794 w 495300"/>
                <a:gd name="connsiteY42" fmla="*/ 160105 h 228600"/>
                <a:gd name="connsiteX43" fmla="*/ 320713 w 495300"/>
                <a:gd name="connsiteY43" fmla="*/ 137186 h 228600"/>
                <a:gd name="connsiteX44" fmla="*/ 182715 w 495300"/>
                <a:gd name="connsiteY44" fmla="*/ 89375 h 228600"/>
                <a:gd name="connsiteX45" fmla="*/ 203887 w 495300"/>
                <a:gd name="connsiteY45" fmla="*/ 103514 h 228600"/>
                <a:gd name="connsiteX46" fmla="*/ 198938 w 495300"/>
                <a:gd name="connsiteY46" fmla="*/ 128517 h 228600"/>
                <a:gd name="connsiteX47" fmla="*/ 173972 w 495300"/>
                <a:gd name="connsiteY47" fmla="*/ 133466 h 228600"/>
                <a:gd name="connsiteX48" fmla="*/ 159833 w 495300"/>
                <a:gd name="connsiteY48" fmla="*/ 112295 h 228600"/>
                <a:gd name="connsiteX49" fmla="*/ 182715 w 495300"/>
                <a:gd name="connsiteY49" fmla="*/ 89375 h 228600"/>
                <a:gd name="connsiteX50" fmla="*/ 44717 w 495300"/>
                <a:gd name="connsiteY50" fmla="*/ 167435 h 228600"/>
                <a:gd name="connsiteX51" fmla="*/ 65888 w 495300"/>
                <a:gd name="connsiteY51" fmla="*/ 181574 h 228600"/>
                <a:gd name="connsiteX52" fmla="*/ 60940 w 495300"/>
                <a:gd name="connsiteY52" fmla="*/ 206540 h 228600"/>
                <a:gd name="connsiteX53" fmla="*/ 35974 w 495300"/>
                <a:gd name="connsiteY53" fmla="*/ 211489 h 228600"/>
                <a:gd name="connsiteX54" fmla="*/ 21798 w 495300"/>
                <a:gd name="connsiteY54" fmla="*/ 190355 h 228600"/>
                <a:gd name="connsiteX55" fmla="*/ 44717 w 495300"/>
                <a:gd name="connsiteY55" fmla="*/ 167436 h 228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495300" h="228600">
                  <a:moveTo>
                    <a:pt x="44708" y="227902"/>
                  </a:moveTo>
                  <a:cubicBezTo>
                    <a:pt x="65469" y="227902"/>
                    <a:pt x="82250" y="211085"/>
                    <a:pt x="82287" y="190360"/>
                  </a:cubicBezTo>
                  <a:cubicBezTo>
                    <a:pt x="82249" y="184891"/>
                    <a:pt x="81059" y="179533"/>
                    <a:pt x="78715" y="174622"/>
                  </a:cubicBezTo>
                  <a:lnTo>
                    <a:pt x="149557" y="129601"/>
                  </a:lnTo>
                  <a:cubicBezTo>
                    <a:pt x="156068" y="142288"/>
                    <a:pt x="169202" y="150139"/>
                    <a:pt x="183453" y="149879"/>
                  </a:cubicBezTo>
                  <a:cubicBezTo>
                    <a:pt x="197703" y="149618"/>
                    <a:pt x="210540" y="141247"/>
                    <a:pt x="216567" y="128373"/>
                  </a:cubicBezTo>
                  <a:lnTo>
                    <a:pt x="283502" y="156242"/>
                  </a:lnTo>
                  <a:cubicBezTo>
                    <a:pt x="283316" y="157507"/>
                    <a:pt x="283205" y="158809"/>
                    <a:pt x="283130" y="160111"/>
                  </a:cubicBezTo>
                  <a:cubicBezTo>
                    <a:pt x="283130" y="180836"/>
                    <a:pt x="299948" y="197690"/>
                    <a:pt x="320709" y="197690"/>
                  </a:cubicBezTo>
                  <a:cubicBezTo>
                    <a:pt x="341471" y="197690"/>
                    <a:pt x="358288" y="180836"/>
                    <a:pt x="358288" y="160111"/>
                  </a:cubicBezTo>
                  <a:cubicBezTo>
                    <a:pt x="358251" y="153414"/>
                    <a:pt x="356391" y="146903"/>
                    <a:pt x="352968" y="141173"/>
                  </a:cubicBezTo>
                  <a:lnTo>
                    <a:pt x="434824" y="73493"/>
                  </a:lnTo>
                  <a:cubicBezTo>
                    <a:pt x="441521" y="79148"/>
                    <a:pt x="449966" y="82274"/>
                    <a:pt x="458710" y="82311"/>
                  </a:cubicBezTo>
                  <a:cubicBezTo>
                    <a:pt x="473928" y="82311"/>
                    <a:pt x="487621" y="73158"/>
                    <a:pt x="493424" y="59094"/>
                  </a:cubicBezTo>
                  <a:cubicBezTo>
                    <a:pt x="499266" y="45066"/>
                    <a:pt x="496029" y="28881"/>
                    <a:pt x="485276" y="18166"/>
                  </a:cubicBezTo>
                  <a:cubicBezTo>
                    <a:pt x="474560" y="7413"/>
                    <a:pt x="458375" y="4175"/>
                    <a:pt x="444348" y="10017"/>
                  </a:cubicBezTo>
                  <a:cubicBezTo>
                    <a:pt x="430320" y="15822"/>
                    <a:pt x="421168" y="29514"/>
                    <a:pt x="421168" y="44731"/>
                  </a:cubicBezTo>
                  <a:cubicBezTo>
                    <a:pt x="421205" y="50796"/>
                    <a:pt x="422731" y="56749"/>
                    <a:pt x="425595" y="62069"/>
                  </a:cubicBezTo>
                  <a:lnTo>
                    <a:pt x="343219" y="130195"/>
                  </a:lnTo>
                  <a:cubicBezTo>
                    <a:pt x="334587" y="123572"/>
                    <a:pt x="323426" y="121042"/>
                    <a:pt x="312784" y="123349"/>
                  </a:cubicBezTo>
                  <a:cubicBezTo>
                    <a:pt x="302143" y="125656"/>
                    <a:pt x="293027" y="132539"/>
                    <a:pt x="287893" y="142176"/>
                  </a:cubicBezTo>
                  <a:lnTo>
                    <a:pt x="220138" y="113974"/>
                  </a:lnTo>
                  <a:cubicBezTo>
                    <a:pt x="220176" y="113416"/>
                    <a:pt x="220287" y="112895"/>
                    <a:pt x="220287" y="112299"/>
                  </a:cubicBezTo>
                  <a:cubicBezTo>
                    <a:pt x="220287" y="91538"/>
                    <a:pt x="203470" y="74720"/>
                    <a:pt x="182708" y="74720"/>
                  </a:cubicBezTo>
                  <a:cubicBezTo>
                    <a:pt x="161984" y="74720"/>
                    <a:pt x="145129" y="91538"/>
                    <a:pt x="145129" y="112299"/>
                  </a:cubicBezTo>
                  <a:cubicBezTo>
                    <a:pt x="145129" y="113192"/>
                    <a:pt x="145315" y="114011"/>
                    <a:pt x="145390" y="114867"/>
                  </a:cubicBezTo>
                  <a:lnTo>
                    <a:pt x="70008" y="162752"/>
                  </a:lnTo>
                  <a:lnTo>
                    <a:pt x="70045" y="162752"/>
                  </a:lnTo>
                  <a:cubicBezTo>
                    <a:pt x="60892" y="154380"/>
                    <a:pt x="48204" y="151031"/>
                    <a:pt x="36149" y="153859"/>
                  </a:cubicBezTo>
                  <a:cubicBezTo>
                    <a:pt x="24095" y="156687"/>
                    <a:pt x="14160" y="165244"/>
                    <a:pt x="9696" y="176816"/>
                  </a:cubicBezTo>
                  <a:cubicBezTo>
                    <a:pt x="5194" y="188350"/>
                    <a:pt x="6719" y="201373"/>
                    <a:pt x="13714" y="211604"/>
                  </a:cubicBezTo>
                  <a:cubicBezTo>
                    <a:pt x="20709" y="221836"/>
                    <a:pt x="32317" y="227938"/>
                    <a:pt x="44707" y="227901"/>
                  </a:cubicBezTo>
                  <a:close/>
                  <a:moveTo>
                    <a:pt x="458712" y="21810"/>
                  </a:moveTo>
                  <a:cubicBezTo>
                    <a:pt x="467976" y="21810"/>
                    <a:pt x="476348" y="27391"/>
                    <a:pt x="479883" y="35949"/>
                  </a:cubicBezTo>
                  <a:cubicBezTo>
                    <a:pt x="483455" y="44506"/>
                    <a:pt x="481483" y="54366"/>
                    <a:pt x="474934" y="60914"/>
                  </a:cubicBezTo>
                  <a:cubicBezTo>
                    <a:pt x="468386" y="67463"/>
                    <a:pt x="458526" y="69435"/>
                    <a:pt x="449969" y="65900"/>
                  </a:cubicBezTo>
                  <a:cubicBezTo>
                    <a:pt x="441411" y="62328"/>
                    <a:pt x="435830" y="53994"/>
                    <a:pt x="435830" y="44729"/>
                  </a:cubicBezTo>
                  <a:cubicBezTo>
                    <a:pt x="435830" y="32079"/>
                    <a:pt x="446061" y="21810"/>
                    <a:pt x="458712" y="21810"/>
                  </a:cubicBezTo>
                  <a:close/>
                  <a:moveTo>
                    <a:pt x="320714" y="137186"/>
                  </a:moveTo>
                  <a:cubicBezTo>
                    <a:pt x="329978" y="137186"/>
                    <a:pt x="338313" y="142767"/>
                    <a:pt x="341885" y="151325"/>
                  </a:cubicBezTo>
                  <a:cubicBezTo>
                    <a:pt x="345419" y="159882"/>
                    <a:pt x="343447" y="169742"/>
                    <a:pt x="336899" y="176291"/>
                  </a:cubicBezTo>
                  <a:cubicBezTo>
                    <a:pt x="330351" y="182839"/>
                    <a:pt x="320490" y="184811"/>
                    <a:pt x="311933" y="181277"/>
                  </a:cubicBezTo>
                  <a:cubicBezTo>
                    <a:pt x="303375" y="177705"/>
                    <a:pt x="297794" y="169370"/>
                    <a:pt x="297794" y="160105"/>
                  </a:cubicBezTo>
                  <a:cubicBezTo>
                    <a:pt x="297794" y="147455"/>
                    <a:pt x="308063" y="137186"/>
                    <a:pt x="320713" y="137186"/>
                  </a:cubicBezTo>
                  <a:close/>
                  <a:moveTo>
                    <a:pt x="182715" y="89375"/>
                  </a:moveTo>
                  <a:cubicBezTo>
                    <a:pt x="191980" y="89375"/>
                    <a:pt x="200352" y="94956"/>
                    <a:pt x="203887" y="103514"/>
                  </a:cubicBezTo>
                  <a:cubicBezTo>
                    <a:pt x="207458" y="112109"/>
                    <a:pt x="205487" y="121932"/>
                    <a:pt x="198938" y="128517"/>
                  </a:cubicBezTo>
                  <a:cubicBezTo>
                    <a:pt x="192390" y="135066"/>
                    <a:pt x="182529" y="137000"/>
                    <a:pt x="173972" y="133466"/>
                  </a:cubicBezTo>
                  <a:cubicBezTo>
                    <a:pt x="165414" y="129931"/>
                    <a:pt x="159833" y="121560"/>
                    <a:pt x="159833" y="112295"/>
                  </a:cubicBezTo>
                  <a:cubicBezTo>
                    <a:pt x="159833" y="99644"/>
                    <a:pt x="170065" y="89413"/>
                    <a:pt x="182715" y="89375"/>
                  </a:cubicBezTo>
                  <a:close/>
                  <a:moveTo>
                    <a:pt x="44717" y="167435"/>
                  </a:moveTo>
                  <a:cubicBezTo>
                    <a:pt x="53982" y="167435"/>
                    <a:pt x="62354" y="173017"/>
                    <a:pt x="65888" y="181574"/>
                  </a:cubicBezTo>
                  <a:cubicBezTo>
                    <a:pt x="69423" y="190132"/>
                    <a:pt x="67488" y="199992"/>
                    <a:pt x="60940" y="206540"/>
                  </a:cubicBezTo>
                  <a:cubicBezTo>
                    <a:pt x="54391" y="213089"/>
                    <a:pt x="44531" y="215061"/>
                    <a:pt x="35974" y="211489"/>
                  </a:cubicBezTo>
                  <a:cubicBezTo>
                    <a:pt x="27416" y="207954"/>
                    <a:pt x="21798" y="199620"/>
                    <a:pt x="21798" y="190355"/>
                  </a:cubicBezTo>
                  <a:cubicBezTo>
                    <a:pt x="21835" y="177705"/>
                    <a:pt x="32067" y="167436"/>
                    <a:pt x="44717" y="16743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</p:grpSp>
      <p:sp>
        <p:nvSpPr>
          <p:cNvPr id="40" name="Graphic 173">
            <a:extLst>
              <a:ext uri="{FF2B5EF4-FFF2-40B4-BE49-F238E27FC236}">
                <a16:creationId xmlns:a16="http://schemas.microsoft.com/office/drawing/2014/main" id="{692A661B-D6F2-B198-17F9-9CF367924C28}"/>
              </a:ext>
            </a:extLst>
          </p:cNvPr>
          <p:cNvSpPr/>
          <p:nvPr/>
        </p:nvSpPr>
        <p:spPr>
          <a:xfrm>
            <a:off x="5516686" y="1427717"/>
            <a:ext cx="241770" cy="289488"/>
          </a:xfrm>
          <a:custGeom>
            <a:avLst/>
            <a:gdLst>
              <a:gd name="connsiteX0" fmla="*/ 169955 w 723900"/>
              <a:gd name="connsiteY0" fmla="*/ 613896 h 866775"/>
              <a:gd name="connsiteX1" fmla="*/ 82325 w 723900"/>
              <a:gd name="connsiteY1" fmla="*/ 701526 h 866775"/>
              <a:gd name="connsiteX2" fmla="*/ 169955 w 723900"/>
              <a:gd name="connsiteY2" fmla="*/ 789156 h 866775"/>
              <a:gd name="connsiteX3" fmla="*/ 257585 w 723900"/>
              <a:gd name="connsiteY3" fmla="*/ 701526 h 866775"/>
              <a:gd name="connsiteX4" fmla="*/ 169955 w 723900"/>
              <a:gd name="connsiteY4" fmla="*/ 613896 h 866775"/>
              <a:gd name="connsiteX5" fmla="*/ 105118 w 723900"/>
              <a:gd name="connsiteY5" fmla="*/ 701526 h 866775"/>
              <a:gd name="connsiteX6" fmla="*/ 120653 w 723900"/>
              <a:gd name="connsiteY6" fmla="*/ 659483 h 866775"/>
              <a:gd name="connsiteX7" fmla="*/ 120653 w 723900"/>
              <a:gd name="connsiteY7" fmla="*/ 719433 h 866775"/>
              <a:gd name="connsiteX8" fmla="*/ 150257 w 723900"/>
              <a:gd name="connsiteY8" fmla="*/ 749037 h 866775"/>
              <a:gd name="connsiteX9" fmla="*/ 214074 w 723900"/>
              <a:gd name="connsiteY9" fmla="*/ 749037 h 866775"/>
              <a:gd name="connsiteX10" fmla="*/ 122531 w 723900"/>
              <a:gd name="connsiteY10" fmla="*/ 745867 h 866775"/>
              <a:gd name="connsiteX11" fmla="*/ 105118 w 723900"/>
              <a:gd name="connsiteY11" fmla="*/ 701526 h 866775"/>
              <a:gd name="connsiteX12" fmla="*/ 229895 w 723900"/>
              <a:gd name="connsiteY12" fmla="*/ 726244 h 866775"/>
              <a:gd name="connsiteX13" fmla="*/ 228943 w 723900"/>
              <a:gd name="connsiteY13" fmla="*/ 726244 h 866775"/>
              <a:gd name="connsiteX14" fmla="*/ 150257 w 723900"/>
              <a:gd name="connsiteY14" fmla="*/ 726244 h 866775"/>
              <a:gd name="connsiteX15" fmla="*/ 143466 w 723900"/>
              <a:gd name="connsiteY15" fmla="*/ 719462 h 866775"/>
              <a:gd name="connsiteX16" fmla="*/ 143466 w 723900"/>
              <a:gd name="connsiteY16" fmla="*/ 642386 h 866775"/>
              <a:gd name="connsiteX17" fmla="*/ 229126 w 723900"/>
              <a:gd name="connsiteY17" fmla="*/ 674829 h 866775"/>
              <a:gd name="connsiteX18" fmla="*/ 229886 w 723900"/>
              <a:gd name="connsiteY18" fmla="*/ 726291 h 866775"/>
              <a:gd name="connsiteX19" fmla="*/ 553507 w 723900"/>
              <a:gd name="connsiteY19" fmla="*/ 239516 h 866775"/>
              <a:gd name="connsiteX20" fmla="*/ 542077 w 723900"/>
              <a:gd name="connsiteY20" fmla="*/ 250946 h 866775"/>
              <a:gd name="connsiteX21" fmla="*/ 271158 w 723900"/>
              <a:gd name="connsiteY21" fmla="*/ 250946 h 866775"/>
              <a:gd name="connsiteX22" fmla="*/ 259728 w 723900"/>
              <a:gd name="connsiteY22" fmla="*/ 239516 h 866775"/>
              <a:gd name="connsiteX23" fmla="*/ 271158 w 723900"/>
              <a:gd name="connsiteY23" fmla="*/ 228086 h 866775"/>
              <a:gd name="connsiteX24" fmla="*/ 542096 w 723900"/>
              <a:gd name="connsiteY24" fmla="*/ 228086 h 866775"/>
              <a:gd name="connsiteX25" fmla="*/ 553498 w 723900"/>
              <a:gd name="connsiteY25" fmla="*/ 239507 h 866775"/>
              <a:gd name="connsiteX26" fmla="*/ 192348 w 723900"/>
              <a:gd name="connsiteY26" fmla="*/ 311392 h 866775"/>
              <a:gd name="connsiteX27" fmla="*/ 203778 w 723900"/>
              <a:gd name="connsiteY27" fmla="*/ 299962 h 866775"/>
              <a:gd name="connsiteX28" fmla="*/ 257470 w 723900"/>
              <a:gd name="connsiteY28" fmla="*/ 299962 h 866775"/>
              <a:gd name="connsiteX29" fmla="*/ 268900 w 723900"/>
              <a:gd name="connsiteY29" fmla="*/ 311392 h 866775"/>
              <a:gd name="connsiteX30" fmla="*/ 257470 w 723900"/>
              <a:gd name="connsiteY30" fmla="*/ 322822 h 866775"/>
              <a:gd name="connsiteX31" fmla="*/ 203759 w 723900"/>
              <a:gd name="connsiteY31" fmla="*/ 322822 h 866775"/>
              <a:gd name="connsiteX32" fmla="*/ 192348 w 723900"/>
              <a:gd name="connsiteY32" fmla="*/ 311392 h 866775"/>
              <a:gd name="connsiteX33" fmla="*/ 538162 w 723900"/>
              <a:gd name="connsiteY33" fmla="*/ 311392 h 866775"/>
              <a:gd name="connsiteX34" fmla="*/ 526733 w 723900"/>
              <a:gd name="connsiteY34" fmla="*/ 322822 h 866775"/>
              <a:gd name="connsiteX35" fmla="*/ 295913 w 723900"/>
              <a:gd name="connsiteY35" fmla="*/ 322822 h 866775"/>
              <a:gd name="connsiteX36" fmla="*/ 284483 w 723900"/>
              <a:gd name="connsiteY36" fmla="*/ 311392 h 866775"/>
              <a:gd name="connsiteX37" fmla="*/ 295913 w 723900"/>
              <a:gd name="connsiteY37" fmla="*/ 299962 h 866775"/>
              <a:gd name="connsiteX38" fmla="*/ 526752 w 723900"/>
              <a:gd name="connsiteY38" fmla="*/ 299962 h 866775"/>
              <a:gd name="connsiteX39" fmla="*/ 538162 w 723900"/>
              <a:gd name="connsiteY39" fmla="*/ 311392 h 866775"/>
              <a:gd name="connsiteX40" fmla="*/ 513969 w 723900"/>
              <a:gd name="connsiteY40" fmla="*/ 383277 h 866775"/>
              <a:gd name="connsiteX41" fmla="*/ 502539 w 723900"/>
              <a:gd name="connsiteY41" fmla="*/ 394707 h 866775"/>
              <a:gd name="connsiteX42" fmla="*/ 203759 w 723900"/>
              <a:gd name="connsiteY42" fmla="*/ 394707 h 866775"/>
              <a:gd name="connsiteX43" fmla="*/ 192329 w 723900"/>
              <a:gd name="connsiteY43" fmla="*/ 383277 h 866775"/>
              <a:gd name="connsiteX44" fmla="*/ 203759 w 723900"/>
              <a:gd name="connsiteY44" fmla="*/ 371847 h 866775"/>
              <a:gd name="connsiteX45" fmla="*/ 502558 w 723900"/>
              <a:gd name="connsiteY45" fmla="*/ 371847 h 866775"/>
              <a:gd name="connsiteX46" fmla="*/ 513969 w 723900"/>
              <a:gd name="connsiteY46" fmla="*/ 383277 h 866775"/>
              <a:gd name="connsiteX47" fmla="*/ 309315 w 723900"/>
              <a:gd name="connsiteY47" fmla="*/ 466564 h 866775"/>
              <a:gd name="connsiteX48" fmla="*/ 203759 w 723900"/>
              <a:gd name="connsiteY48" fmla="*/ 466564 h 866775"/>
              <a:gd name="connsiteX49" fmla="*/ 191615 w 723900"/>
              <a:gd name="connsiteY49" fmla="*/ 455895 h 866775"/>
              <a:gd name="connsiteX50" fmla="*/ 202284 w 723900"/>
              <a:gd name="connsiteY50" fmla="*/ 443751 h 866775"/>
              <a:gd name="connsiteX51" fmla="*/ 203759 w 723900"/>
              <a:gd name="connsiteY51" fmla="*/ 443751 h 866775"/>
              <a:gd name="connsiteX52" fmla="*/ 309315 w 723900"/>
              <a:gd name="connsiteY52" fmla="*/ 443751 h 866775"/>
              <a:gd name="connsiteX53" fmla="*/ 319984 w 723900"/>
              <a:gd name="connsiteY53" fmla="*/ 455895 h 866775"/>
              <a:gd name="connsiteX54" fmla="*/ 309315 w 723900"/>
              <a:gd name="connsiteY54" fmla="*/ 466564 h 866775"/>
              <a:gd name="connsiteX55" fmla="*/ 347777 w 723900"/>
              <a:gd name="connsiteY55" fmla="*/ 466564 h 866775"/>
              <a:gd name="connsiteX56" fmla="*/ 335633 w 723900"/>
              <a:gd name="connsiteY56" fmla="*/ 455895 h 866775"/>
              <a:gd name="connsiteX57" fmla="*/ 346302 w 723900"/>
              <a:gd name="connsiteY57" fmla="*/ 443751 h 866775"/>
              <a:gd name="connsiteX58" fmla="*/ 347777 w 723900"/>
              <a:gd name="connsiteY58" fmla="*/ 443751 h 866775"/>
              <a:gd name="connsiteX59" fmla="*/ 478450 w 723900"/>
              <a:gd name="connsiteY59" fmla="*/ 443751 h 866775"/>
              <a:gd name="connsiteX60" fmla="*/ 490594 w 723900"/>
              <a:gd name="connsiteY60" fmla="*/ 454420 h 866775"/>
              <a:gd name="connsiteX61" fmla="*/ 479925 w 723900"/>
              <a:gd name="connsiteY61" fmla="*/ 466564 h 866775"/>
              <a:gd name="connsiteX62" fmla="*/ 478450 w 723900"/>
              <a:gd name="connsiteY62" fmla="*/ 466564 h 866775"/>
              <a:gd name="connsiteX63" fmla="*/ 251746 w 723900"/>
              <a:gd name="connsiteY63" fmla="*/ 515636 h 866775"/>
              <a:gd name="connsiteX64" fmla="*/ 503644 w 723900"/>
              <a:gd name="connsiteY64" fmla="*/ 515636 h 866775"/>
              <a:gd name="connsiteX65" fmla="*/ 515074 w 723900"/>
              <a:gd name="connsiteY65" fmla="*/ 527066 h 866775"/>
              <a:gd name="connsiteX66" fmla="*/ 503644 w 723900"/>
              <a:gd name="connsiteY66" fmla="*/ 538496 h 866775"/>
              <a:gd name="connsiteX67" fmla="*/ 251746 w 723900"/>
              <a:gd name="connsiteY67" fmla="*/ 538496 h 866775"/>
              <a:gd name="connsiteX68" fmla="*/ 240316 w 723900"/>
              <a:gd name="connsiteY68" fmla="*/ 527066 h 866775"/>
              <a:gd name="connsiteX69" fmla="*/ 251746 w 723900"/>
              <a:gd name="connsiteY69" fmla="*/ 515636 h 866775"/>
              <a:gd name="connsiteX70" fmla="*/ 446751 w 723900"/>
              <a:gd name="connsiteY70" fmla="*/ 587512 h 866775"/>
              <a:gd name="connsiteX71" fmla="*/ 542096 w 723900"/>
              <a:gd name="connsiteY71" fmla="*/ 587512 h 866775"/>
              <a:gd name="connsiteX72" fmla="*/ 553526 w 723900"/>
              <a:gd name="connsiteY72" fmla="*/ 598942 h 866775"/>
              <a:gd name="connsiteX73" fmla="*/ 542096 w 723900"/>
              <a:gd name="connsiteY73" fmla="*/ 610372 h 866775"/>
              <a:gd name="connsiteX74" fmla="*/ 446751 w 723900"/>
              <a:gd name="connsiteY74" fmla="*/ 610372 h 866775"/>
              <a:gd name="connsiteX75" fmla="*/ 435321 w 723900"/>
              <a:gd name="connsiteY75" fmla="*/ 598942 h 866775"/>
              <a:gd name="connsiteX76" fmla="*/ 446751 w 723900"/>
              <a:gd name="connsiteY76" fmla="*/ 587512 h 866775"/>
              <a:gd name="connsiteX77" fmla="*/ 411871 w 723900"/>
              <a:gd name="connsiteY77" fmla="*/ 610372 h 866775"/>
              <a:gd name="connsiteX78" fmla="*/ 324755 w 723900"/>
              <a:gd name="connsiteY78" fmla="*/ 610372 h 866775"/>
              <a:gd name="connsiteX79" fmla="*/ 313325 w 723900"/>
              <a:gd name="connsiteY79" fmla="*/ 598942 h 866775"/>
              <a:gd name="connsiteX80" fmla="*/ 324755 w 723900"/>
              <a:gd name="connsiteY80" fmla="*/ 587512 h 866775"/>
              <a:gd name="connsiteX81" fmla="*/ 411871 w 723900"/>
              <a:gd name="connsiteY81" fmla="*/ 587512 h 866775"/>
              <a:gd name="connsiteX82" fmla="*/ 423301 w 723900"/>
              <a:gd name="connsiteY82" fmla="*/ 598942 h 866775"/>
              <a:gd name="connsiteX83" fmla="*/ 411871 w 723900"/>
              <a:gd name="connsiteY83" fmla="*/ 610372 h 866775"/>
              <a:gd name="connsiteX84" fmla="*/ 508921 w 723900"/>
              <a:gd name="connsiteY84" fmla="*/ 670846 h 866775"/>
              <a:gd name="connsiteX85" fmla="*/ 497491 w 723900"/>
              <a:gd name="connsiteY85" fmla="*/ 682276 h 866775"/>
              <a:gd name="connsiteX86" fmla="*/ 352911 w 723900"/>
              <a:gd name="connsiteY86" fmla="*/ 682276 h 866775"/>
              <a:gd name="connsiteX87" fmla="*/ 341481 w 723900"/>
              <a:gd name="connsiteY87" fmla="*/ 670846 h 866775"/>
              <a:gd name="connsiteX88" fmla="*/ 352911 w 723900"/>
              <a:gd name="connsiteY88" fmla="*/ 659416 h 866775"/>
              <a:gd name="connsiteX89" fmla="*/ 497510 w 723900"/>
              <a:gd name="connsiteY89" fmla="*/ 659416 h 866775"/>
              <a:gd name="connsiteX90" fmla="*/ 508921 w 723900"/>
              <a:gd name="connsiteY90" fmla="*/ 670808 h 866775"/>
              <a:gd name="connsiteX91" fmla="*/ 723729 w 723900"/>
              <a:gd name="connsiteY91" fmla="*/ 260300 h 866775"/>
              <a:gd name="connsiteX92" fmla="*/ 712994 w 723900"/>
              <a:gd name="connsiteY92" fmla="*/ 243155 h 866775"/>
              <a:gd name="connsiteX93" fmla="*/ 684781 w 723900"/>
              <a:gd name="connsiteY93" fmla="*/ 223152 h 866775"/>
              <a:gd name="connsiteX94" fmla="*/ 667636 w 723900"/>
              <a:gd name="connsiteY94" fmla="*/ 218390 h 866775"/>
              <a:gd name="connsiteX95" fmla="*/ 667636 w 723900"/>
              <a:gd name="connsiteY95" fmla="*/ 146409 h 866775"/>
              <a:gd name="connsiteX96" fmla="*/ 595608 w 723900"/>
              <a:gd name="connsiteY96" fmla="*/ 74381 h 866775"/>
              <a:gd name="connsiteX97" fmla="*/ 494062 w 723900"/>
              <a:gd name="connsiteY97" fmla="*/ 74381 h 866775"/>
              <a:gd name="connsiteX98" fmla="*/ 494062 w 723900"/>
              <a:gd name="connsiteY98" fmla="*/ 63904 h 866775"/>
              <a:gd name="connsiteX99" fmla="*/ 482632 w 723900"/>
              <a:gd name="connsiteY99" fmla="*/ 52474 h 866775"/>
              <a:gd name="connsiteX100" fmla="*/ 428997 w 723900"/>
              <a:gd name="connsiteY100" fmla="*/ 52474 h 866775"/>
              <a:gd name="connsiteX101" fmla="*/ 360891 w 723900"/>
              <a:gd name="connsiteY101" fmla="*/ 8432 h 866775"/>
              <a:gd name="connsiteX102" fmla="*/ 316849 w 723900"/>
              <a:gd name="connsiteY102" fmla="*/ 52474 h 866775"/>
              <a:gd name="connsiteX103" fmla="*/ 263195 w 723900"/>
              <a:gd name="connsiteY103" fmla="*/ 52474 h 866775"/>
              <a:gd name="connsiteX104" fmla="*/ 251765 w 723900"/>
              <a:gd name="connsiteY104" fmla="*/ 63904 h 866775"/>
              <a:gd name="connsiteX105" fmla="*/ 251765 w 723900"/>
              <a:gd name="connsiteY105" fmla="*/ 74381 h 866775"/>
              <a:gd name="connsiteX106" fmla="*/ 150257 w 723900"/>
              <a:gd name="connsiteY106" fmla="*/ 74381 h 866775"/>
              <a:gd name="connsiteX107" fmla="*/ 78229 w 723900"/>
              <a:gd name="connsiteY107" fmla="*/ 146409 h 866775"/>
              <a:gd name="connsiteX108" fmla="*/ 78229 w 723900"/>
              <a:gd name="connsiteY108" fmla="*/ 569824 h 866775"/>
              <a:gd name="connsiteX109" fmla="*/ 64284 w 723900"/>
              <a:gd name="connsiteY109" fmla="*/ 576901 h 866775"/>
              <a:gd name="connsiteX110" fmla="*/ 45310 w 723900"/>
              <a:gd name="connsiteY110" fmla="*/ 595865 h 866775"/>
              <a:gd name="connsiteX111" fmla="*/ 45310 w 723900"/>
              <a:gd name="connsiteY111" fmla="*/ 631708 h 866775"/>
              <a:gd name="connsiteX112" fmla="*/ 49120 w 723900"/>
              <a:gd name="connsiteY112" fmla="*/ 635518 h 866775"/>
              <a:gd name="connsiteX113" fmla="*/ 37929 w 723900"/>
              <a:gd name="connsiteY113" fmla="*/ 662788 h 866775"/>
              <a:gd name="connsiteX114" fmla="*/ 32480 w 723900"/>
              <a:gd name="connsiteY114" fmla="*/ 662788 h 866775"/>
              <a:gd name="connsiteX115" fmla="*/ 7144 w 723900"/>
              <a:gd name="connsiteY115" fmla="*/ 688125 h 866775"/>
              <a:gd name="connsiteX116" fmla="*/ 7144 w 723900"/>
              <a:gd name="connsiteY116" fmla="*/ 714956 h 866775"/>
              <a:gd name="connsiteX117" fmla="*/ 32480 w 723900"/>
              <a:gd name="connsiteY117" fmla="*/ 740293 h 866775"/>
              <a:gd name="connsiteX118" fmla="*/ 37929 w 723900"/>
              <a:gd name="connsiteY118" fmla="*/ 740293 h 866775"/>
              <a:gd name="connsiteX119" fmla="*/ 49206 w 723900"/>
              <a:gd name="connsiteY119" fmla="*/ 767525 h 866775"/>
              <a:gd name="connsiteX120" fmla="*/ 45396 w 723900"/>
              <a:gd name="connsiteY120" fmla="*/ 771383 h 866775"/>
              <a:gd name="connsiteX121" fmla="*/ 45396 w 723900"/>
              <a:gd name="connsiteY121" fmla="*/ 807216 h 866775"/>
              <a:gd name="connsiteX122" fmla="*/ 64360 w 723900"/>
              <a:gd name="connsiteY122" fmla="*/ 826189 h 866775"/>
              <a:gd name="connsiteX123" fmla="*/ 100203 w 723900"/>
              <a:gd name="connsiteY123" fmla="*/ 826189 h 866775"/>
              <a:gd name="connsiteX124" fmla="*/ 104013 w 723900"/>
              <a:gd name="connsiteY124" fmla="*/ 822332 h 866775"/>
              <a:gd name="connsiteX125" fmla="*/ 131245 w 723900"/>
              <a:gd name="connsiteY125" fmla="*/ 833619 h 866775"/>
              <a:gd name="connsiteX126" fmla="*/ 131245 w 723900"/>
              <a:gd name="connsiteY126" fmla="*/ 839058 h 866775"/>
              <a:gd name="connsiteX127" fmla="*/ 156543 w 723900"/>
              <a:gd name="connsiteY127" fmla="*/ 864404 h 866775"/>
              <a:gd name="connsiteX128" fmla="*/ 183366 w 723900"/>
              <a:gd name="connsiteY128" fmla="*/ 864404 h 866775"/>
              <a:gd name="connsiteX129" fmla="*/ 208712 w 723900"/>
              <a:gd name="connsiteY129" fmla="*/ 839058 h 866775"/>
              <a:gd name="connsiteX130" fmla="*/ 208712 w 723900"/>
              <a:gd name="connsiteY130" fmla="*/ 833619 h 866775"/>
              <a:gd name="connsiteX131" fmla="*/ 235944 w 723900"/>
              <a:gd name="connsiteY131" fmla="*/ 822332 h 866775"/>
              <a:gd name="connsiteX132" fmla="*/ 239754 w 723900"/>
              <a:gd name="connsiteY132" fmla="*/ 826189 h 866775"/>
              <a:gd name="connsiteX133" fmla="*/ 275596 w 723900"/>
              <a:gd name="connsiteY133" fmla="*/ 826189 h 866775"/>
              <a:gd name="connsiteX134" fmla="*/ 294599 w 723900"/>
              <a:gd name="connsiteY134" fmla="*/ 807254 h 866775"/>
              <a:gd name="connsiteX135" fmla="*/ 301904 w 723900"/>
              <a:gd name="connsiteY135" fmla="*/ 791499 h 866775"/>
              <a:gd name="connsiteX136" fmla="*/ 595589 w 723900"/>
              <a:gd name="connsiteY136" fmla="*/ 791499 h 866775"/>
              <a:gd name="connsiteX137" fmla="*/ 667617 w 723900"/>
              <a:gd name="connsiteY137" fmla="*/ 719471 h 866775"/>
              <a:gd name="connsiteX138" fmla="*/ 667617 w 723900"/>
              <a:gd name="connsiteY138" fmla="*/ 352759 h 866775"/>
              <a:gd name="connsiteX139" fmla="*/ 719214 w 723900"/>
              <a:gd name="connsiteY139" fmla="*/ 280093 h 866775"/>
              <a:gd name="connsiteX140" fmla="*/ 723729 w 723900"/>
              <a:gd name="connsiteY140" fmla="*/ 260300 h 866775"/>
              <a:gd name="connsiteX141" fmla="*/ 595589 w 723900"/>
              <a:gd name="connsiteY141" fmla="*/ 97203 h 866775"/>
              <a:gd name="connsiteX142" fmla="*/ 644804 w 723900"/>
              <a:gd name="connsiteY142" fmla="*/ 146409 h 866775"/>
              <a:gd name="connsiteX143" fmla="*/ 644804 w 723900"/>
              <a:gd name="connsiteY143" fmla="*/ 233734 h 866775"/>
              <a:gd name="connsiteX144" fmla="*/ 625192 w 723900"/>
              <a:gd name="connsiteY144" fmla="*/ 261357 h 866775"/>
              <a:gd name="connsiteX145" fmla="*/ 625192 w 723900"/>
              <a:gd name="connsiteY145" fmla="*/ 146409 h 866775"/>
              <a:gd name="connsiteX146" fmla="*/ 595589 w 723900"/>
              <a:gd name="connsiteY146" fmla="*/ 116806 h 866775"/>
              <a:gd name="connsiteX147" fmla="*/ 494062 w 723900"/>
              <a:gd name="connsiteY147" fmla="*/ 116806 h 866775"/>
              <a:gd name="connsiteX148" fmla="*/ 494062 w 723900"/>
              <a:gd name="connsiteY148" fmla="*/ 97203 h 866775"/>
              <a:gd name="connsiteX149" fmla="*/ 513226 w 723900"/>
              <a:gd name="connsiteY149" fmla="*/ 419034 h 866775"/>
              <a:gd name="connsiteX150" fmla="*/ 511112 w 723900"/>
              <a:gd name="connsiteY150" fmla="*/ 424254 h 866775"/>
              <a:gd name="connsiteX151" fmla="*/ 506692 w 723900"/>
              <a:gd name="connsiteY151" fmla="*/ 456305 h 866775"/>
              <a:gd name="connsiteX152" fmla="*/ 506635 w 723900"/>
              <a:gd name="connsiteY152" fmla="*/ 456800 h 866775"/>
              <a:gd name="connsiteX153" fmla="*/ 503530 w 723900"/>
              <a:gd name="connsiteY153" fmla="*/ 489785 h 866775"/>
              <a:gd name="connsiteX154" fmla="*/ 513888 w 723900"/>
              <a:gd name="connsiteY154" fmla="*/ 502195 h 866775"/>
              <a:gd name="connsiteX155" fmla="*/ 519646 w 723900"/>
              <a:gd name="connsiteY155" fmla="*/ 501215 h 866775"/>
              <a:gd name="connsiteX156" fmla="*/ 579701 w 723900"/>
              <a:gd name="connsiteY156" fmla="*/ 473688 h 866775"/>
              <a:gd name="connsiteX157" fmla="*/ 584540 w 723900"/>
              <a:gd name="connsiteY157" fmla="*/ 469678 h 866775"/>
              <a:gd name="connsiteX158" fmla="*/ 602361 w 723900"/>
              <a:gd name="connsiteY158" fmla="*/ 444570 h 866775"/>
              <a:gd name="connsiteX159" fmla="*/ 602361 w 723900"/>
              <a:gd name="connsiteY159" fmla="*/ 638804 h 866775"/>
              <a:gd name="connsiteX160" fmla="*/ 557651 w 723900"/>
              <a:gd name="connsiteY160" fmla="*/ 638804 h 866775"/>
              <a:gd name="connsiteX161" fmla="*/ 528047 w 723900"/>
              <a:gd name="connsiteY161" fmla="*/ 668398 h 866775"/>
              <a:gd name="connsiteX162" fmla="*/ 528047 w 723900"/>
              <a:gd name="connsiteY162" fmla="*/ 726215 h 866775"/>
              <a:gd name="connsiteX163" fmla="*/ 330146 w 723900"/>
              <a:gd name="connsiteY163" fmla="*/ 726215 h 866775"/>
              <a:gd name="connsiteX164" fmla="*/ 332813 w 723900"/>
              <a:gd name="connsiteY164" fmla="*/ 714956 h 866775"/>
              <a:gd name="connsiteX165" fmla="*/ 332813 w 723900"/>
              <a:gd name="connsiteY165" fmla="*/ 688125 h 866775"/>
              <a:gd name="connsiteX166" fmla="*/ 307477 w 723900"/>
              <a:gd name="connsiteY166" fmla="*/ 662788 h 866775"/>
              <a:gd name="connsiteX167" fmla="*/ 302028 w 723900"/>
              <a:gd name="connsiteY167" fmla="*/ 662788 h 866775"/>
              <a:gd name="connsiteX168" fmla="*/ 290741 w 723900"/>
              <a:gd name="connsiteY168" fmla="*/ 635556 h 866775"/>
              <a:gd name="connsiteX169" fmla="*/ 294551 w 723900"/>
              <a:gd name="connsiteY169" fmla="*/ 631746 h 866775"/>
              <a:gd name="connsiteX170" fmla="*/ 294551 w 723900"/>
              <a:gd name="connsiteY170" fmla="*/ 595904 h 866775"/>
              <a:gd name="connsiteX171" fmla="*/ 275577 w 723900"/>
              <a:gd name="connsiteY171" fmla="*/ 576930 h 866775"/>
              <a:gd name="connsiteX172" fmla="*/ 239744 w 723900"/>
              <a:gd name="connsiteY172" fmla="*/ 576930 h 866775"/>
              <a:gd name="connsiteX173" fmla="*/ 235934 w 723900"/>
              <a:gd name="connsiteY173" fmla="*/ 580740 h 866775"/>
              <a:gd name="connsiteX174" fmla="*/ 208702 w 723900"/>
              <a:gd name="connsiteY174" fmla="*/ 569453 h 866775"/>
              <a:gd name="connsiteX175" fmla="*/ 208702 w 723900"/>
              <a:gd name="connsiteY175" fmla="*/ 564014 h 866775"/>
              <a:gd name="connsiteX176" fmla="*/ 183366 w 723900"/>
              <a:gd name="connsiteY176" fmla="*/ 538649 h 866775"/>
              <a:gd name="connsiteX177" fmla="*/ 156543 w 723900"/>
              <a:gd name="connsiteY177" fmla="*/ 538649 h 866775"/>
              <a:gd name="connsiteX178" fmla="*/ 143466 w 723900"/>
              <a:gd name="connsiteY178" fmla="*/ 542325 h 866775"/>
              <a:gd name="connsiteX179" fmla="*/ 143466 w 723900"/>
              <a:gd name="connsiteY179" fmla="*/ 146409 h 866775"/>
              <a:gd name="connsiteX180" fmla="*/ 150257 w 723900"/>
              <a:gd name="connsiteY180" fmla="*/ 139627 h 866775"/>
              <a:gd name="connsiteX181" fmla="*/ 251784 w 723900"/>
              <a:gd name="connsiteY181" fmla="*/ 139627 h 866775"/>
              <a:gd name="connsiteX182" fmla="*/ 251784 w 723900"/>
              <a:gd name="connsiteY182" fmla="*/ 150029 h 866775"/>
              <a:gd name="connsiteX183" fmla="*/ 263214 w 723900"/>
              <a:gd name="connsiteY183" fmla="*/ 161459 h 866775"/>
              <a:gd name="connsiteX184" fmla="*/ 482651 w 723900"/>
              <a:gd name="connsiteY184" fmla="*/ 161459 h 866775"/>
              <a:gd name="connsiteX185" fmla="*/ 494081 w 723900"/>
              <a:gd name="connsiteY185" fmla="*/ 150029 h 866775"/>
              <a:gd name="connsiteX186" fmla="*/ 494081 w 723900"/>
              <a:gd name="connsiteY186" fmla="*/ 139627 h 866775"/>
              <a:gd name="connsiteX187" fmla="*/ 595589 w 723900"/>
              <a:gd name="connsiteY187" fmla="*/ 139627 h 866775"/>
              <a:gd name="connsiteX188" fmla="*/ 602371 w 723900"/>
              <a:gd name="connsiteY188" fmla="*/ 146409 h 866775"/>
              <a:gd name="connsiteX189" fmla="*/ 602371 w 723900"/>
              <a:gd name="connsiteY189" fmla="*/ 293494 h 866775"/>
              <a:gd name="connsiteX190" fmla="*/ 531143 w 723900"/>
              <a:gd name="connsiteY190" fmla="*/ 446009 h 866775"/>
              <a:gd name="connsiteX191" fmla="*/ 552412 w 723900"/>
              <a:gd name="connsiteY191" fmla="*/ 461106 h 866775"/>
              <a:gd name="connsiteX192" fmla="*/ 528095 w 723900"/>
              <a:gd name="connsiteY192" fmla="*/ 472250 h 866775"/>
              <a:gd name="connsiteX193" fmla="*/ 529323 w 723900"/>
              <a:gd name="connsiteY193" fmla="*/ 459182 h 866775"/>
              <a:gd name="connsiteX194" fmla="*/ 589578 w 723900"/>
              <a:gd name="connsiteY194" fmla="*/ 661617 h 866775"/>
              <a:gd name="connsiteX195" fmla="*/ 550859 w 723900"/>
              <a:gd name="connsiteY195" fmla="*/ 708527 h 866775"/>
              <a:gd name="connsiteX196" fmla="*/ 550859 w 723900"/>
              <a:gd name="connsiteY196" fmla="*/ 668398 h 866775"/>
              <a:gd name="connsiteX197" fmla="*/ 557651 w 723900"/>
              <a:gd name="connsiteY197" fmla="*/ 661617 h 866775"/>
              <a:gd name="connsiteX198" fmla="*/ 274606 w 723900"/>
              <a:gd name="connsiteY198" fmla="*/ 75277 h 866775"/>
              <a:gd name="connsiteX199" fmla="*/ 326993 w 723900"/>
              <a:gd name="connsiteY199" fmla="*/ 75277 h 866775"/>
              <a:gd name="connsiteX200" fmla="*/ 338423 w 723900"/>
              <a:gd name="connsiteY200" fmla="*/ 64028 h 866775"/>
              <a:gd name="connsiteX201" fmla="*/ 372961 w 723900"/>
              <a:gd name="connsiteY201" fmla="*/ 29490 h 866775"/>
              <a:gd name="connsiteX202" fmla="*/ 407499 w 723900"/>
              <a:gd name="connsiteY202" fmla="*/ 64028 h 866775"/>
              <a:gd name="connsiteX203" fmla="*/ 418929 w 723900"/>
              <a:gd name="connsiteY203" fmla="*/ 75277 h 866775"/>
              <a:gd name="connsiteX204" fmla="*/ 471316 w 723900"/>
              <a:gd name="connsiteY204" fmla="*/ 75277 h 866775"/>
              <a:gd name="connsiteX205" fmla="*/ 471316 w 723900"/>
              <a:gd name="connsiteY205" fmla="*/ 138599 h 866775"/>
              <a:gd name="connsiteX206" fmla="*/ 274606 w 723900"/>
              <a:gd name="connsiteY206" fmla="*/ 138599 h 866775"/>
              <a:gd name="connsiteX207" fmla="*/ 150257 w 723900"/>
              <a:gd name="connsiteY207" fmla="*/ 97184 h 866775"/>
              <a:gd name="connsiteX208" fmla="*/ 251784 w 723900"/>
              <a:gd name="connsiteY208" fmla="*/ 97184 h 866775"/>
              <a:gd name="connsiteX209" fmla="*/ 251784 w 723900"/>
              <a:gd name="connsiteY209" fmla="*/ 116786 h 866775"/>
              <a:gd name="connsiteX210" fmla="*/ 150257 w 723900"/>
              <a:gd name="connsiteY210" fmla="*/ 116786 h 866775"/>
              <a:gd name="connsiteX211" fmla="*/ 120653 w 723900"/>
              <a:gd name="connsiteY211" fmla="*/ 146390 h 866775"/>
              <a:gd name="connsiteX212" fmla="*/ 120653 w 723900"/>
              <a:gd name="connsiteY212" fmla="*/ 573024 h 866775"/>
              <a:gd name="connsiteX213" fmla="*/ 103965 w 723900"/>
              <a:gd name="connsiteY213" fmla="*/ 580749 h 866775"/>
              <a:gd name="connsiteX214" fmla="*/ 101041 w 723900"/>
              <a:gd name="connsiteY214" fmla="*/ 577825 h 866775"/>
              <a:gd name="connsiteX215" fmla="*/ 101041 w 723900"/>
              <a:gd name="connsiteY215" fmla="*/ 146409 h 866775"/>
              <a:gd name="connsiteX216" fmla="*/ 150257 w 723900"/>
              <a:gd name="connsiteY216" fmla="*/ 97203 h 866775"/>
              <a:gd name="connsiteX217" fmla="*/ 278463 w 723900"/>
              <a:gd name="connsiteY217" fmla="*/ 791061 h 866775"/>
              <a:gd name="connsiteX218" fmla="*/ 259499 w 723900"/>
              <a:gd name="connsiteY218" fmla="*/ 810035 h 866775"/>
              <a:gd name="connsiteX219" fmla="*/ 255927 w 723900"/>
              <a:gd name="connsiteY219" fmla="*/ 810035 h 866775"/>
              <a:gd name="connsiteX220" fmla="*/ 245821 w 723900"/>
              <a:gd name="connsiteY220" fmla="*/ 799929 h 866775"/>
              <a:gd name="connsiteX221" fmla="*/ 231619 w 723900"/>
              <a:gd name="connsiteY221" fmla="*/ 798376 h 866775"/>
              <a:gd name="connsiteX222" fmla="*/ 194843 w 723900"/>
              <a:gd name="connsiteY222" fmla="*/ 813616 h 866775"/>
              <a:gd name="connsiteX223" fmla="*/ 185890 w 723900"/>
              <a:gd name="connsiteY223" fmla="*/ 824751 h 866775"/>
              <a:gd name="connsiteX224" fmla="*/ 185890 w 723900"/>
              <a:gd name="connsiteY224" fmla="*/ 839039 h 866775"/>
              <a:gd name="connsiteX225" fmla="*/ 183366 w 723900"/>
              <a:gd name="connsiteY225" fmla="*/ 841563 h 866775"/>
              <a:gd name="connsiteX226" fmla="*/ 156543 w 723900"/>
              <a:gd name="connsiteY226" fmla="*/ 841563 h 866775"/>
              <a:gd name="connsiteX227" fmla="*/ 154019 w 723900"/>
              <a:gd name="connsiteY227" fmla="*/ 839039 h 866775"/>
              <a:gd name="connsiteX228" fmla="*/ 154019 w 723900"/>
              <a:gd name="connsiteY228" fmla="*/ 824751 h 866775"/>
              <a:gd name="connsiteX229" fmla="*/ 145066 w 723900"/>
              <a:gd name="connsiteY229" fmla="*/ 813616 h 866775"/>
              <a:gd name="connsiteX230" fmla="*/ 108290 w 723900"/>
              <a:gd name="connsiteY230" fmla="*/ 798376 h 866775"/>
              <a:gd name="connsiteX231" fmla="*/ 94088 w 723900"/>
              <a:gd name="connsiteY231" fmla="*/ 799929 h 866775"/>
              <a:gd name="connsiteX232" fmla="*/ 83982 w 723900"/>
              <a:gd name="connsiteY232" fmla="*/ 810035 h 866775"/>
              <a:gd name="connsiteX233" fmla="*/ 80410 w 723900"/>
              <a:gd name="connsiteY233" fmla="*/ 810035 h 866775"/>
              <a:gd name="connsiteX234" fmla="*/ 61446 w 723900"/>
              <a:gd name="connsiteY234" fmla="*/ 791061 h 866775"/>
              <a:gd name="connsiteX235" fmla="*/ 61446 w 723900"/>
              <a:gd name="connsiteY235" fmla="*/ 787499 h 866775"/>
              <a:gd name="connsiteX236" fmla="*/ 71552 w 723900"/>
              <a:gd name="connsiteY236" fmla="*/ 777383 h 866775"/>
              <a:gd name="connsiteX237" fmla="*/ 73104 w 723900"/>
              <a:gd name="connsiteY237" fmla="*/ 763182 h 866775"/>
              <a:gd name="connsiteX238" fmla="*/ 57864 w 723900"/>
              <a:gd name="connsiteY238" fmla="*/ 726406 h 866775"/>
              <a:gd name="connsiteX239" fmla="*/ 46720 w 723900"/>
              <a:gd name="connsiteY239" fmla="*/ 717462 h 866775"/>
              <a:gd name="connsiteX240" fmla="*/ 32433 w 723900"/>
              <a:gd name="connsiteY240" fmla="*/ 717462 h 866775"/>
              <a:gd name="connsiteX241" fmla="*/ 29908 w 723900"/>
              <a:gd name="connsiteY241" fmla="*/ 714937 h 866775"/>
              <a:gd name="connsiteX242" fmla="*/ 29909 w 723900"/>
              <a:gd name="connsiteY242" fmla="*/ 688125 h 866775"/>
              <a:gd name="connsiteX243" fmla="*/ 32433 w 723900"/>
              <a:gd name="connsiteY243" fmla="*/ 685600 h 866775"/>
              <a:gd name="connsiteX244" fmla="*/ 46720 w 723900"/>
              <a:gd name="connsiteY244" fmla="*/ 685600 h 866775"/>
              <a:gd name="connsiteX245" fmla="*/ 57864 w 723900"/>
              <a:gd name="connsiteY245" fmla="*/ 676656 h 866775"/>
              <a:gd name="connsiteX246" fmla="*/ 73104 w 723900"/>
              <a:gd name="connsiteY246" fmla="*/ 639880 h 866775"/>
              <a:gd name="connsiteX247" fmla="*/ 71552 w 723900"/>
              <a:gd name="connsiteY247" fmla="*/ 625679 h 866775"/>
              <a:gd name="connsiteX248" fmla="*/ 61446 w 723900"/>
              <a:gd name="connsiteY248" fmla="*/ 615573 h 866775"/>
              <a:gd name="connsiteX249" fmla="*/ 61446 w 723900"/>
              <a:gd name="connsiteY249" fmla="*/ 612001 h 866775"/>
              <a:gd name="connsiteX250" fmla="*/ 80410 w 723900"/>
              <a:gd name="connsiteY250" fmla="*/ 593027 h 866775"/>
              <a:gd name="connsiteX251" fmla="*/ 83982 w 723900"/>
              <a:gd name="connsiteY251" fmla="*/ 593027 h 866775"/>
              <a:gd name="connsiteX252" fmla="*/ 94126 w 723900"/>
              <a:gd name="connsiteY252" fmla="*/ 603133 h 866775"/>
              <a:gd name="connsiteX253" fmla="*/ 108328 w 723900"/>
              <a:gd name="connsiteY253" fmla="*/ 604686 h 866775"/>
              <a:gd name="connsiteX254" fmla="*/ 145113 w 723900"/>
              <a:gd name="connsiteY254" fmla="*/ 589446 h 866775"/>
              <a:gd name="connsiteX255" fmla="*/ 154057 w 723900"/>
              <a:gd name="connsiteY255" fmla="*/ 578311 h 866775"/>
              <a:gd name="connsiteX256" fmla="*/ 154057 w 723900"/>
              <a:gd name="connsiteY256" fmla="*/ 564023 h 866775"/>
              <a:gd name="connsiteX257" fmla="*/ 156581 w 723900"/>
              <a:gd name="connsiteY257" fmla="*/ 561499 h 866775"/>
              <a:gd name="connsiteX258" fmla="*/ 183404 w 723900"/>
              <a:gd name="connsiteY258" fmla="*/ 561499 h 866775"/>
              <a:gd name="connsiteX259" fmla="*/ 185928 w 723900"/>
              <a:gd name="connsiteY259" fmla="*/ 564023 h 866775"/>
              <a:gd name="connsiteX260" fmla="*/ 185928 w 723900"/>
              <a:gd name="connsiteY260" fmla="*/ 578311 h 866775"/>
              <a:gd name="connsiteX261" fmla="*/ 194872 w 723900"/>
              <a:gd name="connsiteY261" fmla="*/ 589446 h 866775"/>
              <a:gd name="connsiteX262" fmla="*/ 231658 w 723900"/>
              <a:gd name="connsiteY262" fmla="*/ 604686 h 866775"/>
              <a:gd name="connsiteX263" fmla="*/ 245859 w 723900"/>
              <a:gd name="connsiteY263" fmla="*/ 603133 h 866775"/>
              <a:gd name="connsiteX264" fmla="*/ 255965 w 723900"/>
              <a:gd name="connsiteY264" fmla="*/ 593027 h 866775"/>
              <a:gd name="connsiteX265" fmla="*/ 259537 w 723900"/>
              <a:gd name="connsiteY265" fmla="*/ 593027 h 866775"/>
              <a:gd name="connsiteX266" fmla="*/ 278463 w 723900"/>
              <a:gd name="connsiteY266" fmla="*/ 611991 h 866775"/>
              <a:gd name="connsiteX267" fmla="*/ 278463 w 723900"/>
              <a:gd name="connsiteY267" fmla="*/ 615563 h 866775"/>
              <a:gd name="connsiteX268" fmla="*/ 268357 w 723900"/>
              <a:gd name="connsiteY268" fmla="*/ 625669 h 866775"/>
              <a:gd name="connsiteX269" fmla="*/ 266805 w 723900"/>
              <a:gd name="connsiteY269" fmla="*/ 639871 h 866775"/>
              <a:gd name="connsiteX270" fmla="*/ 282045 w 723900"/>
              <a:gd name="connsiteY270" fmla="*/ 676647 h 866775"/>
              <a:gd name="connsiteX271" fmla="*/ 293189 w 723900"/>
              <a:gd name="connsiteY271" fmla="*/ 685591 h 866775"/>
              <a:gd name="connsiteX272" fmla="*/ 307477 w 723900"/>
              <a:gd name="connsiteY272" fmla="*/ 685591 h 866775"/>
              <a:gd name="connsiteX273" fmla="*/ 310001 w 723900"/>
              <a:gd name="connsiteY273" fmla="*/ 688115 h 866775"/>
              <a:gd name="connsiteX274" fmla="*/ 310001 w 723900"/>
              <a:gd name="connsiteY274" fmla="*/ 714956 h 866775"/>
              <a:gd name="connsiteX275" fmla="*/ 307477 w 723900"/>
              <a:gd name="connsiteY275" fmla="*/ 717481 h 866775"/>
              <a:gd name="connsiteX276" fmla="*/ 293199 w 723900"/>
              <a:gd name="connsiteY276" fmla="*/ 717481 h 866775"/>
              <a:gd name="connsiteX277" fmla="*/ 282054 w 723900"/>
              <a:gd name="connsiteY277" fmla="*/ 726425 h 866775"/>
              <a:gd name="connsiteX278" fmla="*/ 266814 w 723900"/>
              <a:gd name="connsiteY278" fmla="*/ 763201 h 866775"/>
              <a:gd name="connsiteX279" fmla="*/ 268367 w 723900"/>
              <a:gd name="connsiteY279" fmla="*/ 777402 h 866775"/>
              <a:gd name="connsiteX280" fmla="*/ 278473 w 723900"/>
              <a:gd name="connsiteY280" fmla="*/ 787518 h 866775"/>
              <a:gd name="connsiteX281" fmla="*/ 278473 w 723900"/>
              <a:gd name="connsiteY281" fmla="*/ 791080 h 866775"/>
              <a:gd name="connsiteX282" fmla="*/ 644804 w 723900"/>
              <a:gd name="connsiteY282" fmla="*/ 719433 h 866775"/>
              <a:gd name="connsiteX283" fmla="*/ 595589 w 723900"/>
              <a:gd name="connsiteY283" fmla="*/ 768639 h 866775"/>
              <a:gd name="connsiteX284" fmla="*/ 291865 w 723900"/>
              <a:gd name="connsiteY284" fmla="*/ 768639 h 866775"/>
              <a:gd name="connsiteX285" fmla="*/ 290751 w 723900"/>
              <a:gd name="connsiteY285" fmla="*/ 767525 h 866775"/>
              <a:gd name="connsiteX286" fmla="*/ 299142 w 723900"/>
              <a:gd name="connsiteY286" fmla="*/ 749037 h 866775"/>
              <a:gd name="connsiteX287" fmla="*/ 541639 w 723900"/>
              <a:gd name="connsiteY287" fmla="*/ 749037 h 866775"/>
              <a:gd name="connsiteX288" fmla="*/ 550431 w 723900"/>
              <a:gd name="connsiteY288" fmla="*/ 744884 h 866775"/>
              <a:gd name="connsiteX289" fmla="*/ 622583 w 723900"/>
              <a:gd name="connsiteY289" fmla="*/ 657473 h 866775"/>
              <a:gd name="connsiteX290" fmla="*/ 622583 w 723900"/>
              <a:gd name="connsiteY290" fmla="*/ 657473 h 866775"/>
              <a:gd name="connsiteX291" fmla="*/ 623630 w 723900"/>
              <a:gd name="connsiteY291" fmla="*/ 655949 h 866775"/>
              <a:gd name="connsiteX292" fmla="*/ 623726 w 723900"/>
              <a:gd name="connsiteY292" fmla="*/ 655787 h 866775"/>
              <a:gd name="connsiteX293" fmla="*/ 624459 w 723900"/>
              <a:gd name="connsiteY293" fmla="*/ 654187 h 866775"/>
              <a:gd name="connsiteX294" fmla="*/ 624545 w 723900"/>
              <a:gd name="connsiteY294" fmla="*/ 653958 h 866775"/>
              <a:gd name="connsiteX295" fmla="*/ 624992 w 723900"/>
              <a:gd name="connsiteY295" fmla="*/ 652263 h 866775"/>
              <a:gd name="connsiteX296" fmla="*/ 624992 w 723900"/>
              <a:gd name="connsiteY296" fmla="*/ 652015 h 866775"/>
              <a:gd name="connsiteX297" fmla="*/ 625154 w 723900"/>
              <a:gd name="connsiteY297" fmla="*/ 650215 h 866775"/>
              <a:gd name="connsiteX298" fmla="*/ 625154 w 723900"/>
              <a:gd name="connsiteY298" fmla="*/ 650215 h 866775"/>
              <a:gd name="connsiteX299" fmla="*/ 625154 w 723900"/>
              <a:gd name="connsiteY299" fmla="*/ 412452 h 866775"/>
              <a:gd name="connsiteX300" fmla="*/ 644766 w 723900"/>
              <a:gd name="connsiteY300" fmla="*/ 384830 h 866775"/>
              <a:gd name="connsiteX301" fmla="*/ 700611 w 723900"/>
              <a:gd name="connsiteY301" fmla="*/ 266815 h 866775"/>
              <a:gd name="connsiteX302" fmla="*/ 572434 w 723900"/>
              <a:gd name="connsiteY302" fmla="*/ 447333 h 866775"/>
              <a:gd name="connsiteX303" fmla="*/ 538324 w 723900"/>
              <a:gd name="connsiteY303" fmla="*/ 423120 h 866775"/>
              <a:gd name="connsiteX304" fmla="*/ 666493 w 723900"/>
              <a:gd name="connsiteY304" fmla="*/ 242593 h 866775"/>
              <a:gd name="connsiteX305" fmla="*/ 671541 w 723900"/>
              <a:gd name="connsiteY305" fmla="*/ 241735 h 866775"/>
              <a:gd name="connsiteX306" fmla="*/ 699754 w 723900"/>
              <a:gd name="connsiteY306" fmla="*/ 261738 h 866775"/>
              <a:gd name="connsiteX307" fmla="*/ 700611 w 723900"/>
              <a:gd name="connsiteY307" fmla="*/ 266786 h 86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</a:cxnLst>
            <a:rect l="l" t="t" r="r" b="b"/>
            <a:pathLst>
              <a:path w="723900" h="866775">
                <a:moveTo>
                  <a:pt x="169955" y="613896"/>
                </a:moveTo>
                <a:cubicBezTo>
                  <a:pt x="121558" y="613896"/>
                  <a:pt x="82325" y="653130"/>
                  <a:pt x="82325" y="701526"/>
                </a:cubicBezTo>
                <a:cubicBezTo>
                  <a:pt x="82325" y="749923"/>
                  <a:pt x="121558" y="789156"/>
                  <a:pt x="169955" y="789156"/>
                </a:cubicBezTo>
                <a:cubicBezTo>
                  <a:pt x="218351" y="789156"/>
                  <a:pt x="257585" y="749923"/>
                  <a:pt x="257585" y="701526"/>
                </a:cubicBezTo>
                <a:cubicBezTo>
                  <a:pt x="257516" y="653158"/>
                  <a:pt x="218323" y="613964"/>
                  <a:pt x="169955" y="613896"/>
                </a:cubicBezTo>
                <a:close/>
                <a:moveTo>
                  <a:pt x="105118" y="701526"/>
                </a:moveTo>
                <a:cubicBezTo>
                  <a:pt x="105104" y="686105"/>
                  <a:pt x="110616" y="671190"/>
                  <a:pt x="120653" y="659483"/>
                </a:cubicBezTo>
                <a:lnTo>
                  <a:pt x="120653" y="719433"/>
                </a:lnTo>
                <a:cubicBezTo>
                  <a:pt x="120674" y="735774"/>
                  <a:pt x="133916" y="749016"/>
                  <a:pt x="150257" y="749037"/>
                </a:cubicBezTo>
                <a:lnTo>
                  <a:pt x="214074" y="749037"/>
                </a:lnTo>
                <a:cubicBezTo>
                  <a:pt x="187920" y="773441"/>
                  <a:pt x="146934" y="772021"/>
                  <a:pt x="122531" y="745867"/>
                </a:cubicBezTo>
                <a:cubicBezTo>
                  <a:pt x="111305" y="733835"/>
                  <a:pt x="105079" y="717982"/>
                  <a:pt x="105118" y="701526"/>
                </a:cubicBezTo>
                <a:close/>
                <a:moveTo>
                  <a:pt x="229895" y="726244"/>
                </a:moveTo>
                <a:cubicBezTo>
                  <a:pt x="229562" y="726244"/>
                  <a:pt x="229238" y="726244"/>
                  <a:pt x="228943" y="726244"/>
                </a:cubicBezTo>
                <a:lnTo>
                  <a:pt x="150257" y="726244"/>
                </a:lnTo>
                <a:cubicBezTo>
                  <a:pt x="146529" y="726198"/>
                  <a:pt x="143517" y="723190"/>
                  <a:pt x="143466" y="719462"/>
                </a:cubicBezTo>
                <a:lnTo>
                  <a:pt x="143466" y="642386"/>
                </a:lnTo>
                <a:cubicBezTo>
                  <a:pt x="176079" y="627690"/>
                  <a:pt x="214431" y="642215"/>
                  <a:pt x="229126" y="674829"/>
                </a:cubicBezTo>
                <a:cubicBezTo>
                  <a:pt x="236477" y="691142"/>
                  <a:pt x="236752" y="709769"/>
                  <a:pt x="229886" y="726291"/>
                </a:cubicBezTo>
                <a:close/>
                <a:moveTo>
                  <a:pt x="553507" y="239516"/>
                </a:moveTo>
                <a:cubicBezTo>
                  <a:pt x="553507" y="245829"/>
                  <a:pt x="548390" y="250946"/>
                  <a:pt x="542077" y="250946"/>
                </a:cubicBezTo>
                <a:lnTo>
                  <a:pt x="271158" y="250946"/>
                </a:lnTo>
                <a:cubicBezTo>
                  <a:pt x="264845" y="250946"/>
                  <a:pt x="259728" y="245829"/>
                  <a:pt x="259728" y="239516"/>
                </a:cubicBezTo>
                <a:cubicBezTo>
                  <a:pt x="259728" y="233203"/>
                  <a:pt x="264845" y="228086"/>
                  <a:pt x="271158" y="228086"/>
                </a:cubicBezTo>
                <a:lnTo>
                  <a:pt x="542096" y="228086"/>
                </a:lnTo>
                <a:cubicBezTo>
                  <a:pt x="548394" y="228102"/>
                  <a:pt x="553493" y="233209"/>
                  <a:pt x="553498" y="239507"/>
                </a:cubicBezTo>
                <a:close/>
                <a:moveTo>
                  <a:pt x="192348" y="311392"/>
                </a:moveTo>
                <a:cubicBezTo>
                  <a:pt x="192348" y="305079"/>
                  <a:pt x="197465" y="299962"/>
                  <a:pt x="203778" y="299962"/>
                </a:cubicBezTo>
                <a:lnTo>
                  <a:pt x="257470" y="299962"/>
                </a:lnTo>
                <a:cubicBezTo>
                  <a:pt x="263783" y="299962"/>
                  <a:pt x="268900" y="305079"/>
                  <a:pt x="268900" y="311392"/>
                </a:cubicBezTo>
                <a:cubicBezTo>
                  <a:pt x="268900" y="317704"/>
                  <a:pt x="263783" y="322822"/>
                  <a:pt x="257470" y="322822"/>
                </a:cubicBezTo>
                <a:lnTo>
                  <a:pt x="203759" y="322822"/>
                </a:lnTo>
                <a:cubicBezTo>
                  <a:pt x="197454" y="322811"/>
                  <a:pt x="192348" y="317697"/>
                  <a:pt x="192348" y="311392"/>
                </a:cubicBezTo>
                <a:close/>
                <a:moveTo>
                  <a:pt x="538162" y="311392"/>
                </a:moveTo>
                <a:cubicBezTo>
                  <a:pt x="538162" y="317704"/>
                  <a:pt x="533045" y="322822"/>
                  <a:pt x="526733" y="322822"/>
                </a:cubicBezTo>
                <a:lnTo>
                  <a:pt x="295913" y="322822"/>
                </a:lnTo>
                <a:cubicBezTo>
                  <a:pt x="289601" y="322822"/>
                  <a:pt x="284483" y="317704"/>
                  <a:pt x="284483" y="311392"/>
                </a:cubicBezTo>
                <a:cubicBezTo>
                  <a:pt x="284483" y="305079"/>
                  <a:pt x="289601" y="299962"/>
                  <a:pt x="295913" y="299962"/>
                </a:cubicBezTo>
                <a:lnTo>
                  <a:pt x="526752" y="299962"/>
                </a:lnTo>
                <a:cubicBezTo>
                  <a:pt x="533057" y="299972"/>
                  <a:pt x="538162" y="305087"/>
                  <a:pt x="538162" y="311392"/>
                </a:cubicBezTo>
                <a:close/>
                <a:moveTo>
                  <a:pt x="513969" y="383277"/>
                </a:moveTo>
                <a:cubicBezTo>
                  <a:pt x="513969" y="389590"/>
                  <a:pt x="508852" y="394707"/>
                  <a:pt x="502539" y="394707"/>
                </a:cubicBezTo>
                <a:lnTo>
                  <a:pt x="203759" y="394707"/>
                </a:lnTo>
                <a:cubicBezTo>
                  <a:pt x="197446" y="394707"/>
                  <a:pt x="192329" y="389590"/>
                  <a:pt x="192329" y="383277"/>
                </a:cubicBezTo>
                <a:cubicBezTo>
                  <a:pt x="192329" y="376964"/>
                  <a:pt x="197446" y="371847"/>
                  <a:pt x="203759" y="371847"/>
                </a:cubicBezTo>
                <a:lnTo>
                  <a:pt x="502558" y="371847"/>
                </a:lnTo>
                <a:cubicBezTo>
                  <a:pt x="508863" y="371857"/>
                  <a:pt x="513969" y="376972"/>
                  <a:pt x="513969" y="383277"/>
                </a:cubicBezTo>
                <a:close/>
                <a:moveTo>
                  <a:pt x="309315" y="466564"/>
                </a:moveTo>
                <a:lnTo>
                  <a:pt x="203759" y="466564"/>
                </a:lnTo>
                <a:cubicBezTo>
                  <a:pt x="197459" y="466971"/>
                  <a:pt x="192022" y="462194"/>
                  <a:pt x="191615" y="455895"/>
                </a:cubicBezTo>
                <a:cubicBezTo>
                  <a:pt x="191208" y="449595"/>
                  <a:pt x="195984" y="444158"/>
                  <a:pt x="202284" y="443751"/>
                </a:cubicBezTo>
                <a:cubicBezTo>
                  <a:pt x="202775" y="443719"/>
                  <a:pt x="203268" y="443719"/>
                  <a:pt x="203759" y="443751"/>
                </a:cubicBezTo>
                <a:lnTo>
                  <a:pt x="309315" y="443751"/>
                </a:lnTo>
                <a:cubicBezTo>
                  <a:pt x="315614" y="444158"/>
                  <a:pt x="320391" y="449595"/>
                  <a:pt x="319984" y="455895"/>
                </a:cubicBezTo>
                <a:cubicBezTo>
                  <a:pt x="319613" y="461626"/>
                  <a:pt x="315047" y="466193"/>
                  <a:pt x="309315" y="466564"/>
                </a:cubicBezTo>
                <a:close/>
                <a:moveTo>
                  <a:pt x="347777" y="466564"/>
                </a:moveTo>
                <a:cubicBezTo>
                  <a:pt x="341477" y="466971"/>
                  <a:pt x="336040" y="462194"/>
                  <a:pt x="335633" y="455895"/>
                </a:cubicBezTo>
                <a:cubicBezTo>
                  <a:pt x="335226" y="449595"/>
                  <a:pt x="340003" y="444158"/>
                  <a:pt x="346302" y="443751"/>
                </a:cubicBezTo>
                <a:cubicBezTo>
                  <a:pt x="346793" y="443719"/>
                  <a:pt x="347286" y="443719"/>
                  <a:pt x="347777" y="443751"/>
                </a:cubicBezTo>
                <a:lnTo>
                  <a:pt x="478450" y="443751"/>
                </a:lnTo>
                <a:cubicBezTo>
                  <a:pt x="484750" y="443344"/>
                  <a:pt x="490187" y="448121"/>
                  <a:pt x="490594" y="454420"/>
                </a:cubicBezTo>
                <a:cubicBezTo>
                  <a:pt x="491001" y="460719"/>
                  <a:pt x="486225" y="466156"/>
                  <a:pt x="479925" y="466564"/>
                </a:cubicBezTo>
                <a:cubicBezTo>
                  <a:pt x="479434" y="466595"/>
                  <a:pt x="478941" y="466595"/>
                  <a:pt x="478450" y="466564"/>
                </a:cubicBezTo>
                <a:close/>
                <a:moveTo>
                  <a:pt x="251746" y="515636"/>
                </a:moveTo>
                <a:lnTo>
                  <a:pt x="503644" y="515636"/>
                </a:lnTo>
                <a:cubicBezTo>
                  <a:pt x="509957" y="515636"/>
                  <a:pt x="515074" y="520754"/>
                  <a:pt x="515074" y="527066"/>
                </a:cubicBezTo>
                <a:cubicBezTo>
                  <a:pt x="515074" y="533379"/>
                  <a:pt x="509956" y="538496"/>
                  <a:pt x="503644" y="538496"/>
                </a:cubicBezTo>
                <a:lnTo>
                  <a:pt x="251746" y="538496"/>
                </a:lnTo>
                <a:cubicBezTo>
                  <a:pt x="245433" y="538496"/>
                  <a:pt x="240316" y="533379"/>
                  <a:pt x="240316" y="527066"/>
                </a:cubicBezTo>
                <a:cubicBezTo>
                  <a:pt x="240316" y="520754"/>
                  <a:pt x="245433" y="515636"/>
                  <a:pt x="251746" y="515636"/>
                </a:cubicBezTo>
                <a:close/>
                <a:moveTo>
                  <a:pt x="446751" y="587512"/>
                </a:moveTo>
                <a:lnTo>
                  <a:pt x="542096" y="587512"/>
                </a:lnTo>
                <a:cubicBezTo>
                  <a:pt x="548409" y="587512"/>
                  <a:pt x="553526" y="592629"/>
                  <a:pt x="553526" y="598942"/>
                </a:cubicBezTo>
                <a:cubicBezTo>
                  <a:pt x="553526" y="605255"/>
                  <a:pt x="548409" y="610372"/>
                  <a:pt x="542096" y="610372"/>
                </a:cubicBezTo>
                <a:lnTo>
                  <a:pt x="446751" y="610372"/>
                </a:lnTo>
                <a:cubicBezTo>
                  <a:pt x="440438" y="610372"/>
                  <a:pt x="435321" y="605255"/>
                  <a:pt x="435321" y="598942"/>
                </a:cubicBezTo>
                <a:cubicBezTo>
                  <a:pt x="435321" y="592629"/>
                  <a:pt x="440438" y="587512"/>
                  <a:pt x="446751" y="587512"/>
                </a:cubicBezTo>
                <a:close/>
                <a:moveTo>
                  <a:pt x="411871" y="610372"/>
                </a:moveTo>
                <a:lnTo>
                  <a:pt x="324755" y="610372"/>
                </a:lnTo>
                <a:cubicBezTo>
                  <a:pt x="318442" y="610372"/>
                  <a:pt x="313325" y="605255"/>
                  <a:pt x="313325" y="598942"/>
                </a:cubicBezTo>
                <a:cubicBezTo>
                  <a:pt x="313325" y="592629"/>
                  <a:pt x="318442" y="587512"/>
                  <a:pt x="324755" y="587512"/>
                </a:cubicBezTo>
                <a:lnTo>
                  <a:pt x="411871" y="587512"/>
                </a:lnTo>
                <a:cubicBezTo>
                  <a:pt x="418183" y="587512"/>
                  <a:pt x="423301" y="592629"/>
                  <a:pt x="423301" y="598942"/>
                </a:cubicBezTo>
                <a:cubicBezTo>
                  <a:pt x="423301" y="605255"/>
                  <a:pt x="418183" y="610372"/>
                  <a:pt x="411871" y="610372"/>
                </a:cubicBezTo>
                <a:close/>
                <a:moveTo>
                  <a:pt x="508921" y="670846"/>
                </a:moveTo>
                <a:cubicBezTo>
                  <a:pt x="508921" y="677159"/>
                  <a:pt x="503803" y="682276"/>
                  <a:pt x="497491" y="682276"/>
                </a:cubicBezTo>
                <a:lnTo>
                  <a:pt x="352911" y="682276"/>
                </a:lnTo>
                <a:cubicBezTo>
                  <a:pt x="346598" y="682276"/>
                  <a:pt x="341481" y="677159"/>
                  <a:pt x="341481" y="670846"/>
                </a:cubicBezTo>
                <a:cubicBezTo>
                  <a:pt x="341481" y="664534"/>
                  <a:pt x="346598" y="659416"/>
                  <a:pt x="352911" y="659416"/>
                </a:cubicBezTo>
                <a:lnTo>
                  <a:pt x="497510" y="659416"/>
                </a:lnTo>
                <a:cubicBezTo>
                  <a:pt x="503800" y="659427"/>
                  <a:pt x="508900" y="664518"/>
                  <a:pt x="508921" y="670808"/>
                </a:cubicBezTo>
                <a:close/>
                <a:moveTo>
                  <a:pt x="723729" y="260300"/>
                </a:moveTo>
                <a:cubicBezTo>
                  <a:pt x="722586" y="253379"/>
                  <a:pt x="718720" y="247205"/>
                  <a:pt x="712994" y="243155"/>
                </a:cubicBezTo>
                <a:lnTo>
                  <a:pt x="684781" y="223152"/>
                </a:lnTo>
                <a:cubicBezTo>
                  <a:pt x="679793" y="219620"/>
                  <a:pt x="673731" y="217936"/>
                  <a:pt x="667636" y="218390"/>
                </a:cubicBezTo>
                <a:lnTo>
                  <a:pt x="667636" y="146409"/>
                </a:lnTo>
                <a:cubicBezTo>
                  <a:pt x="667589" y="106649"/>
                  <a:pt x="635368" y="74428"/>
                  <a:pt x="595608" y="74381"/>
                </a:cubicBezTo>
                <a:lnTo>
                  <a:pt x="494062" y="74381"/>
                </a:lnTo>
                <a:lnTo>
                  <a:pt x="494062" y="63904"/>
                </a:lnTo>
                <a:cubicBezTo>
                  <a:pt x="494062" y="57591"/>
                  <a:pt x="488944" y="52474"/>
                  <a:pt x="482632" y="52474"/>
                </a:cubicBezTo>
                <a:lnTo>
                  <a:pt x="428997" y="52474"/>
                </a:lnTo>
                <a:cubicBezTo>
                  <a:pt x="422351" y="21505"/>
                  <a:pt x="391859" y="1787"/>
                  <a:pt x="360891" y="8432"/>
                </a:cubicBezTo>
                <a:cubicBezTo>
                  <a:pt x="338823" y="13167"/>
                  <a:pt x="321584" y="30406"/>
                  <a:pt x="316849" y="52474"/>
                </a:cubicBezTo>
                <a:lnTo>
                  <a:pt x="263195" y="52474"/>
                </a:lnTo>
                <a:cubicBezTo>
                  <a:pt x="256882" y="52474"/>
                  <a:pt x="251765" y="57591"/>
                  <a:pt x="251765" y="63904"/>
                </a:cubicBezTo>
                <a:lnTo>
                  <a:pt x="251765" y="74381"/>
                </a:lnTo>
                <a:lnTo>
                  <a:pt x="150257" y="74381"/>
                </a:lnTo>
                <a:cubicBezTo>
                  <a:pt x="110496" y="74428"/>
                  <a:pt x="78276" y="106649"/>
                  <a:pt x="78229" y="146409"/>
                </a:cubicBezTo>
                <a:lnTo>
                  <a:pt x="78229" y="569824"/>
                </a:lnTo>
                <a:cubicBezTo>
                  <a:pt x="72946" y="570638"/>
                  <a:pt x="68060" y="573117"/>
                  <a:pt x="64284" y="576901"/>
                </a:cubicBezTo>
                <a:lnTo>
                  <a:pt x="45310" y="595865"/>
                </a:lnTo>
                <a:cubicBezTo>
                  <a:pt x="35435" y="605772"/>
                  <a:pt x="35435" y="621801"/>
                  <a:pt x="45310" y="631708"/>
                </a:cubicBezTo>
                <a:lnTo>
                  <a:pt x="49120" y="635518"/>
                </a:lnTo>
                <a:cubicBezTo>
                  <a:pt x="44415" y="644177"/>
                  <a:pt x="40662" y="653320"/>
                  <a:pt x="37929" y="662788"/>
                </a:cubicBezTo>
                <a:lnTo>
                  <a:pt x="32480" y="662788"/>
                </a:lnTo>
                <a:cubicBezTo>
                  <a:pt x="18494" y="662804"/>
                  <a:pt x="7159" y="674138"/>
                  <a:pt x="7144" y="688125"/>
                </a:cubicBezTo>
                <a:lnTo>
                  <a:pt x="7144" y="714956"/>
                </a:lnTo>
                <a:cubicBezTo>
                  <a:pt x="7160" y="728943"/>
                  <a:pt x="18494" y="740277"/>
                  <a:pt x="32480" y="740293"/>
                </a:cubicBezTo>
                <a:lnTo>
                  <a:pt x="37929" y="740293"/>
                </a:lnTo>
                <a:cubicBezTo>
                  <a:pt x="40690" y="749752"/>
                  <a:pt x="44472" y="758883"/>
                  <a:pt x="49206" y="767525"/>
                </a:cubicBezTo>
                <a:lnTo>
                  <a:pt x="45396" y="771383"/>
                </a:lnTo>
                <a:cubicBezTo>
                  <a:pt x="35516" y="781284"/>
                  <a:pt x="35516" y="797314"/>
                  <a:pt x="45396" y="807216"/>
                </a:cubicBezTo>
                <a:lnTo>
                  <a:pt x="64360" y="826189"/>
                </a:lnTo>
                <a:cubicBezTo>
                  <a:pt x="74271" y="836055"/>
                  <a:pt x="90292" y="836055"/>
                  <a:pt x="100203" y="826189"/>
                </a:cubicBezTo>
                <a:lnTo>
                  <a:pt x="104013" y="822332"/>
                </a:lnTo>
                <a:cubicBezTo>
                  <a:pt x="112656" y="827066"/>
                  <a:pt x="121787" y="830850"/>
                  <a:pt x="131245" y="833619"/>
                </a:cubicBezTo>
                <a:lnTo>
                  <a:pt x="131245" y="839058"/>
                </a:lnTo>
                <a:cubicBezTo>
                  <a:pt x="131261" y="853031"/>
                  <a:pt x="142570" y="864362"/>
                  <a:pt x="156543" y="864404"/>
                </a:cubicBezTo>
                <a:lnTo>
                  <a:pt x="183366" y="864404"/>
                </a:lnTo>
                <a:cubicBezTo>
                  <a:pt x="197357" y="864388"/>
                  <a:pt x="208696" y="853049"/>
                  <a:pt x="208712" y="839058"/>
                </a:cubicBezTo>
                <a:lnTo>
                  <a:pt x="208712" y="833619"/>
                </a:lnTo>
                <a:cubicBezTo>
                  <a:pt x="218170" y="830850"/>
                  <a:pt x="227300" y="827066"/>
                  <a:pt x="235944" y="822332"/>
                </a:cubicBezTo>
                <a:lnTo>
                  <a:pt x="239754" y="826189"/>
                </a:lnTo>
                <a:cubicBezTo>
                  <a:pt x="249665" y="836055"/>
                  <a:pt x="265685" y="836055"/>
                  <a:pt x="275596" y="826189"/>
                </a:cubicBezTo>
                <a:lnTo>
                  <a:pt x="294599" y="807254"/>
                </a:lnTo>
                <a:cubicBezTo>
                  <a:pt x="298830" y="803038"/>
                  <a:pt x="301421" y="797453"/>
                  <a:pt x="301904" y="791499"/>
                </a:cubicBezTo>
                <a:lnTo>
                  <a:pt x="595589" y="791499"/>
                </a:lnTo>
                <a:cubicBezTo>
                  <a:pt x="635349" y="791452"/>
                  <a:pt x="667570" y="759232"/>
                  <a:pt x="667617" y="719471"/>
                </a:cubicBezTo>
                <a:lnTo>
                  <a:pt x="667617" y="352759"/>
                </a:lnTo>
                <a:lnTo>
                  <a:pt x="719214" y="280093"/>
                </a:lnTo>
                <a:cubicBezTo>
                  <a:pt x="723314" y="274368"/>
                  <a:pt x="724941" y="267236"/>
                  <a:pt x="723729" y="260300"/>
                </a:cubicBezTo>
                <a:close/>
                <a:moveTo>
                  <a:pt x="595589" y="97203"/>
                </a:moveTo>
                <a:cubicBezTo>
                  <a:pt x="622755" y="97229"/>
                  <a:pt x="644773" y="119243"/>
                  <a:pt x="644804" y="146409"/>
                </a:cubicBezTo>
                <a:lnTo>
                  <a:pt x="644804" y="233734"/>
                </a:lnTo>
                <a:lnTo>
                  <a:pt x="625192" y="261357"/>
                </a:lnTo>
                <a:lnTo>
                  <a:pt x="625192" y="146409"/>
                </a:lnTo>
                <a:cubicBezTo>
                  <a:pt x="625171" y="130068"/>
                  <a:pt x="611930" y="116827"/>
                  <a:pt x="595589" y="116806"/>
                </a:cubicBezTo>
                <a:lnTo>
                  <a:pt x="494062" y="116806"/>
                </a:lnTo>
                <a:lnTo>
                  <a:pt x="494062" y="97203"/>
                </a:lnTo>
                <a:close/>
                <a:moveTo>
                  <a:pt x="513226" y="419034"/>
                </a:moveTo>
                <a:cubicBezTo>
                  <a:pt x="512094" y="420568"/>
                  <a:pt x="511366" y="422364"/>
                  <a:pt x="511112" y="424254"/>
                </a:cubicBezTo>
                <a:lnTo>
                  <a:pt x="506692" y="456305"/>
                </a:lnTo>
                <a:cubicBezTo>
                  <a:pt x="506664" y="456469"/>
                  <a:pt x="506644" y="456634"/>
                  <a:pt x="506635" y="456800"/>
                </a:cubicBezTo>
                <a:lnTo>
                  <a:pt x="503530" y="489785"/>
                </a:lnTo>
                <a:cubicBezTo>
                  <a:pt x="502963" y="496073"/>
                  <a:pt x="507601" y="501629"/>
                  <a:pt x="513888" y="502195"/>
                </a:cubicBezTo>
                <a:cubicBezTo>
                  <a:pt x="515860" y="502373"/>
                  <a:pt x="517844" y="502035"/>
                  <a:pt x="519646" y="501215"/>
                </a:cubicBezTo>
                <a:lnTo>
                  <a:pt x="579701" y="473688"/>
                </a:lnTo>
                <a:cubicBezTo>
                  <a:pt x="581655" y="472827"/>
                  <a:pt x="583331" y="471438"/>
                  <a:pt x="584540" y="469678"/>
                </a:cubicBezTo>
                <a:lnTo>
                  <a:pt x="602361" y="444570"/>
                </a:lnTo>
                <a:lnTo>
                  <a:pt x="602361" y="638804"/>
                </a:lnTo>
                <a:lnTo>
                  <a:pt x="557651" y="638804"/>
                </a:lnTo>
                <a:cubicBezTo>
                  <a:pt x="541311" y="638820"/>
                  <a:pt x="528068" y="652059"/>
                  <a:pt x="528047" y="668398"/>
                </a:cubicBezTo>
                <a:lnTo>
                  <a:pt x="528047" y="726215"/>
                </a:lnTo>
                <a:lnTo>
                  <a:pt x="330146" y="726215"/>
                </a:lnTo>
                <a:cubicBezTo>
                  <a:pt x="331898" y="722721"/>
                  <a:pt x="332812" y="718866"/>
                  <a:pt x="332813" y="714956"/>
                </a:cubicBezTo>
                <a:lnTo>
                  <a:pt x="332813" y="688125"/>
                </a:lnTo>
                <a:cubicBezTo>
                  <a:pt x="332797" y="674138"/>
                  <a:pt x="321463" y="662804"/>
                  <a:pt x="307477" y="662788"/>
                </a:cubicBezTo>
                <a:lnTo>
                  <a:pt x="302028" y="662788"/>
                </a:lnTo>
                <a:cubicBezTo>
                  <a:pt x="299266" y="653328"/>
                  <a:pt x="295481" y="644197"/>
                  <a:pt x="290741" y="635556"/>
                </a:cubicBezTo>
                <a:lnTo>
                  <a:pt x="294551" y="631746"/>
                </a:lnTo>
                <a:cubicBezTo>
                  <a:pt x="304427" y="621839"/>
                  <a:pt x="304427" y="605810"/>
                  <a:pt x="294551" y="595904"/>
                </a:cubicBezTo>
                <a:lnTo>
                  <a:pt x="275577" y="576930"/>
                </a:lnTo>
                <a:cubicBezTo>
                  <a:pt x="265676" y="567050"/>
                  <a:pt x="249645" y="567050"/>
                  <a:pt x="239744" y="576930"/>
                </a:cubicBezTo>
                <a:lnTo>
                  <a:pt x="235934" y="580740"/>
                </a:lnTo>
                <a:cubicBezTo>
                  <a:pt x="227291" y="576006"/>
                  <a:pt x="218160" y="572221"/>
                  <a:pt x="208702" y="569453"/>
                </a:cubicBezTo>
                <a:lnTo>
                  <a:pt x="208702" y="564014"/>
                </a:lnTo>
                <a:cubicBezTo>
                  <a:pt x="208697" y="550018"/>
                  <a:pt x="197361" y="538670"/>
                  <a:pt x="183366" y="538649"/>
                </a:cubicBezTo>
                <a:lnTo>
                  <a:pt x="156543" y="538649"/>
                </a:lnTo>
                <a:cubicBezTo>
                  <a:pt x="151930" y="538653"/>
                  <a:pt x="147406" y="539925"/>
                  <a:pt x="143466" y="542325"/>
                </a:cubicBezTo>
                <a:lnTo>
                  <a:pt x="143466" y="146409"/>
                </a:lnTo>
                <a:cubicBezTo>
                  <a:pt x="143517" y="142682"/>
                  <a:pt x="146529" y="139674"/>
                  <a:pt x="150257" y="139627"/>
                </a:cubicBezTo>
                <a:lnTo>
                  <a:pt x="251784" y="139627"/>
                </a:lnTo>
                <a:lnTo>
                  <a:pt x="251784" y="150029"/>
                </a:lnTo>
                <a:cubicBezTo>
                  <a:pt x="251784" y="156341"/>
                  <a:pt x="256901" y="161459"/>
                  <a:pt x="263214" y="161459"/>
                </a:cubicBezTo>
                <a:lnTo>
                  <a:pt x="482651" y="161459"/>
                </a:lnTo>
                <a:cubicBezTo>
                  <a:pt x="488963" y="161459"/>
                  <a:pt x="494081" y="156341"/>
                  <a:pt x="494081" y="150029"/>
                </a:cubicBezTo>
                <a:lnTo>
                  <a:pt x="494081" y="139627"/>
                </a:lnTo>
                <a:lnTo>
                  <a:pt x="595589" y="139627"/>
                </a:lnTo>
                <a:cubicBezTo>
                  <a:pt x="599315" y="139674"/>
                  <a:pt x="602324" y="142683"/>
                  <a:pt x="602371" y="146409"/>
                </a:cubicBezTo>
                <a:lnTo>
                  <a:pt x="602371" y="293494"/>
                </a:lnTo>
                <a:close/>
                <a:moveTo>
                  <a:pt x="531143" y="446009"/>
                </a:moveTo>
                <a:lnTo>
                  <a:pt x="552412" y="461106"/>
                </a:lnTo>
                <a:lnTo>
                  <a:pt x="528095" y="472250"/>
                </a:lnTo>
                <a:lnTo>
                  <a:pt x="529323" y="459182"/>
                </a:lnTo>
                <a:close/>
                <a:moveTo>
                  <a:pt x="589578" y="661617"/>
                </a:moveTo>
                <a:lnTo>
                  <a:pt x="550859" y="708527"/>
                </a:lnTo>
                <a:lnTo>
                  <a:pt x="550859" y="668398"/>
                </a:lnTo>
                <a:cubicBezTo>
                  <a:pt x="550911" y="664671"/>
                  <a:pt x="553923" y="661663"/>
                  <a:pt x="557651" y="661617"/>
                </a:cubicBezTo>
                <a:close/>
                <a:moveTo>
                  <a:pt x="274606" y="75277"/>
                </a:moveTo>
                <a:lnTo>
                  <a:pt x="326993" y="75277"/>
                </a:lnTo>
                <a:cubicBezTo>
                  <a:pt x="333236" y="75277"/>
                  <a:pt x="338324" y="70269"/>
                  <a:pt x="338423" y="64028"/>
                </a:cubicBezTo>
                <a:cubicBezTo>
                  <a:pt x="338423" y="44953"/>
                  <a:pt x="353886" y="29490"/>
                  <a:pt x="372961" y="29490"/>
                </a:cubicBezTo>
                <a:cubicBezTo>
                  <a:pt x="392036" y="29490"/>
                  <a:pt x="407499" y="44953"/>
                  <a:pt x="407499" y="64028"/>
                </a:cubicBezTo>
                <a:cubicBezTo>
                  <a:pt x="407597" y="70269"/>
                  <a:pt x="412686" y="75277"/>
                  <a:pt x="418929" y="75277"/>
                </a:cubicBezTo>
                <a:lnTo>
                  <a:pt x="471316" y="75277"/>
                </a:lnTo>
                <a:lnTo>
                  <a:pt x="471316" y="138599"/>
                </a:lnTo>
                <a:lnTo>
                  <a:pt x="274606" y="138599"/>
                </a:lnTo>
                <a:close/>
                <a:moveTo>
                  <a:pt x="150257" y="97184"/>
                </a:moveTo>
                <a:lnTo>
                  <a:pt x="251784" y="97184"/>
                </a:lnTo>
                <a:lnTo>
                  <a:pt x="251784" y="116786"/>
                </a:lnTo>
                <a:lnTo>
                  <a:pt x="150257" y="116786"/>
                </a:lnTo>
                <a:cubicBezTo>
                  <a:pt x="133916" y="116807"/>
                  <a:pt x="120674" y="130049"/>
                  <a:pt x="120653" y="146390"/>
                </a:cubicBezTo>
                <a:lnTo>
                  <a:pt x="120653" y="573024"/>
                </a:lnTo>
                <a:cubicBezTo>
                  <a:pt x="114923" y="575221"/>
                  <a:pt x="109348" y="577802"/>
                  <a:pt x="103965" y="580749"/>
                </a:cubicBezTo>
                <a:lnTo>
                  <a:pt x="101041" y="577825"/>
                </a:lnTo>
                <a:lnTo>
                  <a:pt x="101041" y="146409"/>
                </a:lnTo>
                <a:cubicBezTo>
                  <a:pt x="101073" y="119243"/>
                  <a:pt x="123090" y="97229"/>
                  <a:pt x="150257" y="97203"/>
                </a:cubicBezTo>
                <a:close/>
                <a:moveTo>
                  <a:pt x="278463" y="791061"/>
                </a:moveTo>
                <a:lnTo>
                  <a:pt x="259499" y="810035"/>
                </a:lnTo>
                <a:cubicBezTo>
                  <a:pt x="258505" y="811002"/>
                  <a:pt x="256922" y="811002"/>
                  <a:pt x="255927" y="810035"/>
                </a:cubicBezTo>
                <a:lnTo>
                  <a:pt x="245821" y="799929"/>
                </a:lnTo>
                <a:cubicBezTo>
                  <a:pt x="242034" y="796152"/>
                  <a:pt x="236133" y="795507"/>
                  <a:pt x="231619" y="798376"/>
                </a:cubicBezTo>
                <a:cubicBezTo>
                  <a:pt x="220350" y="805576"/>
                  <a:pt x="207902" y="810734"/>
                  <a:pt x="194843" y="813616"/>
                </a:cubicBezTo>
                <a:cubicBezTo>
                  <a:pt x="189621" y="814775"/>
                  <a:pt x="185901" y="819402"/>
                  <a:pt x="185890" y="824751"/>
                </a:cubicBezTo>
                <a:lnTo>
                  <a:pt x="185890" y="839039"/>
                </a:lnTo>
                <a:cubicBezTo>
                  <a:pt x="185874" y="840426"/>
                  <a:pt x="184753" y="841547"/>
                  <a:pt x="183366" y="841563"/>
                </a:cubicBezTo>
                <a:lnTo>
                  <a:pt x="156543" y="841563"/>
                </a:lnTo>
                <a:cubicBezTo>
                  <a:pt x="155156" y="841547"/>
                  <a:pt x="154035" y="840426"/>
                  <a:pt x="154019" y="839039"/>
                </a:cubicBezTo>
                <a:lnTo>
                  <a:pt x="154019" y="824751"/>
                </a:lnTo>
                <a:cubicBezTo>
                  <a:pt x="154008" y="819402"/>
                  <a:pt x="150288" y="814775"/>
                  <a:pt x="145066" y="813616"/>
                </a:cubicBezTo>
                <a:cubicBezTo>
                  <a:pt x="132009" y="810731"/>
                  <a:pt x="119561" y="805572"/>
                  <a:pt x="108290" y="798376"/>
                </a:cubicBezTo>
                <a:cubicBezTo>
                  <a:pt x="103776" y="795507"/>
                  <a:pt x="97875" y="796152"/>
                  <a:pt x="94088" y="799929"/>
                </a:cubicBezTo>
                <a:lnTo>
                  <a:pt x="83982" y="810035"/>
                </a:lnTo>
                <a:cubicBezTo>
                  <a:pt x="82988" y="811002"/>
                  <a:pt x="81404" y="811002"/>
                  <a:pt x="80410" y="810035"/>
                </a:cubicBezTo>
                <a:lnTo>
                  <a:pt x="61446" y="791061"/>
                </a:lnTo>
                <a:cubicBezTo>
                  <a:pt x="60480" y="790070"/>
                  <a:pt x="60480" y="788490"/>
                  <a:pt x="61446" y="787499"/>
                </a:cubicBezTo>
                <a:lnTo>
                  <a:pt x="71552" y="777383"/>
                </a:lnTo>
                <a:cubicBezTo>
                  <a:pt x="75328" y="773596"/>
                  <a:pt x="75973" y="767696"/>
                  <a:pt x="73104" y="763182"/>
                </a:cubicBezTo>
                <a:cubicBezTo>
                  <a:pt x="65902" y="751914"/>
                  <a:pt x="60743" y="739465"/>
                  <a:pt x="57864" y="726406"/>
                </a:cubicBezTo>
                <a:cubicBezTo>
                  <a:pt x="56701" y="721183"/>
                  <a:pt x="52070" y="717467"/>
                  <a:pt x="46720" y="717462"/>
                </a:cubicBezTo>
                <a:lnTo>
                  <a:pt x="32433" y="717462"/>
                </a:lnTo>
                <a:cubicBezTo>
                  <a:pt x="31047" y="717441"/>
                  <a:pt x="29929" y="716323"/>
                  <a:pt x="29908" y="714937"/>
                </a:cubicBezTo>
                <a:lnTo>
                  <a:pt x="29909" y="688125"/>
                </a:lnTo>
                <a:cubicBezTo>
                  <a:pt x="29929" y="686739"/>
                  <a:pt x="31047" y="685621"/>
                  <a:pt x="32433" y="685600"/>
                </a:cubicBezTo>
                <a:lnTo>
                  <a:pt x="46720" y="685600"/>
                </a:lnTo>
                <a:cubicBezTo>
                  <a:pt x="52070" y="685595"/>
                  <a:pt x="56701" y="681879"/>
                  <a:pt x="57864" y="676656"/>
                </a:cubicBezTo>
                <a:cubicBezTo>
                  <a:pt x="60742" y="663597"/>
                  <a:pt x="65901" y="651147"/>
                  <a:pt x="73104" y="639880"/>
                </a:cubicBezTo>
                <a:cubicBezTo>
                  <a:pt x="75973" y="635366"/>
                  <a:pt x="75328" y="629466"/>
                  <a:pt x="71552" y="625679"/>
                </a:cubicBezTo>
                <a:lnTo>
                  <a:pt x="61446" y="615573"/>
                </a:lnTo>
                <a:cubicBezTo>
                  <a:pt x="60474" y="614580"/>
                  <a:pt x="60474" y="612993"/>
                  <a:pt x="61446" y="612001"/>
                </a:cubicBezTo>
                <a:lnTo>
                  <a:pt x="80410" y="593027"/>
                </a:lnTo>
                <a:cubicBezTo>
                  <a:pt x="81410" y="592075"/>
                  <a:pt x="82982" y="592075"/>
                  <a:pt x="83982" y="593027"/>
                </a:cubicBezTo>
                <a:lnTo>
                  <a:pt x="94126" y="603133"/>
                </a:lnTo>
                <a:cubicBezTo>
                  <a:pt x="97914" y="606910"/>
                  <a:pt x="103814" y="607555"/>
                  <a:pt x="108328" y="604686"/>
                </a:cubicBezTo>
                <a:cubicBezTo>
                  <a:pt x="119600" y="597485"/>
                  <a:pt x="132052" y="592326"/>
                  <a:pt x="145113" y="589446"/>
                </a:cubicBezTo>
                <a:cubicBezTo>
                  <a:pt x="150332" y="588283"/>
                  <a:pt x="154047" y="583658"/>
                  <a:pt x="154057" y="578311"/>
                </a:cubicBezTo>
                <a:lnTo>
                  <a:pt x="154057" y="564023"/>
                </a:lnTo>
                <a:cubicBezTo>
                  <a:pt x="154073" y="562636"/>
                  <a:pt x="155194" y="561515"/>
                  <a:pt x="156581" y="561499"/>
                </a:cubicBezTo>
                <a:lnTo>
                  <a:pt x="183404" y="561499"/>
                </a:lnTo>
                <a:cubicBezTo>
                  <a:pt x="184791" y="561515"/>
                  <a:pt x="185913" y="562636"/>
                  <a:pt x="185928" y="564023"/>
                </a:cubicBezTo>
                <a:lnTo>
                  <a:pt x="185928" y="578311"/>
                </a:lnTo>
                <a:cubicBezTo>
                  <a:pt x="185938" y="583657"/>
                  <a:pt x="189653" y="588283"/>
                  <a:pt x="194872" y="589446"/>
                </a:cubicBezTo>
                <a:cubicBezTo>
                  <a:pt x="207933" y="592328"/>
                  <a:pt x="220385" y="597486"/>
                  <a:pt x="231658" y="604686"/>
                </a:cubicBezTo>
                <a:cubicBezTo>
                  <a:pt x="236172" y="607555"/>
                  <a:pt x="242072" y="606910"/>
                  <a:pt x="245859" y="603133"/>
                </a:cubicBezTo>
                <a:lnTo>
                  <a:pt x="255965" y="593027"/>
                </a:lnTo>
                <a:cubicBezTo>
                  <a:pt x="256962" y="592065"/>
                  <a:pt x="258541" y="592065"/>
                  <a:pt x="259537" y="593027"/>
                </a:cubicBezTo>
                <a:lnTo>
                  <a:pt x="278463" y="611991"/>
                </a:lnTo>
                <a:cubicBezTo>
                  <a:pt x="279435" y="612984"/>
                  <a:pt x="279435" y="614571"/>
                  <a:pt x="278463" y="615563"/>
                </a:cubicBezTo>
                <a:lnTo>
                  <a:pt x="268357" y="625669"/>
                </a:lnTo>
                <a:cubicBezTo>
                  <a:pt x="264581" y="629457"/>
                  <a:pt x="263936" y="635357"/>
                  <a:pt x="266805" y="639871"/>
                </a:cubicBezTo>
                <a:cubicBezTo>
                  <a:pt x="274008" y="651138"/>
                  <a:pt x="279167" y="663587"/>
                  <a:pt x="282045" y="676647"/>
                </a:cubicBezTo>
                <a:cubicBezTo>
                  <a:pt x="283208" y="681869"/>
                  <a:pt x="287839" y="685585"/>
                  <a:pt x="293189" y="685591"/>
                </a:cubicBezTo>
                <a:lnTo>
                  <a:pt x="307477" y="685591"/>
                </a:lnTo>
                <a:cubicBezTo>
                  <a:pt x="308862" y="685611"/>
                  <a:pt x="309980" y="686730"/>
                  <a:pt x="310001" y="688115"/>
                </a:cubicBezTo>
                <a:lnTo>
                  <a:pt x="310001" y="714956"/>
                </a:lnTo>
                <a:cubicBezTo>
                  <a:pt x="309980" y="716342"/>
                  <a:pt x="308862" y="717460"/>
                  <a:pt x="307477" y="717481"/>
                </a:cubicBezTo>
                <a:lnTo>
                  <a:pt x="293199" y="717481"/>
                </a:lnTo>
                <a:cubicBezTo>
                  <a:pt x="287848" y="717486"/>
                  <a:pt x="283218" y="721202"/>
                  <a:pt x="282054" y="726425"/>
                </a:cubicBezTo>
                <a:cubicBezTo>
                  <a:pt x="279177" y="739484"/>
                  <a:pt x="274018" y="751934"/>
                  <a:pt x="266814" y="763201"/>
                </a:cubicBezTo>
                <a:cubicBezTo>
                  <a:pt x="263945" y="767715"/>
                  <a:pt x="264590" y="773615"/>
                  <a:pt x="268367" y="777402"/>
                </a:cubicBezTo>
                <a:lnTo>
                  <a:pt x="278473" y="787518"/>
                </a:lnTo>
                <a:cubicBezTo>
                  <a:pt x="279438" y="788509"/>
                  <a:pt x="279438" y="790089"/>
                  <a:pt x="278473" y="791080"/>
                </a:cubicBezTo>
                <a:close/>
                <a:moveTo>
                  <a:pt x="644804" y="719433"/>
                </a:moveTo>
                <a:cubicBezTo>
                  <a:pt x="644768" y="746598"/>
                  <a:pt x="622753" y="768608"/>
                  <a:pt x="595589" y="768639"/>
                </a:cubicBezTo>
                <a:lnTo>
                  <a:pt x="291865" y="768639"/>
                </a:lnTo>
                <a:lnTo>
                  <a:pt x="290751" y="767525"/>
                </a:lnTo>
                <a:cubicBezTo>
                  <a:pt x="294002" y="761579"/>
                  <a:pt x="296807" y="755399"/>
                  <a:pt x="299142" y="749037"/>
                </a:cubicBezTo>
                <a:lnTo>
                  <a:pt x="541639" y="749037"/>
                </a:lnTo>
                <a:cubicBezTo>
                  <a:pt x="545042" y="749030"/>
                  <a:pt x="548264" y="747508"/>
                  <a:pt x="550431" y="744884"/>
                </a:cubicBezTo>
                <a:lnTo>
                  <a:pt x="622583" y="657473"/>
                </a:lnTo>
                <a:lnTo>
                  <a:pt x="622583" y="657473"/>
                </a:lnTo>
                <a:cubicBezTo>
                  <a:pt x="622971" y="656993"/>
                  <a:pt x="623321" y="656483"/>
                  <a:pt x="623630" y="655949"/>
                </a:cubicBezTo>
                <a:lnTo>
                  <a:pt x="623726" y="655787"/>
                </a:lnTo>
                <a:cubicBezTo>
                  <a:pt x="624014" y="655275"/>
                  <a:pt x="624259" y="654740"/>
                  <a:pt x="624459" y="654187"/>
                </a:cubicBezTo>
                <a:lnTo>
                  <a:pt x="624545" y="653958"/>
                </a:lnTo>
                <a:cubicBezTo>
                  <a:pt x="624737" y="653406"/>
                  <a:pt x="624887" y="652839"/>
                  <a:pt x="624992" y="652263"/>
                </a:cubicBezTo>
                <a:lnTo>
                  <a:pt x="624992" y="652015"/>
                </a:lnTo>
                <a:cubicBezTo>
                  <a:pt x="625094" y="651421"/>
                  <a:pt x="625149" y="650819"/>
                  <a:pt x="625154" y="650215"/>
                </a:cubicBezTo>
                <a:lnTo>
                  <a:pt x="625154" y="650215"/>
                </a:lnTo>
                <a:lnTo>
                  <a:pt x="625154" y="412452"/>
                </a:lnTo>
                <a:lnTo>
                  <a:pt x="644766" y="384830"/>
                </a:lnTo>
                <a:close/>
                <a:moveTo>
                  <a:pt x="700611" y="266815"/>
                </a:moveTo>
                <a:lnTo>
                  <a:pt x="572434" y="447333"/>
                </a:lnTo>
                <a:lnTo>
                  <a:pt x="538324" y="423120"/>
                </a:lnTo>
                <a:lnTo>
                  <a:pt x="666493" y="242593"/>
                </a:lnTo>
                <a:cubicBezTo>
                  <a:pt x="667667" y="240990"/>
                  <a:pt x="669903" y="240610"/>
                  <a:pt x="671541" y="241735"/>
                </a:cubicBezTo>
                <a:lnTo>
                  <a:pt x="699754" y="261738"/>
                </a:lnTo>
                <a:cubicBezTo>
                  <a:pt x="701367" y="262907"/>
                  <a:pt x="701748" y="265151"/>
                  <a:pt x="700611" y="266786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42" name="Rectangle 9">
            <a:extLst>
              <a:ext uri="{FF2B5EF4-FFF2-40B4-BE49-F238E27FC236}">
                <a16:creationId xmlns:a16="http://schemas.microsoft.com/office/drawing/2014/main" id="{60AB5802-FB1C-77E4-936D-42D77FBF6A88}"/>
              </a:ext>
            </a:extLst>
          </p:cNvPr>
          <p:cNvSpPr txBox="1">
            <a:spLocks/>
          </p:cNvSpPr>
          <p:nvPr/>
        </p:nvSpPr>
        <p:spPr>
          <a:xfrm>
            <a:off x="6086324" y="1464739"/>
            <a:ext cx="3031181" cy="215444"/>
          </a:xfrm>
          <a:prstGeom prst="rect">
            <a:avLst/>
          </a:prstGeom>
          <a:noFill/>
          <a:ln w="28575">
            <a:noFill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>
            <a:lvl1pPr marL="0" lvl="0" indent="0" defTabSz="895350" eaLnBrk="1" hangingPunct="1">
              <a:buClr>
                <a:schemeClr val="tx2"/>
              </a:buClr>
              <a:defRPr baseline="0">
                <a:latin typeface="+mn-lt"/>
              </a:defRPr>
            </a:lvl1pPr>
            <a:lvl2pPr marL="193675" lvl="1" indent="-192088" defTabSz="895350" eaLnBrk="1" hangingPunct="1">
              <a:buClr>
                <a:schemeClr val="tx2"/>
              </a:buClr>
              <a:buSzPct val="125000"/>
              <a:buFont typeface="Arial" charset="0"/>
              <a:buChar char="▪"/>
              <a:defRPr baseline="0">
                <a:latin typeface="+mn-lt"/>
              </a:defRPr>
            </a:lvl2pPr>
            <a:lvl3pPr marL="457200" lvl="2" indent="-261938" defTabSz="895350" eaLnBrk="1" hangingPunct="1">
              <a:buClr>
                <a:schemeClr val="tx2"/>
              </a:buClr>
              <a:buSzPct val="120000"/>
              <a:buFont typeface="Arial" charset="0"/>
              <a:buChar char="–"/>
              <a:defRPr baseline="0">
                <a:latin typeface="+mn-lt"/>
              </a:defRPr>
            </a:lvl3pPr>
            <a:lvl4pPr marL="614363" lvl="3" indent="-155575" defTabSz="895350" eaLnBrk="1" hangingPunct="1">
              <a:buClr>
                <a:schemeClr val="tx2"/>
              </a:buClr>
              <a:buSzPct val="120000"/>
              <a:buFont typeface="Arial" charset="0"/>
              <a:buChar char="▫"/>
              <a:defRPr baseline="0">
                <a:latin typeface="+mn-lt"/>
              </a:defRPr>
            </a:lvl4pPr>
            <a:lvl5pPr marL="749808" lvl="4" indent="-130175" defTabSz="895350" eaLnBrk="1" hangingPunct="1"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5pPr>
            <a:lvl6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6pPr>
            <a:lvl7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7pPr>
            <a:lvl8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8pPr>
            <a:lvl9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pPr marL="0" marR="0" lvl="0" indent="0" algn="l" defTabSz="895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Process/analyses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3EFDF8F3-B38B-D733-39CA-9C2038B73400}"/>
              </a:ext>
            </a:extLst>
          </p:cNvPr>
          <p:cNvCxnSpPr>
            <a:cxnSpLocks/>
          </p:cNvCxnSpPr>
          <p:nvPr/>
        </p:nvCxnSpPr>
        <p:spPr>
          <a:xfrm flipV="1">
            <a:off x="2532026" y="2726421"/>
            <a:ext cx="9144459" cy="0"/>
          </a:xfrm>
          <a:prstGeom prst="line">
            <a:avLst/>
          </a:prstGeom>
          <a:ln w="6350" cap="rnd">
            <a:solidFill>
              <a:schemeClr val="bg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C7213DA7-CA00-E16A-BA48-6C5B9358DAB5}"/>
              </a:ext>
            </a:extLst>
          </p:cNvPr>
          <p:cNvCxnSpPr>
            <a:cxnSpLocks/>
          </p:cNvCxnSpPr>
          <p:nvPr/>
        </p:nvCxnSpPr>
        <p:spPr>
          <a:xfrm flipV="1">
            <a:off x="2532026" y="3599414"/>
            <a:ext cx="9144459" cy="0"/>
          </a:xfrm>
          <a:prstGeom prst="line">
            <a:avLst/>
          </a:prstGeom>
          <a:ln w="6350" cap="rnd">
            <a:solidFill>
              <a:schemeClr val="bg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C446BFF2-4B57-5367-C2E7-672DA54CAB15}"/>
              </a:ext>
            </a:extLst>
          </p:cNvPr>
          <p:cNvCxnSpPr>
            <a:cxnSpLocks/>
          </p:cNvCxnSpPr>
          <p:nvPr/>
        </p:nvCxnSpPr>
        <p:spPr>
          <a:xfrm flipV="1">
            <a:off x="2532026" y="4472407"/>
            <a:ext cx="9144459" cy="0"/>
          </a:xfrm>
          <a:prstGeom prst="line">
            <a:avLst/>
          </a:prstGeom>
          <a:ln w="6350" cap="rnd">
            <a:solidFill>
              <a:schemeClr val="bg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F22D6045-C5C1-FAC9-AF1E-8D6D66E552C4}"/>
              </a:ext>
            </a:extLst>
          </p:cNvPr>
          <p:cNvCxnSpPr>
            <a:cxnSpLocks/>
          </p:cNvCxnSpPr>
          <p:nvPr/>
        </p:nvCxnSpPr>
        <p:spPr>
          <a:xfrm flipV="1">
            <a:off x="2532026" y="5345400"/>
            <a:ext cx="9144459" cy="0"/>
          </a:xfrm>
          <a:prstGeom prst="line">
            <a:avLst/>
          </a:prstGeom>
          <a:ln w="6350" cap="rnd">
            <a:solidFill>
              <a:schemeClr val="bg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DF05152C-D808-58F3-C261-BBEABFCC495E}"/>
              </a:ext>
            </a:extLst>
          </p:cNvPr>
          <p:cNvSpPr/>
          <p:nvPr/>
        </p:nvSpPr>
        <p:spPr>
          <a:xfrm>
            <a:off x="407989" y="1947311"/>
            <a:ext cx="272252" cy="272708"/>
          </a:xfrm>
          <a:prstGeom prst="ellipse">
            <a:avLst/>
          </a:prstGeom>
          <a:solidFill>
            <a:schemeClr val="bg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ea typeface="+mn-ea"/>
                <a:cs typeface="+mn-cs"/>
              </a:rPr>
              <a:t>1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02A0EAA-8AEE-1972-ECA9-12D6F4ADF68D}"/>
              </a:ext>
            </a:extLst>
          </p:cNvPr>
          <p:cNvSpPr/>
          <p:nvPr/>
        </p:nvSpPr>
        <p:spPr>
          <a:xfrm>
            <a:off x="407989" y="3693295"/>
            <a:ext cx="272252" cy="272708"/>
          </a:xfrm>
          <a:prstGeom prst="ellipse">
            <a:avLst/>
          </a:prstGeom>
          <a:solidFill>
            <a:schemeClr val="bg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ea typeface="+mn-ea"/>
                <a:cs typeface="+mn-cs"/>
              </a:rPr>
              <a:t>3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EDAFACDE-1CDE-23E6-E755-E0525CC3BAD8}"/>
              </a:ext>
            </a:extLst>
          </p:cNvPr>
          <p:cNvSpPr/>
          <p:nvPr/>
        </p:nvSpPr>
        <p:spPr>
          <a:xfrm>
            <a:off x="407989" y="4566287"/>
            <a:ext cx="272252" cy="272708"/>
          </a:xfrm>
          <a:prstGeom prst="ellipse">
            <a:avLst/>
          </a:prstGeom>
          <a:solidFill>
            <a:schemeClr val="bg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ea typeface="+mn-ea"/>
                <a:cs typeface="+mn-cs"/>
              </a:rPr>
              <a:t>4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A0FEF335-10AD-7C8A-355F-927B64CC14B2}"/>
              </a:ext>
            </a:extLst>
          </p:cNvPr>
          <p:cNvSpPr/>
          <p:nvPr/>
        </p:nvSpPr>
        <p:spPr>
          <a:xfrm>
            <a:off x="407989" y="5439280"/>
            <a:ext cx="272252" cy="272708"/>
          </a:xfrm>
          <a:prstGeom prst="ellipse">
            <a:avLst/>
          </a:prstGeom>
          <a:solidFill>
            <a:schemeClr val="bg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ea typeface="+mn-ea"/>
                <a:cs typeface="+mn-cs"/>
              </a:rPr>
              <a:t>5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AE9E439B-8CE9-E4C7-5CA5-0DE4124D77B0}"/>
              </a:ext>
            </a:extLst>
          </p:cNvPr>
          <p:cNvSpPr/>
          <p:nvPr/>
        </p:nvSpPr>
        <p:spPr>
          <a:xfrm>
            <a:off x="407989" y="2820303"/>
            <a:ext cx="272252" cy="272708"/>
          </a:xfrm>
          <a:prstGeom prst="ellipse">
            <a:avLst/>
          </a:prstGeom>
          <a:solidFill>
            <a:schemeClr val="bg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ea typeface="+mn-ea"/>
                <a:cs typeface="+mn-cs"/>
              </a:rPr>
              <a:t>2</a:t>
            </a:r>
          </a:p>
        </p:txBody>
      </p:sp>
      <p:sp>
        <p:nvSpPr>
          <p:cNvPr id="70" name="Rectangle 15">
            <a:extLst>
              <a:ext uri="{FF2B5EF4-FFF2-40B4-BE49-F238E27FC236}">
                <a16:creationId xmlns:a16="http://schemas.microsoft.com/office/drawing/2014/main" id="{BACC1FB4-2A90-8C85-ABE7-F4E484D496EE}"/>
              </a:ext>
            </a:extLst>
          </p:cNvPr>
          <p:cNvSpPr txBox="1">
            <a:spLocks/>
          </p:cNvSpPr>
          <p:nvPr/>
        </p:nvSpPr>
        <p:spPr>
          <a:xfrm>
            <a:off x="755964" y="2838083"/>
            <a:ext cx="140868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lvl="0" indent="0" defTabSz="895350" eaLnBrk="1" hangingPunct="1">
              <a:buClr>
                <a:schemeClr val="tx2"/>
              </a:buClr>
              <a:defRPr baseline="0">
                <a:latin typeface="+mn-lt"/>
              </a:defRPr>
            </a:lvl1pPr>
            <a:lvl2pPr marL="193675" lvl="1" indent="-192088" defTabSz="895350" eaLnBrk="1" hangingPunct="1">
              <a:buClr>
                <a:schemeClr val="tx2"/>
              </a:buClr>
              <a:buSzPct val="125000"/>
              <a:buFont typeface="Arial" charset="0"/>
              <a:buChar char="▪"/>
              <a:defRPr baseline="0">
                <a:latin typeface="+mn-lt"/>
              </a:defRPr>
            </a:lvl2pPr>
            <a:lvl3pPr marL="457200" lvl="2" indent="-261938" defTabSz="895350" eaLnBrk="1" hangingPunct="1">
              <a:buClr>
                <a:schemeClr val="tx2"/>
              </a:buClr>
              <a:buSzPct val="120000"/>
              <a:buFont typeface="Arial" charset="0"/>
              <a:buChar char="–"/>
              <a:defRPr baseline="0">
                <a:latin typeface="+mn-lt"/>
              </a:defRPr>
            </a:lvl3pPr>
            <a:lvl4pPr marL="614363" lvl="3" indent="-155575" defTabSz="895350" eaLnBrk="1" hangingPunct="1">
              <a:buClr>
                <a:schemeClr val="tx2"/>
              </a:buClr>
              <a:buSzPct val="120000"/>
              <a:buFont typeface="Arial" charset="0"/>
              <a:buChar char="▫"/>
              <a:defRPr baseline="0">
                <a:latin typeface="+mn-lt"/>
              </a:defRPr>
            </a:lvl4pPr>
            <a:lvl5pPr marL="749808" lvl="4" indent="-130175" defTabSz="895350" eaLnBrk="1" hangingPunct="1"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5pPr>
            <a:lvl6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6pPr>
            <a:lvl7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7pPr>
            <a:lvl8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8pPr>
            <a:lvl9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pPr marL="0" marR="0" lvl="0" indent="0" algn="l" defTabSz="895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Opportunity Identification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01F960C-7787-B64F-5744-C7CC0CE91BE2}"/>
              </a:ext>
            </a:extLst>
          </p:cNvPr>
          <p:cNvSpPr txBox="1">
            <a:spLocks/>
          </p:cNvSpPr>
          <p:nvPr/>
        </p:nvSpPr>
        <p:spPr>
          <a:xfrm>
            <a:off x="755964" y="3711075"/>
            <a:ext cx="1408681" cy="46166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500" b="1" i="0" u="none" strike="noStrike" kern="120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Strategy Development</a:t>
            </a:r>
            <a:endParaRPr kumimoji="0" lang="en-US" sz="1500" b="1" i="0" u="none" strike="noStrike" kern="1200" cap="none" spc="-5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98" name="Rectangle 15">
            <a:extLst>
              <a:ext uri="{FF2B5EF4-FFF2-40B4-BE49-F238E27FC236}">
                <a16:creationId xmlns:a16="http://schemas.microsoft.com/office/drawing/2014/main" id="{D0E498C9-7C77-3558-0D74-3D61F53B54F4}"/>
              </a:ext>
            </a:extLst>
          </p:cNvPr>
          <p:cNvSpPr txBox="1">
            <a:spLocks/>
          </p:cNvSpPr>
          <p:nvPr/>
        </p:nvSpPr>
        <p:spPr>
          <a:xfrm>
            <a:off x="755964" y="4584067"/>
            <a:ext cx="140868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lvl="0" indent="0" defTabSz="895350" eaLnBrk="1" hangingPunct="1">
              <a:buClr>
                <a:schemeClr val="tx2"/>
              </a:buClr>
              <a:defRPr baseline="0">
                <a:latin typeface="+mn-lt"/>
              </a:defRPr>
            </a:lvl1pPr>
            <a:lvl2pPr marL="193675" lvl="1" indent="-192088" defTabSz="895350" eaLnBrk="1" hangingPunct="1">
              <a:buClr>
                <a:schemeClr val="tx2"/>
              </a:buClr>
              <a:buSzPct val="125000"/>
              <a:buFont typeface="Arial" charset="0"/>
              <a:buChar char="▪"/>
              <a:defRPr baseline="0">
                <a:latin typeface="+mn-lt"/>
              </a:defRPr>
            </a:lvl2pPr>
            <a:lvl3pPr marL="457200" lvl="2" indent="-261938" defTabSz="895350" eaLnBrk="1" hangingPunct="1">
              <a:buClr>
                <a:schemeClr val="tx2"/>
              </a:buClr>
              <a:buSzPct val="120000"/>
              <a:buFont typeface="Arial" charset="0"/>
              <a:buChar char="–"/>
              <a:defRPr baseline="0">
                <a:latin typeface="+mn-lt"/>
              </a:defRPr>
            </a:lvl3pPr>
            <a:lvl4pPr marL="614363" lvl="3" indent="-155575" defTabSz="895350" eaLnBrk="1" hangingPunct="1">
              <a:buClr>
                <a:schemeClr val="tx2"/>
              </a:buClr>
              <a:buSzPct val="120000"/>
              <a:buFont typeface="Arial" charset="0"/>
              <a:buChar char="▫"/>
              <a:defRPr baseline="0">
                <a:latin typeface="+mn-lt"/>
              </a:defRPr>
            </a:lvl4pPr>
            <a:lvl5pPr marL="749808" lvl="4" indent="-130175" defTabSz="895350" eaLnBrk="1" hangingPunct="1"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5pPr>
            <a:lvl6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6pPr>
            <a:lvl7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7pPr>
            <a:lvl8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8pPr>
            <a:lvl9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pPr marL="0" marR="0" lvl="0" indent="0" algn="l" defTabSz="895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Implementation Planning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1E75FAED-61FF-F0AD-6F10-05AE9A14A506}"/>
              </a:ext>
            </a:extLst>
          </p:cNvPr>
          <p:cNvCxnSpPr>
            <a:cxnSpLocks/>
          </p:cNvCxnSpPr>
          <p:nvPr/>
        </p:nvCxnSpPr>
        <p:spPr>
          <a:xfrm>
            <a:off x="11486224" y="6315202"/>
            <a:ext cx="293803" cy="0"/>
          </a:xfrm>
          <a:prstGeom prst="line">
            <a:avLst/>
          </a:prstGeom>
          <a:ln w="34925" cap="rnd">
            <a:solidFill>
              <a:schemeClr val="accent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A402309D-AE86-030D-ED53-EE94A12DC2F7}"/>
              </a:ext>
            </a:extLst>
          </p:cNvPr>
          <p:cNvCxnSpPr>
            <a:cxnSpLocks/>
          </p:cNvCxnSpPr>
          <p:nvPr/>
        </p:nvCxnSpPr>
        <p:spPr>
          <a:xfrm>
            <a:off x="5875985" y="1965091"/>
            <a:ext cx="0" cy="648000"/>
          </a:xfrm>
          <a:prstGeom prst="line">
            <a:avLst/>
          </a:prstGeom>
          <a:ln w="6350" cap="sq">
            <a:solidFill>
              <a:schemeClr val="bg1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A852C0A1-2C79-30E9-C665-4D0F2F5A90B8}"/>
              </a:ext>
            </a:extLst>
          </p:cNvPr>
          <p:cNvCxnSpPr>
            <a:cxnSpLocks/>
          </p:cNvCxnSpPr>
          <p:nvPr/>
        </p:nvCxnSpPr>
        <p:spPr>
          <a:xfrm>
            <a:off x="5875985" y="2838083"/>
            <a:ext cx="0" cy="648000"/>
          </a:xfrm>
          <a:prstGeom prst="line">
            <a:avLst/>
          </a:prstGeom>
          <a:ln w="6350" cap="sq">
            <a:solidFill>
              <a:schemeClr val="bg1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A3CE6E8E-560E-C39E-1173-5EF7E4E326C8}"/>
              </a:ext>
            </a:extLst>
          </p:cNvPr>
          <p:cNvCxnSpPr>
            <a:cxnSpLocks/>
          </p:cNvCxnSpPr>
          <p:nvPr/>
        </p:nvCxnSpPr>
        <p:spPr>
          <a:xfrm>
            <a:off x="5875985" y="3711075"/>
            <a:ext cx="0" cy="648000"/>
          </a:xfrm>
          <a:prstGeom prst="line">
            <a:avLst/>
          </a:prstGeom>
          <a:ln w="6350" cap="sq">
            <a:solidFill>
              <a:schemeClr val="bg1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E25DC95E-28C1-DAE2-BBC1-D23E9D59119D}"/>
              </a:ext>
            </a:extLst>
          </p:cNvPr>
          <p:cNvCxnSpPr>
            <a:cxnSpLocks/>
          </p:cNvCxnSpPr>
          <p:nvPr/>
        </p:nvCxnSpPr>
        <p:spPr>
          <a:xfrm>
            <a:off x="5875985" y="4584067"/>
            <a:ext cx="0" cy="648000"/>
          </a:xfrm>
          <a:prstGeom prst="line">
            <a:avLst/>
          </a:prstGeom>
          <a:ln w="6350" cap="sq">
            <a:solidFill>
              <a:schemeClr val="bg1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107EACDE-0C2E-BB12-C536-2D807D8C6156}"/>
              </a:ext>
            </a:extLst>
          </p:cNvPr>
          <p:cNvCxnSpPr>
            <a:cxnSpLocks/>
          </p:cNvCxnSpPr>
          <p:nvPr/>
        </p:nvCxnSpPr>
        <p:spPr>
          <a:xfrm>
            <a:off x="5875985" y="5457060"/>
            <a:ext cx="0" cy="648000"/>
          </a:xfrm>
          <a:prstGeom prst="line">
            <a:avLst/>
          </a:prstGeom>
          <a:ln w="6350" cap="sq">
            <a:solidFill>
              <a:schemeClr val="bg1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Rectangle 15">
            <a:extLst>
              <a:ext uri="{FF2B5EF4-FFF2-40B4-BE49-F238E27FC236}">
                <a16:creationId xmlns:a16="http://schemas.microsoft.com/office/drawing/2014/main" id="{947E2BB2-9134-F51E-5708-34B962A235C2}"/>
              </a:ext>
            </a:extLst>
          </p:cNvPr>
          <p:cNvSpPr txBox="1">
            <a:spLocks/>
          </p:cNvSpPr>
          <p:nvPr/>
        </p:nvSpPr>
        <p:spPr>
          <a:xfrm>
            <a:off x="2532025" y="1965090"/>
            <a:ext cx="3133619" cy="6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lvl="0" indent="0" defTabSz="895350" eaLnBrk="1" hangingPunct="1">
              <a:buClr>
                <a:schemeClr val="tx2"/>
              </a:buClr>
              <a:defRPr baseline="0">
                <a:latin typeface="+mn-lt"/>
              </a:defRPr>
            </a:lvl1pPr>
            <a:lvl2pPr marL="193675" lvl="1" indent="-192088" defTabSz="895350" eaLnBrk="1" hangingPunct="1">
              <a:buClr>
                <a:schemeClr val="tx2"/>
              </a:buClr>
              <a:buSzPct val="125000"/>
              <a:buFont typeface="Arial" charset="0"/>
              <a:buChar char="▪"/>
              <a:defRPr baseline="0">
                <a:latin typeface="+mn-lt"/>
              </a:defRPr>
            </a:lvl2pPr>
            <a:lvl3pPr marL="457200" lvl="2" indent="-261938" defTabSz="895350" eaLnBrk="1" hangingPunct="1">
              <a:buClr>
                <a:schemeClr val="tx2"/>
              </a:buClr>
              <a:buSzPct val="120000"/>
              <a:buFont typeface="Arial" charset="0"/>
              <a:buChar char="–"/>
              <a:defRPr baseline="0">
                <a:latin typeface="+mn-lt"/>
              </a:defRPr>
            </a:lvl3pPr>
            <a:lvl4pPr marL="614363" lvl="3" indent="-155575" defTabSz="895350" eaLnBrk="1" hangingPunct="1">
              <a:buClr>
                <a:schemeClr val="tx2"/>
              </a:buClr>
              <a:buSzPct val="120000"/>
              <a:buFont typeface="Arial" charset="0"/>
              <a:buChar char="▫"/>
              <a:defRPr baseline="0">
                <a:latin typeface="+mn-lt"/>
              </a:defRPr>
            </a:lvl4pPr>
            <a:lvl5pPr marL="749808" lvl="4" indent="-130175" defTabSz="895350" eaLnBrk="1" hangingPunct="1"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5pPr>
            <a:lvl6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6pPr>
            <a:lvl7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7pPr>
            <a:lvl8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8pPr>
            <a:lvl9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pPr marL="0" marR="0" lvl="0" indent="0" algn="l" defTabSz="895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Tx/>
              <a:buNone/>
              <a:tabLst/>
              <a:defRPr/>
            </a:pP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+mn-ea"/>
                <a:cs typeface="+mn-cs"/>
              </a:rPr>
              <a:t>Evaluate current operations, identify performance gaps, and understand business challenges</a:t>
            </a:r>
          </a:p>
        </p:txBody>
      </p:sp>
      <p:sp>
        <p:nvSpPr>
          <p:cNvPr id="127" name="Rectangle 15">
            <a:extLst>
              <a:ext uri="{FF2B5EF4-FFF2-40B4-BE49-F238E27FC236}">
                <a16:creationId xmlns:a16="http://schemas.microsoft.com/office/drawing/2014/main" id="{1CC177FE-DB18-B0CE-D7B5-F91D7246DA91}"/>
              </a:ext>
            </a:extLst>
          </p:cNvPr>
          <p:cNvSpPr txBox="1">
            <a:spLocks/>
          </p:cNvSpPr>
          <p:nvPr/>
        </p:nvSpPr>
        <p:spPr>
          <a:xfrm>
            <a:off x="2532025" y="5457060"/>
            <a:ext cx="3133619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lvl="0" indent="0" defTabSz="895350" eaLnBrk="1" hangingPunct="1">
              <a:buClr>
                <a:schemeClr val="tx2"/>
              </a:buClr>
              <a:defRPr baseline="0">
                <a:latin typeface="+mn-lt"/>
              </a:defRPr>
            </a:lvl1pPr>
            <a:lvl2pPr marL="193675" lvl="1" indent="-192088" defTabSz="895350" eaLnBrk="1" hangingPunct="1">
              <a:buClr>
                <a:schemeClr val="tx2"/>
              </a:buClr>
              <a:buSzPct val="125000"/>
              <a:buFont typeface="Arial" charset="0"/>
              <a:buChar char="▪"/>
              <a:defRPr baseline="0">
                <a:latin typeface="+mn-lt"/>
              </a:defRPr>
            </a:lvl2pPr>
            <a:lvl3pPr marL="457200" lvl="2" indent="-261938" defTabSz="895350" eaLnBrk="1" hangingPunct="1">
              <a:buClr>
                <a:schemeClr val="tx2"/>
              </a:buClr>
              <a:buSzPct val="120000"/>
              <a:buFont typeface="Arial" charset="0"/>
              <a:buChar char="–"/>
              <a:defRPr baseline="0">
                <a:latin typeface="+mn-lt"/>
              </a:defRPr>
            </a:lvl3pPr>
            <a:lvl4pPr marL="614363" lvl="3" indent="-155575" defTabSz="895350" eaLnBrk="1" hangingPunct="1">
              <a:buClr>
                <a:schemeClr val="tx2"/>
              </a:buClr>
              <a:buSzPct val="120000"/>
              <a:buFont typeface="Arial" charset="0"/>
              <a:buChar char="▫"/>
              <a:defRPr baseline="0">
                <a:latin typeface="+mn-lt"/>
              </a:defRPr>
            </a:lvl4pPr>
            <a:lvl5pPr marL="749808" lvl="4" indent="-130175" defTabSz="895350" eaLnBrk="1" hangingPunct="1"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5pPr>
            <a:lvl6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6pPr>
            <a:lvl7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7pPr>
            <a:lvl8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8pPr>
            <a:lvl9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pPr marL="0" marR="0" lvl="0" indent="0" algn="l" defTabSz="895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Tx/>
              <a:buNone/>
              <a:tabLst/>
              <a:defRPr/>
            </a:pP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+mn-ea"/>
                <a:cs typeface="+mn-cs"/>
              </a:rPr>
              <a:t>Track implementation progress, measure outcomes, and identify opportunities for continuous improvement</a:t>
            </a:r>
          </a:p>
        </p:txBody>
      </p:sp>
      <p:sp>
        <p:nvSpPr>
          <p:cNvPr id="128" name="Rectangle 15">
            <a:extLst>
              <a:ext uri="{FF2B5EF4-FFF2-40B4-BE49-F238E27FC236}">
                <a16:creationId xmlns:a16="http://schemas.microsoft.com/office/drawing/2014/main" id="{54BBC6BF-5B0B-E4B6-4EEB-70D09E8B6EA5}"/>
              </a:ext>
            </a:extLst>
          </p:cNvPr>
          <p:cNvSpPr txBox="1">
            <a:spLocks/>
          </p:cNvSpPr>
          <p:nvPr/>
        </p:nvSpPr>
        <p:spPr>
          <a:xfrm>
            <a:off x="2532025" y="2839752"/>
            <a:ext cx="3133619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lvl="0" indent="0" defTabSz="895350" eaLnBrk="1" hangingPunct="1">
              <a:buClr>
                <a:schemeClr val="tx2"/>
              </a:buClr>
              <a:defRPr baseline="0">
                <a:latin typeface="+mn-lt"/>
              </a:defRPr>
            </a:lvl1pPr>
            <a:lvl2pPr marL="193675" lvl="1" indent="-192088" defTabSz="895350" eaLnBrk="1" hangingPunct="1">
              <a:buClr>
                <a:schemeClr val="tx2"/>
              </a:buClr>
              <a:buSzPct val="125000"/>
              <a:buFont typeface="Arial" charset="0"/>
              <a:buChar char="▪"/>
              <a:defRPr baseline="0">
                <a:latin typeface="+mn-lt"/>
              </a:defRPr>
            </a:lvl2pPr>
            <a:lvl3pPr marL="457200" lvl="2" indent="-261938" defTabSz="895350" eaLnBrk="1" hangingPunct="1">
              <a:buClr>
                <a:schemeClr val="tx2"/>
              </a:buClr>
              <a:buSzPct val="120000"/>
              <a:buFont typeface="Arial" charset="0"/>
              <a:buChar char="–"/>
              <a:defRPr baseline="0">
                <a:latin typeface="+mn-lt"/>
              </a:defRPr>
            </a:lvl3pPr>
            <a:lvl4pPr marL="614363" lvl="3" indent="-155575" defTabSz="895350" eaLnBrk="1" hangingPunct="1">
              <a:buClr>
                <a:schemeClr val="tx2"/>
              </a:buClr>
              <a:buSzPct val="120000"/>
              <a:buFont typeface="Arial" charset="0"/>
              <a:buChar char="▫"/>
              <a:defRPr baseline="0">
                <a:latin typeface="+mn-lt"/>
              </a:defRPr>
            </a:lvl4pPr>
            <a:lvl5pPr marL="749808" lvl="4" indent="-130175" defTabSz="895350" eaLnBrk="1" hangingPunct="1"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5pPr>
            <a:lvl6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6pPr>
            <a:lvl7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7pPr>
            <a:lvl8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8pPr>
            <a:lvl9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pPr marL="0" marR="0" lvl="0" indent="0" algn="l" defTabSz="895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Tx/>
              <a:buNone/>
              <a:tabLst/>
              <a:defRPr/>
            </a:pP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+mn-ea"/>
                <a:cs typeface="+mn-cs"/>
              </a:rPr>
              <a:t>Identify improvement opportunities that can enhance efficiency, productivity, and business value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8C422597-07C5-B027-CCA0-522C0BF7CEFF}"/>
              </a:ext>
            </a:extLst>
          </p:cNvPr>
          <p:cNvSpPr txBox="1">
            <a:spLocks/>
          </p:cNvSpPr>
          <p:nvPr/>
        </p:nvSpPr>
        <p:spPr>
          <a:xfrm>
            <a:off x="2532025" y="3712745"/>
            <a:ext cx="3133619" cy="64633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400" i="0" u="none" strike="noStrike" kern="1200" cap="none" spc="-1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Define strategic initiatives and develop actionable recommendations aligned with business objectives</a:t>
            </a:r>
          </a:p>
        </p:txBody>
      </p:sp>
      <p:sp>
        <p:nvSpPr>
          <p:cNvPr id="130" name="Rectangle 15">
            <a:extLst>
              <a:ext uri="{FF2B5EF4-FFF2-40B4-BE49-F238E27FC236}">
                <a16:creationId xmlns:a16="http://schemas.microsoft.com/office/drawing/2014/main" id="{364FF25F-5E31-E09E-F99E-8AB486B80F8F}"/>
              </a:ext>
            </a:extLst>
          </p:cNvPr>
          <p:cNvSpPr txBox="1">
            <a:spLocks/>
          </p:cNvSpPr>
          <p:nvPr/>
        </p:nvSpPr>
        <p:spPr>
          <a:xfrm>
            <a:off x="2532025" y="4585738"/>
            <a:ext cx="3133619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lvl="0" indent="0" defTabSz="895350" eaLnBrk="1" hangingPunct="1">
              <a:buClr>
                <a:schemeClr val="tx2"/>
              </a:buClr>
              <a:defRPr baseline="0">
                <a:latin typeface="+mn-lt"/>
              </a:defRPr>
            </a:lvl1pPr>
            <a:lvl2pPr marL="193675" lvl="1" indent="-192088" defTabSz="895350" eaLnBrk="1" hangingPunct="1">
              <a:buClr>
                <a:schemeClr val="tx2"/>
              </a:buClr>
              <a:buSzPct val="125000"/>
              <a:buFont typeface="Arial" charset="0"/>
              <a:buChar char="▪"/>
              <a:defRPr baseline="0">
                <a:latin typeface="+mn-lt"/>
              </a:defRPr>
            </a:lvl2pPr>
            <a:lvl3pPr marL="457200" lvl="2" indent="-261938" defTabSz="895350" eaLnBrk="1" hangingPunct="1">
              <a:buClr>
                <a:schemeClr val="tx2"/>
              </a:buClr>
              <a:buSzPct val="120000"/>
              <a:buFont typeface="Arial" charset="0"/>
              <a:buChar char="–"/>
              <a:defRPr baseline="0">
                <a:latin typeface="+mn-lt"/>
              </a:defRPr>
            </a:lvl3pPr>
            <a:lvl4pPr marL="614363" lvl="3" indent="-155575" defTabSz="895350" eaLnBrk="1" hangingPunct="1">
              <a:buClr>
                <a:schemeClr val="tx2"/>
              </a:buClr>
              <a:buSzPct val="120000"/>
              <a:buFont typeface="Arial" charset="0"/>
              <a:buChar char="▫"/>
              <a:defRPr baseline="0">
                <a:latin typeface="+mn-lt"/>
              </a:defRPr>
            </a:lvl4pPr>
            <a:lvl5pPr marL="749808" lvl="4" indent="-130175" defTabSz="895350" eaLnBrk="1" hangingPunct="1"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5pPr>
            <a:lvl6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6pPr>
            <a:lvl7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7pPr>
            <a:lvl8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8pPr>
            <a:lvl9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pPr marL="0" marR="0" lvl="0" indent="0" algn="l" defTabSz="895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Tx/>
              <a:buNone/>
              <a:tabLst/>
              <a:defRPr/>
            </a:pP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+mn-ea"/>
                <a:cs typeface="+mn-cs"/>
              </a:rPr>
              <a:t>Translate strategic recommendations into a structured execution plan with clear responsibilities</a:t>
            </a:r>
          </a:p>
        </p:txBody>
      </p: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85C14E81-7AF9-8A23-A4F1-9840ADCD22ED}"/>
              </a:ext>
            </a:extLst>
          </p:cNvPr>
          <p:cNvCxnSpPr>
            <a:cxnSpLocks/>
          </p:cNvCxnSpPr>
          <p:nvPr/>
        </p:nvCxnSpPr>
        <p:spPr>
          <a:xfrm>
            <a:off x="753628" y="2668963"/>
            <a:ext cx="1447408" cy="0"/>
          </a:xfrm>
          <a:prstGeom prst="line">
            <a:avLst/>
          </a:prstGeom>
          <a:ln w="6350" cap="flat">
            <a:gradFill flip="none" rotWithShape="1">
              <a:gsLst>
                <a:gs pos="20000">
                  <a:schemeClr val="bg1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F3391E64-907C-CAD1-49D1-1ACFECCDE15E}"/>
              </a:ext>
            </a:extLst>
          </p:cNvPr>
          <p:cNvCxnSpPr>
            <a:cxnSpLocks/>
          </p:cNvCxnSpPr>
          <p:nvPr/>
        </p:nvCxnSpPr>
        <p:spPr>
          <a:xfrm>
            <a:off x="753628" y="3561109"/>
            <a:ext cx="1447408" cy="0"/>
          </a:xfrm>
          <a:prstGeom prst="line">
            <a:avLst/>
          </a:prstGeom>
          <a:ln w="6350" cap="flat">
            <a:gradFill flip="none" rotWithShape="1">
              <a:gsLst>
                <a:gs pos="20000">
                  <a:schemeClr val="bg1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4E41B512-4B78-CD66-98A6-8B8CAE6DA7A3}"/>
              </a:ext>
            </a:extLst>
          </p:cNvPr>
          <p:cNvCxnSpPr>
            <a:cxnSpLocks/>
          </p:cNvCxnSpPr>
          <p:nvPr/>
        </p:nvCxnSpPr>
        <p:spPr>
          <a:xfrm>
            <a:off x="753628" y="4453255"/>
            <a:ext cx="1447408" cy="0"/>
          </a:xfrm>
          <a:prstGeom prst="line">
            <a:avLst/>
          </a:prstGeom>
          <a:ln w="6350" cap="flat">
            <a:gradFill flip="none" rotWithShape="1">
              <a:gsLst>
                <a:gs pos="20000">
                  <a:schemeClr val="bg1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37A51AFD-2D94-26F5-0A28-2150473E0BA6}"/>
              </a:ext>
            </a:extLst>
          </p:cNvPr>
          <p:cNvCxnSpPr>
            <a:cxnSpLocks/>
          </p:cNvCxnSpPr>
          <p:nvPr/>
        </p:nvCxnSpPr>
        <p:spPr>
          <a:xfrm>
            <a:off x="753628" y="5345400"/>
            <a:ext cx="1447408" cy="0"/>
          </a:xfrm>
          <a:prstGeom prst="line">
            <a:avLst/>
          </a:prstGeom>
          <a:ln w="6350" cap="flat">
            <a:gradFill flip="none" rotWithShape="1">
              <a:gsLst>
                <a:gs pos="20000">
                  <a:schemeClr val="bg1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Rectangle 15">
            <a:extLst>
              <a:ext uri="{FF2B5EF4-FFF2-40B4-BE49-F238E27FC236}">
                <a16:creationId xmlns:a16="http://schemas.microsoft.com/office/drawing/2014/main" id="{1E8E06DC-5406-47E2-B856-BA55B1A57328}"/>
              </a:ext>
            </a:extLst>
          </p:cNvPr>
          <p:cNvSpPr txBox="1">
            <a:spLocks/>
          </p:cNvSpPr>
          <p:nvPr/>
        </p:nvSpPr>
        <p:spPr>
          <a:xfrm>
            <a:off x="6086325" y="1965090"/>
            <a:ext cx="3173858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lvl="0" indent="0" defTabSz="895350" eaLnBrk="1" hangingPunct="1">
              <a:buClr>
                <a:schemeClr val="tx2"/>
              </a:buClr>
              <a:defRPr baseline="0">
                <a:latin typeface="+mn-lt"/>
              </a:defRPr>
            </a:lvl1pPr>
            <a:lvl2pPr marL="193675" lvl="1" indent="-192088" defTabSz="895350" eaLnBrk="1" hangingPunct="1">
              <a:buClr>
                <a:schemeClr val="tx2"/>
              </a:buClr>
              <a:buSzPct val="125000"/>
              <a:buFont typeface="Arial" charset="0"/>
              <a:buChar char="▪"/>
              <a:defRPr baseline="0">
                <a:latin typeface="+mn-lt"/>
              </a:defRPr>
            </a:lvl2pPr>
            <a:lvl3pPr marL="457200" lvl="2" indent="-261938" defTabSz="895350" eaLnBrk="1" hangingPunct="1">
              <a:buClr>
                <a:schemeClr val="tx2"/>
              </a:buClr>
              <a:buSzPct val="120000"/>
              <a:buFont typeface="Arial" charset="0"/>
              <a:buChar char="–"/>
              <a:defRPr baseline="0">
                <a:latin typeface="+mn-lt"/>
              </a:defRPr>
            </a:lvl3pPr>
            <a:lvl4pPr marL="614363" lvl="3" indent="-155575" defTabSz="895350" eaLnBrk="1" hangingPunct="1">
              <a:buClr>
                <a:schemeClr val="tx2"/>
              </a:buClr>
              <a:buSzPct val="120000"/>
              <a:buFont typeface="Arial" charset="0"/>
              <a:buChar char="▫"/>
              <a:defRPr baseline="0">
                <a:latin typeface="+mn-lt"/>
              </a:defRPr>
            </a:lvl4pPr>
            <a:lvl5pPr marL="749808" lvl="4" indent="-130175" defTabSz="895350" eaLnBrk="1" hangingPunct="1"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5pPr>
            <a:lvl6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6pPr>
            <a:lvl7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7pPr>
            <a:lvl8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8pPr>
            <a:lvl9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pPr marL="0" marR="0" lvl="0" indent="0" algn="l" defTabSz="895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Tx/>
              <a:buNone/>
              <a:tabLst/>
              <a:defRPr/>
            </a:pP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+mn-ea"/>
                <a:cs typeface="+mn-cs"/>
              </a:rPr>
              <a:t>Stakeholder interviews, process mapping, gap analysis, and KPI assessment</a:t>
            </a:r>
          </a:p>
        </p:txBody>
      </p:sp>
      <p:sp>
        <p:nvSpPr>
          <p:cNvPr id="143" name="Rectangle 15">
            <a:extLst>
              <a:ext uri="{FF2B5EF4-FFF2-40B4-BE49-F238E27FC236}">
                <a16:creationId xmlns:a16="http://schemas.microsoft.com/office/drawing/2014/main" id="{7F8987B3-10B6-D18B-AB3C-77B7A803CE37}"/>
              </a:ext>
            </a:extLst>
          </p:cNvPr>
          <p:cNvSpPr txBox="1">
            <a:spLocks/>
          </p:cNvSpPr>
          <p:nvPr/>
        </p:nvSpPr>
        <p:spPr>
          <a:xfrm>
            <a:off x="6086325" y="5457060"/>
            <a:ext cx="3173858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lvl="0" indent="0" defTabSz="895350" eaLnBrk="1" hangingPunct="1">
              <a:buClr>
                <a:schemeClr val="tx2"/>
              </a:buClr>
              <a:defRPr baseline="0">
                <a:latin typeface="+mn-lt"/>
              </a:defRPr>
            </a:lvl1pPr>
            <a:lvl2pPr marL="193675" lvl="1" indent="-192088" defTabSz="895350" eaLnBrk="1" hangingPunct="1">
              <a:buClr>
                <a:schemeClr val="tx2"/>
              </a:buClr>
              <a:buSzPct val="125000"/>
              <a:buFont typeface="Arial" charset="0"/>
              <a:buChar char="▪"/>
              <a:defRPr baseline="0">
                <a:latin typeface="+mn-lt"/>
              </a:defRPr>
            </a:lvl2pPr>
            <a:lvl3pPr marL="457200" lvl="2" indent="-261938" defTabSz="895350" eaLnBrk="1" hangingPunct="1">
              <a:buClr>
                <a:schemeClr val="tx2"/>
              </a:buClr>
              <a:buSzPct val="120000"/>
              <a:buFont typeface="Arial" charset="0"/>
              <a:buChar char="–"/>
              <a:defRPr baseline="0">
                <a:latin typeface="+mn-lt"/>
              </a:defRPr>
            </a:lvl3pPr>
            <a:lvl4pPr marL="614363" lvl="3" indent="-155575" defTabSz="895350" eaLnBrk="1" hangingPunct="1">
              <a:buClr>
                <a:schemeClr val="tx2"/>
              </a:buClr>
              <a:buSzPct val="120000"/>
              <a:buFont typeface="Arial" charset="0"/>
              <a:buChar char="▫"/>
              <a:defRPr baseline="0">
                <a:latin typeface="+mn-lt"/>
              </a:defRPr>
            </a:lvl4pPr>
            <a:lvl5pPr marL="749808" lvl="4" indent="-130175" defTabSz="895350" eaLnBrk="1" hangingPunct="1"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5pPr>
            <a:lvl6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6pPr>
            <a:lvl7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7pPr>
            <a:lvl8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8pPr>
            <a:lvl9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pPr marL="0" marR="0" lvl="0" indent="0" algn="l" defTabSz="895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Tx/>
              <a:buNone/>
              <a:tabLst/>
              <a:defRPr/>
            </a:pP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+mn-ea"/>
                <a:cs typeface="+mn-cs"/>
              </a:rPr>
              <a:t>KPI monitoring, variance analysis, performance reporting, and progress reviews</a:t>
            </a:r>
          </a:p>
        </p:txBody>
      </p:sp>
      <p:sp>
        <p:nvSpPr>
          <p:cNvPr id="144" name="Rectangle 15">
            <a:extLst>
              <a:ext uri="{FF2B5EF4-FFF2-40B4-BE49-F238E27FC236}">
                <a16:creationId xmlns:a16="http://schemas.microsoft.com/office/drawing/2014/main" id="{C07D3E48-EC51-2F10-CDBB-03B55C82A05D}"/>
              </a:ext>
            </a:extLst>
          </p:cNvPr>
          <p:cNvSpPr txBox="1">
            <a:spLocks/>
          </p:cNvSpPr>
          <p:nvPr/>
        </p:nvSpPr>
        <p:spPr>
          <a:xfrm>
            <a:off x="6086325" y="2818837"/>
            <a:ext cx="3173858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lvl="0" indent="0" defTabSz="895350" eaLnBrk="1" hangingPunct="1">
              <a:buClr>
                <a:schemeClr val="tx2"/>
              </a:buClr>
              <a:defRPr baseline="0">
                <a:latin typeface="+mn-lt"/>
              </a:defRPr>
            </a:lvl1pPr>
            <a:lvl2pPr marL="193675" lvl="1" indent="-192088" defTabSz="895350" eaLnBrk="1" hangingPunct="1">
              <a:buClr>
                <a:schemeClr val="tx2"/>
              </a:buClr>
              <a:buSzPct val="125000"/>
              <a:buFont typeface="Arial" charset="0"/>
              <a:buChar char="▪"/>
              <a:defRPr baseline="0">
                <a:latin typeface="+mn-lt"/>
              </a:defRPr>
            </a:lvl2pPr>
            <a:lvl3pPr marL="457200" lvl="2" indent="-261938" defTabSz="895350" eaLnBrk="1" hangingPunct="1">
              <a:buClr>
                <a:schemeClr val="tx2"/>
              </a:buClr>
              <a:buSzPct val="120000"/>
              <a:buFont typeface="Arial" charset="0"/>
              <a:buChar char="–"/>
              <a:defRPr baseline="0">
                <a:latin typeface="+mn-lt"/>
              </a:defRPr>
            </a:lvl3pPr>
            <a:lvl4pPr marL="614363" lvl="3" indent="-155575" defTabSz="895350" eaLnBrk="1" hangingPunct="1">
              <a:buClr>
                <a:schemeClr val="tx2"/>
              </a:buClr>
              <a:buSzPct val="120000"/>
              <a:buFont typeface="Arial" charset="0"/>
              <a:buChar char="▫"/>
              <a:defRPr baseline="0">
                <a:latin typeface="+mn-lt"/>
              </a:defRPr>
            </a:lvl4pPr>
            <a:lvl5pPr marL="749808" lvl="4" indent="-130175" defTabSz="895350" eaLnBrk="1" hangingPunct="1"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5pPr>
            <a:lvl6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6pPr>
            <a:lvl7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7pPr>
            <a:lvl8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8pPr>
            <a:lvl9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pPr marL="0" marR="0" lvl="0" indent="0" algn="l" defTabSz="895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Tx/>
              <a:buNone/>
              <a:tabLst/>
              <a:defRPr/>
            </a:pP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+mn-ea"/>
                <a:cs typeface="+mn-cs"/>
              </a:rPr>
              <a:t>Root cause analysis, benchmarking, SWOT analysis, and opportunity prioritization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16A0B83A-3A30-5FE1-D274-A7D79D0F5D2B}"/>
              </a:ext>
            </a:extLst>
          </p:cNvPr>
          <p:cNvSpPr txBox="1">
            <a:spLocks/>
          </p:cNvSpPr>
          <p:nvPr/>
        </p:nvSpPr>
        <p:spPr>
          <a:xfrm>
            <a:off x="6086325" y="3672583"/>
            <a:ext cx="3173858" cy="64633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400" i="0" u="none" strike="noStrike" kern="1200" cap="none" spc="-1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Strategic planning, feasibility assessment, cost-benefit analysis, and risk evaluation</a:t>
            </a:r>
            <a:endParaRPr kumimoji="0" lang="en-US" sz="1400" i="0" u="none" strike="noStrike" kern="1200" cap="none" spc="-5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146" name="Rectangle 15">
            <a:extLst>
              <a:ext uri="{FF2B5EF4-FFF2-40B4-BE49-F238E27FC236}">
                <a16:creationId xmlns:a16="http://schemas.microsoft.com/office/drawing/2014/main" id="{9EE870A4-8D30-DE72-0BA2-4051C838C164}"/>
              </a:ext>
            </a:extLst>
          </p:cNvPr>
          <p:cNvSpPr txBox="1">
            <a:spLocks/>
          </p:cNvSpPr>
          <p:nvPr/>
        </p:nvSpPr>
        <p:spPr>
          <a:xfrm>
            <a:off x="6086325" y="4526329"/>
            <a:ext cx="3173858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lvl="0" indent="0" defTabSz="895350" eaLnBrk="1" hangingPunct="1">
              <a:buClr>
                <a:schemeClr val="tx2"/>
              </a:buClr>
              <a:defRPr baseline="0">
                <a:latin typeface="+mn-lt"/>
              </a:defRPr>
            </a:lvl1pPr>
            <a:lvl2pPr marL="193675" lvl="1" indent="-192088" defTabSz="895350" eaLnBrk="1" hangingPunct="1">
              <a:buClr>
                <a:schemeClr val="tx2"/>
              </a:buClr>
              <a:buSzPct val="125000"/>
              <a:buFont typeface="Arial" charset="0"/>
              <a:buChar char="▪"/>
              <a:defRPr baseline="0">
                <a:latin typeface="+mn-lt"/>
              </a:defRPr>
            </a:lvl2pPr>
            <a:lvl3pPr marL="457200" lvl="2" indent="-261938" defTabSz="895350" eaLnBrk="1" hangingPunct="1">
              <a:buClr>
                <a:schemeClr val="tx2"/>
              </a:buClr>
              <a:buSzPct val="120000"/>
              <a:buFont typeface="Arial" charset="0"/>
              <a:buChar char="–"/>
              <a:defRPr baseline="0">
                <a:latin typeface="+mn-lt"/>
              </a:defRPr>
            </a:lvl3pPr>
            <a:lvl4pPr marL="614363" lvl="3" indent="-155575" defTabSz="895350" eaLnBrk="1" hangingPunct="1">
              <a:buClr>
                <a:schemeClr val="tx2"/>
              </a:buClr>
              <a:buSzPct val="120000"/>
              <a:buFont typeface="Arial" charset="0"/>
              <a:buChar char="▫"/>
              <a:defRPr baseline="0">
                <a:latin typeface="+mn-lt"/>
              </a:defRPr>
            </a:lvl4pPr>
            <a:lvl5pPr marL="749808" lvl="4" indent="-130175" defTabSz="895350" eaLnBrk="1" hangingPunct="1"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5pPr>
            <a:lvl6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6pPr>
            <a:lvl7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7pPr>
            <a:lvl8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8pPr>
            <a:lvl9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pPr marL="0" marR="0" lvl="0" indent="0" algn="l" defTabSz="895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Tx/>
              <a:buNone/>
              <a:tabLst/>
              <a:defRPr/>
            </a:pP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+mn-ea"/>
                <a:cs typeface="+mn-cs"/>
              </a:rPr>
              <a:t>Resource allocation, milestone planning, stakeholder alignment, and dependency mapping</a:t>
            </a:r>
          </a:p>
        </p:txBody>
      </p:sp>
      <p:sp>
        <p:nvSpPr>
          <p:cNvPr id="149" name="Rectangle 15">
            <a:extLst>
              <a:ext uri="{FF2B5EF4-FFF2-40B4-BE49-F238E27FC236}">
                <a16:creationId xmlns:a16="http://schemas.microsoft.com/office/drawing/2014/main" id="{681868A9-8546-8638-A207-08D60EE1D78A}"/>
              </a:ext>
            </a:extLst>
          </p:cNvPr>
          <p:cNvSpPr txBox="1">
            <a:spLocks/>
          </p:cNvSpPr>
          <p:nvPr/>
        </p:nvSpPr>
        <p:spPr>
          <a:xfrm>
            <a:off x="9680864" y="1965090"/>
            <a:ext cx="1995622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lvl="0" indent="0" defTabSz="895350" eaLnBrk="1" hangingPunct="1">
              <a:buClr>
                <a:schemeClr val="tx2"/>
              </a:buClr>
              <a:defRPr baseline="0">
                <a:latin typeface="+mn-lt"/>
              </a:defRPr>
            </a:lvl1pPr>
            <a:lvl2pPr marL="193675" lvl="1" indent="-192088" defTabSz="895350" eaLnBrk="1" hangingPunct="1">
              <a:buClr>
                <a:schemeClr val="tx2"/>
              </a:buClr>
              <a:buSzPct val="125000"/>
              <a:buFont typeface="Arial" charset="0"/>
              <a:buChar char="▪"/>
              <a:defRPr baseline="0">
                <a:latin typeface="+mn-lt"/>
              </a:defRPr>
            </a:lvl2pPr>
            <a:lvl3pPr marL="457200" lvl="2" indent="-261938" defTabSz="895350" eaLnBrk="1" hangingPunct="1">
              <a:buClr>
                <a:schemeClr val="tx2"/>
              </a:buClr>
              <a:buSzPct val="120000"/>
              <a:buFont typeface="Arial" charset="0"/>
              <a:buChar char="–"/>
              <a:defRPr baseline="0">
                <a:latin typeface="+mn-lt"/>
              </a:defRPr>
            </a:lvl3pPr>
            <a:lvl4pPr marL="614363" lvl="3" indent="-155575" defTabSz="895350" eaLnBrk="1" hangingPunct="1">
              <a:buClr>
                <a:schemeClr val="tx2"/>
              </a:buClr>
              <a:buSzPct val="120000"/>
              <a:buFont typeface="Arial" charset="0"/>
              <a:buChar char="▫"/>
              <a:defRPr baseline="0">
                <a:latin typeface="+mn-lt"/>
              </a:defRPr>
            </a:lvl4pPr>
            <a:lvl5pPr marL="749808" lvl="4" indent="-130175" defTabSz="895350" eaLnBrk="1" hangingPunct="1"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5pPr>
            <a:lvl6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6pPr>
            <a:lvl7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7pPr>
            <a:lvl8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8pPr>
            <a:lvl9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pPr marL="0" marR="0" lvl="0" indent="0" algn="l" defTabSz="895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Tx/>
              <a:buNone/>
              <a:tabLst/>
              <a:defRPr/>
            </a:pP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+mn-ea"/>
                <a:cs typeface="+mn-cs"/>
              </a:rPr>
              <a:t>Business Assessment Dashboard</a:t>
            </a:r>
          </a:p>
        </p:txBody>
      </p:sp>
      <p:sp>
        <p:nvSpPr>
          <p:cNvPr id="150" name="Rectangle 15">
            <a:extLst>
              <a:ext uri="{FF2B5EF4-FFF2-40B4-BE49-F238E27FC236}">
                <a16:creationId xmlns:a16="http://schemas.microsoft.com/office/drawing/2014/main" id="{FEAB2031-1349-B124-B1FA-F30BDA67FDAF}"/>
              </a:ext>
            </a:extLst>
          </p:cNvPr>
          <p:cNvSpPr txBox="1">
            <a:spLocks/>
          </p:cNvSpPr>
          <p:nvPr/>
        </p:nvSpPr>
        <p:spPr>
          <a:xfrm>
            <a:off x="9680864" y="5457060"/>
            <a:ext cx="1995622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lvl="0" indent="0" defTabSz="895350" eaLnBrk="1" hangingPunct="1">
              <a:buClr>
                <a:schemeClr val="tx2"/>
              </a:buClr>
              <a:defRPr baseline="0">
                <a:latin typeface="+mn-lt"/>
              </a:defRPr>
            </a:lvl1pPr>
            <a:lvl2pPr marL="193675" lvl="1" indent="-192088" defTabSz="895350" eaLnBrk="1" hangingPunct="1">
              <a:buClr>
                <a:schemeClr val="tx2"/>
              </a:buClr>
              <a:buSzPct val="125000"/>
              <a:buFont typeface="Arial" charset="0"/>
              <a:buChar char="▪"/>
              <a:defRPr baseline="0">
                <a:latin typeface="+mn-lt"/>
              </a:defRPr>
            </a:lvl2pPr>
            <a:lvl3pPr marL="457200" lvl="2" indent="-261938" defTabSz="895350" eaLnBrk="1" hangingPunct="1">
              <a:buClr>
                <a:schemeClr val="tx2"/>
              </a:buClr>
              <a:buSzPct val="120000"/>
              <a:buFont typeface="Arial" charset="0"/>
              <a:buChar char="–"/>
              <a:defRPr baseline="0">
                <a:latin typeface="+mn-lt"/>
              </a:defRPr>
            </a:lvl3pPr>
            <a:lvl4pPr marL="614363" lvl="3" indent="-155575" defTabSz="895350" eaLnBrk="1" hangingPunct="1">
              <a:buClr>
                <a:schemeClr val="tx2"/>
              </a:buClr>
              <a:buSzPct val="120000"/>
              <a:buFont typeface="Arial" charset="0"/>
              <a:buChar char="▫"/>
              <a:defRPr baseline="0">
                <a:latin typeface="+mn-lt"/>
              </a:defRPr>
            </a:lvl4pPr>
            <a:lvl5pPr marL="749808" lvl="4" indent="-130175" defTabSz="895350" eaLnBrk="1" hangingPunct="1"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5pPr>
            <a:lvl6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6pPr>
            <a:lvl7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7pPr>
            <a:lvl8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8pPr>
            <a:lvl9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pPr marL="0" marR="0" lvl="0" indent="0" algn="l" defTabSz="895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Tx/>
              <a:buNone/>
              <a:tabLst/>
              <a:defRPr/>
            </a:pP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+mn-ea"/>
                <a:cs typeface="+mn-cs"/>
              </a:rPr>
              <a:t>Performance Monitoring Dashboard</a:t>
            </a:r>
          </a:p>
        </p:txBody>
      </p:sp>
      <p:sp>
        <p:nvSpPr>
          <p:cNvPr id="151" name="Rectangle 15">
            <a:extLst>
              <a:ext uri="{FF2B5EF4-FFF2-40B4-BE49-F238E27FC236}">
                <a16:creationId xmlns:a16="http://schemas.microsoft.com/office/drawing/2014/main" id="{73AF355A-B49C-2C7F-74D5-12D83466CA4C}"/>
              </a:ext>
            </a:extLst>
          </p:cNvPr>
          <p:cNvSpPr txBox="1">
            <a:spLocks/>
          </p:cNvSpPr>
          <p:nvPr/>
        </p:nvSpPr>
        <p:spPr>
          <a:xfrm>
            <a:off x="9680864" y="2818837"/>
            <a:ext cx="1995622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lvl="0" indent="0" defTabSz="895350" eaLnBrk="1" hangingPunct="1">
              <a:buClr>
                <a:schemeClr val="tx2"/>
              </a:buClr>
              <a:defRPr baseline="0">
                <a:latin typeface="+mn-lt"/>
              </a:defRPr>
            </a:lvl1pPr>
            <a:lvl2pPr marL="193675" lvl="1" indent="-192088" defTabSz="895350" eaLnBrk="1" hangingPunct="1">
              <a:buClr>
                <a:schemeClr val="tx2"/>
              </a:buClr>
              <a:buSzPct val="125000"/>
              <a:buFont typeface="Arial" charset="0"/>
              <a:buChar char="▪"/>
              <a:defRPr baseline="0">
                <a:latin typeface="+mn-lt"/>
              </a:defRPr>
            </a:lvl2pPr>
            <a:lvl3pPr marL="457200" lvl="2" indent="-261938" defTabSz="895350" eaLnBrk="1" hangingPunct="1">
              <a:buClr>
                <a:schemeClr val="tx2"/>
              </a:buClr>
              <a:buSzPct val="120000"/>
              <a:buFont typeface="Arial" charset="0"/>
              <a:buChar char="–"/>
              <a:defRPr baseline="0">
                <a:latin typeface="+mn-lt"/>
              </a:defRPr>
            </a:lvl3pPr>
            <a:lvl4pPr marL="614363" lvl="3" indent="-155575" defTabSz="895350" eaLnBrk="1" hangingPunct="1">
              <a:buClr>
                <a:schemeClr val="tx2"/>
              </a:buClr>
              <a:buSzPct val="120000"/>
              <a:buFont typeface="Arial" charset="0"/>
              <a:buChar char="▫"/>
              <a:defRPr baseline="0">
                <a:latin typeface="+mn-lt"/>
              </a:defRPr>
            </a:lvl4pPr>
            <a:lvl5pPr marL="749808" lvl="4" indent="-130175" defTabSz="895350" eaLnBrk="1" hangingPunct="1"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5pPr>
            <a:lvl6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6pPr>
            <a:lvl7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7pPr>
            <a:lvl8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8pPr>
            <a:lvl9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pPr marL="0" marR="0" lvl="0" indent="0" algn="l" defTabSz="895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Tx/>
              <a:buNone/>
              <a:tabLst/>
              <a:defRPr/>
            </a:pP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+mn-ea"/>
                <a:cs typeface="+mn-cs"/>
              </a:rPr>
              <a:t>Opportunity Prioritization Matrix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23768C8D-0418-82FF-E91C-8CF92A87BC61}"/>
              </a:ext>
            </a:extLst>
          </p:cNvPr>
          <p:cNvSpPr txBox="1">
            <a:spLocks/>
          </p:cNvSpPr>
          <p:nvPr/>
        </p:nvSpPr>
        <p:spPr>
          <a:xfrm>
            <a:off x="9680864" y="3672583"/>
            <a:ext cx="1995622" cy="43088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400" i="0" u="none" strike="noStrike" kern="1200" cap="none" spc="-1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Strategy Planning Framework</a:t>
            </a:r>
            <a:endParaRPr kumimoji="0" lang="en-US" sz="1400" i="0" u="none" strike="noStrike" kern="1200" cap="none" spc="-5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153" name="Rectangle 15">
            <a:extLst>
              <a:ext uri="{FF2B5EF4-FFF2-40B4-BE49-F238E27FC236}">
                <a16:creationId xmlns:a16="http://schemas.microsoft.com/office/drawing/2014/main" id="{A2DEC9A8-3D53-F269-21E3-0DCA7D3BDB8E}"/>
              </a:ext>
            </a:extLst>
          </p:cNvPr>
          <p:cNvSpPr txBox="1">
            <a:spLocks/>
          </p:cNvSpPr>
          <p:nvPr/>
        </p:nvSpPr>
        <p:spPr>
          <a:xfrm>
            <a:off x="9680864" y="4526329"/>
            <a:ext cx="1995622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lvl="0" indent="0" defTabSz="895350" eaLnBrk="1" hangingPunct="1">
              <a:buClr>
                <a:schemeClr val="tx2"/>
              </a:buClr>
              <a:defRPr baseline="0">
                <a:latin typeface="+mn-lt"/>
              </a:defRPr>
            </a:lvl1pPr>
            <a:lvl2pPr marL="193675" lvl="1" indent="-192088" defTabSz="895350" eaLnBrk="1" hangingPunct="1">
              <a:buClr>
                <a:schemeClr val="tx2"/>
              </a:buClr>
              <a:buSzPct val="125000"/>
              <a:buFont typeface="Arial" charset="0"/>
              <a:buChar char="▪"/>
              <a:defRPr baseline="0">
                <a:latin typeface="+mn-lt"/>
              </a:defRPr>
            </a:lvl2pPr>
            <a:lvl3pPr marL="457200" lvl="2" indent="-261938" defTabSz="895350" eaLnBrk="1" hangingPunct="1">
              <a:buClr>
                <a:schemeClr val="tx2"/>
              </a:buClr>
              <a:buSzPct val="120000"/>
              <a:buFont typeface="Arial" charset="0"/>
              <a:buChar char="–"/>
              <a:defRPr baseline="0">
                <a:latin typeface="+mn-lt"/>
              </a:defRPr>
            </a:lvl3pPr>
            <a:lvl4pPr marL="614363" lvl="3" indent="-155575" defTabSz="895350" eaLnBrk="1" hangingPunct="1">
              <a:buClr>
                <a:schemeClr val="tx2"/>
              </a:buClr>
              <a:buSzPct val="120000"/>
              <a:buFont typeface="Arial" charset="0"/>
              <a:buChar char="▫"/>
              <a:defRPr baseline="0">
                <a:latin typeface="+mn-lt"/>
              </a:defRPr>
            </a:lvl4pPr>
            <a:lvl5pPr marL="749808" lvl="4" indent="-130175" defTabSz="895350" eaLnBrk="1" hangingPunct="1"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5pPr>
            <a:lvl6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6pPr>
            <a:lvl7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7pPr>
            <a:lvl8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8pPr>
            <a:lvl9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pPr marL="0" marR="0" lvl="0" indent="0" algn="l" defTabSz="895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Tx/>
              <a:buNone/>
              <a:tabLst/>
              <a:defRPr/>
            </a:pP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+mn-ea"/>
                <a:cs typeface="+mn-cs"/>
              </a:rPr>
              <a:t>Implementation Roadmap Tracker</a:t>
            </a:r>
          </a:p>
        </p:txBody>
      </p: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07CC0ACC-3CF8-EB61-AD49-836A1F047981}"/>
              </a:ext>
            </a:extLst>
          </p:cNvPr>
          <p:cNvCxnSpPr>
            <a:cxnSpLocks/>
          </p:cNvCxnSpPr>
          <p:nvPr/>
        </p:nvCxnSpPr>
        <p:spPr>
          <a:xfrm>
            <a:off x="9470523" y="1965091"/>
            <a:ext cx="0" cy="648000"/>
          </a:xfrm>
          <a:prstGeom prst="line">
            <a:avLst/>
          </a:prstGeom>
          <a:ln w="6350" cap="sq">
            <a:solidFill>
              <a:schemeClr val="bg1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17C1D7D6-F97C-A2FA-8E3B-E975D5F7E2FB}"/>
              </a:ext>
            </a:extLst>
          </p:cNvPr>
          <p:cNvCxnSpPr>
            <a:cxnSpLocks/>
          </p:cNvCxnSpPr>
          <p:nvPr/>
        </p:nvCxnSpPr>
        <p:spPr>
          <a:xfrm>
            <a:off x="9470523" y="2838083"/>
            <a:ext cx="0" cy="648000"/>
          </a:xfrm>
          <a:prstGeom prst="line">
            <a:avLst/>
          </a:prstGeom>
          <a:ln w="6350" cap="sq">
            <a:solidFill>
              <a:schemeClr val="bg1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1B8EA7CC-A8C0-EB89-B391-F3002A0BFFE5}"/>
              </a:ext>
            </a:extLst>
          </p:cNvPr>
          <p:cNvCxnSpPr>
            <a:cxnSpLocks/>
          </p:cNvCxnSpPr>
          <p:nvPr/>
        </p:nvCxnSpPr>
        <p:spPr>
          <a:xfrm>
            <a:off x="9470523" y="3711075"/>
            <a:ext cx="0" cy="648000"/>
          </a:xfrm>
          <a:prstGeom prst="line">
            <a:avLst/>
          </a:prstGeom>
          <a:ln w="6350" cap="sq">
            <a:solidFill>
              <a:schemeClr val="bg1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A0ACD700-68D6-5E40-1C03-DF41E4F8AC2B}"/>
              </a:ext>
            </a:extLst>
          </p:cNvPr>
          <p:cNvCxnSpPr>
            <a:cxnSpLocks/>
          </p:cNvCxnSpPr>
          <p:nvPr/>
        </p:nvCxnSpPr>
        <p:spPr>
          <a:xfrm>
            <a:off x="9470523" y="4584067"/>
            <a:ext cx="0" cy="648000"/>
          </a:xfrm>
          <a:prstGeom prst="line">
            <a:avLst/>
          </a:prstGeom>
          <a:ln w="6350" cap="sq">
            <a:solidFill>
              <a:schemeClr val="bg1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ECAFD62C-8F79-CEF8-E5CA-2AA7682584D9}"/>
              </a:ext>
            </a:extLst>
          </p:cNvPr>
          <p:cNvCxnSpPr>
            <a:cxnSpLocks/>
          </p:cNvCxnSpPr>
          <p:nvPr/>
        </p:nvCxnSpPr>
        <p:spPr>
          <a:xfrm>
            <a:off x="9470523" y="5457060"/>
            <a:ext cx="0" cy="648000"/>
          </a:xfrm>
          <a:prstGeom prst="line">
            <a:avLst/>
          </a:prstGeom>
          <a:ln w="6350" cap="sq">
            <a:solidFill>
              <a:schemeClr val="bg1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56572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844B8-1A3E-15D7-F989-CA6A2761A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0C78F7-36DC-D642-8595-CC7499A41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Strategic framework | Three growth levers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3E3C7D-CA7D-6399-D976-C1F60FAAFB5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Source: </a:t>
            </a:r>
            <a:r>
              <a:rPr lang="en-US" b="0" dirty="0"/>
              <a:t>Content taken from random online source.</a:t>
            </a:r>
            <a:endParaRPr lang="en-IN" b="0" dirty="0"/>
          </a:p>
        </p:txBody>
      </p:sp>
      <p:sp>
        <p:nvSpPr>
          <p:cNvPr id="13" name="Freeform 156">
            <a:extLst>
              <a:ext uri="{FF2B5EF4-FFF2-40B4-BE49-F238E27FC236}">
                <a16:creationId xmlns:a16="http://schemas.microsoft.com/office/drawing/2014/main" id="{5696E38D-4819-4B87-55E3-221E28FC111E}"/>
              </a:ext>
            </a:extLst>
          </p:cNvPr>
          <p:cNvSpPr>
            <a:spLocks/>
          </p:cNvSpPr>
          <p:nvPr/>
        </p:nvSpPr>
        <p:spPr bwMode="auto">
          <a:xfrm>
            <a:off x="3736553" y="3226322"/>
            <a:ext cx="2005756" cy="2480317"/>
          </a:xfrm>
          <a:custGeom>
            <a:avLst/>
            <a:gdLst>
              <a:gd name="T0" fmla="*/ 440 w 1011"/>
              <a:gd name="T1" fmla="*/ 102 h 1250"/>
              <a:gd name="T2" fmla="*/ 392 w 1011"/>
              <a:gd name="T3" fmla="*/ 132 h 1250"/>
              <a:gd name="T4" fmla="*/ 274 w 1011"/>
              <a:gd name="T5" fmla="*/ 238 h 1250"/>
              <a:gd name="T6" fmla="*/ 259 w 1011"/>
              <a:gd name="T7" fmla="*/ 253 h 1250"/>
              <a:gd name="T8" fmla="*/ 63 w 1011"/>
              <a:gd name="T9" fmla="*/ 807 h 1250"/>
              <a:gd name="T10" fmla="*/ 0 w 1011"/>
              <a:gd name="T11" fmla="*/ 1045 h 1250"/>
              <a:gd name="T12" fmla="*/ 236 w 1011"/>
              <a:gd name="T13" fmla="*/ 1115 h 1250"/>
              <a:gd name="T14" fmla="*/ 711 w 1011"/>
              <a:gd name="T15" fmla="*/ 1246 h 1250"/>
              <a:gd name="T16" fmla="*/ 1011 w 1011"/>
              <a:gd name="T17" fmla="*/ 1182 h 1250"/>
              <a:gd name="T18" fmla="*/ 985 w 1011"/>
              <a:gd name="T19" fmla="*/ 1168 h 1250"/>
              <a:gd name="T20" fmla="*/ 670 w 1011"/>
              <a:gd name="T21" fmla="*/ 692 h 1250"/>
              <a:gd name="T22" fmla="*/ 743 w 1011"/>
              <a:gd name="T23" fmla="*/ 339 h 1250"/>
              <a:gd name="T24" fmla="*/ 1006 w 1011"/>
              <a:gd name="T25" fmla="*/ 86 h 1250"/>
              <a:gd name="T26" fmla="*/ 440 w 1011"/>
              <a:gd name="T27" fmla="*/ 102 h 12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011" h="1250">
                <a:moveTo>
                  <a:pt x="440" y="102"/>
                </a:moveTo>
                <a:cubicBezTo>
                  <a:pt x="423" y="111"/>
                  <a:pt x="407" y="121"/>
                  <a:pt x="392" y="132"/>
                </a:cubicBezTo>
                <a:cubicBezTo>
                  <a:pt x="347" y="163"/>
                  <a:pt x="308" y="198"/>
                  <a:pt x="274" y="238"/>
                </a:cubicBezTo>
                <a:cubicBezTo>
                  <a:pt x="269" y="242"/>
                  <a:pt x="264" y="247"/>
                  <a:pt x="259" y="253"/>
                </a:cubicBezTo>
                <a:cubicBezTo>
                  <a:pt x="114" y="427"/>
                  <a:pt x="87" y="618"/>
                  <a:pt x="63" y="807"/>
                </a:cubicBezTo>
                <a:cubicBezTo>
                  <a:pt x="40" y="996"/>
                  <a:pt x="0" y="1045"/>
                  <a:pt x="0" y="1045"/>
                </a:cubicBezTo>
                <a:cubicBezTo>
                  <a:pt x="0" y="1045"/>
                  <a:pt x="63" y="1037"/>
                  <a:pt x="236" y="1115"/>
                </a:cubicBezTo>
                <a:cubicBezTo>
                  <a:pt x="383" y="1182"/>
                  <a:pt x="533" y="1247"/>
                  <a:pt x="711" y="1246"/>
                </a:cubicBezTo>
                <a:cubicBezTo>
                  <a:pt x="812" y="1250"/>
                  <a:pt x="915" y="1230"/>
                  <a:pt x="1011" y="1182"/>
                </a:cubicBezTo>
                <a:cubicBezTo>
                  <a:pt x="1002" y="1178"/>
                  <a:pt x="993" y="1173"/>
                  <a:pt x="985" y="1168"/>
                </a:cubicBezTo>
                <a:cubicBezTo>
                  <a:pt x="801" y="1067"/>
                  <a:pt x="689" y="886"/>
                  <a:pt x="670" y="692"/>
                </a:cubicBezTo>
                <a:cubicBezTo>
                  <a:pt x="659" y="574"/>
                  <a:pt x="681" y="451"/>
                  <a:pt x="743" y="339"/>
                </a:cubicBezTo>
                <a:cubicBezTo>
                  <a:pt x="805" y="225"/>
                  <a:pt x="898" y="139"/>
                  <a:pt x="1006" y="86"/>
                </a:cubicBezTo>
                <a:cubicBezTo>
                  <a:pt x="832" y="1"/>
                  <a:pt x="621" y="0"/>
                  <a:pt x="440" y="102"/>
                </a:cubicBezTo>
                <a:close/>
              </a:path>
            </a:pathLst>
          </a:custGeom>
          <a:solidFill>
            <a:schemeClr val="accent1"/>
          </a:solidFill>
          <a:ln w="38100">
            <a:solidFill>
              <a:schemeClr val="bg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15" name="Freeform 157">
            <a:extLst>
              <a:ext uri="{FF2B5EF4-FFF2-40B4-BE49-F238E27FC236}">
                <a16:creationId xmlns:a16="http://schemas.microsoft.com/office/drawing/2014/main" id="{547FB7F7-9089-113F-13F5-50856E9F60A5}"/>
              </a:ext>
            </a:extLst>
          </p:cNvPr>
          <p:cNvSpPr>
            <a:spLocks/>
          </p:cNvSpPr>
          <p:nvPr/>
        </p:nvSpPr>
        <p:spPr bwMode="auto">
          <a:xfrm>
            <a:off x="5065325" y="3462343"/>
            <a:ext cx="2672662" cy="2287973"/>
          </a:xfrm>
          <a:custGeom>
            <a:avLst/>
            <a:gdLst>
              <a:gd name="T0" fmla="*/ 1141 w 1347"/>
              <a:gd name="T1" fmla="*/ 213 h 1153"/>
              <a:gd name="T2" fmla="*/ 939 w 1347"/>
              <a:gd name="T3" fmla="*/ 0 h 1153"/>
              <a:gd name="T4" fmla="*/ 942 w 1347"/>
              <a:gd name="T5" fmla="*/ 44 h 1153"/>
              <a:gd name="T6" fmla="*/ 678 w 1347"/>
              <a:gd name="T7" fmla="*/ 562 h 1153"/>
              <a:gd name="T8" fmla="*/ 346 w 1347"/>
              <a:gd name="T9" fmla="*/ 670 h 1153"/>
              <a:gd name="T10" fmla="*/ 0 w 1347"/>
              <a:gd name="T11" fmla="*/ 573 h 1153"/>
              <a:gd name="T12" fmla="*/ 315 w 1347"/>
              <a:gd name="T13" fmla="*/ 1049 h 1153"/>
              <a:gd name="T14" fmla="*/ 341 w 1347"/>
              <a:gd name="T15" fmla="*/ 1063 h 1153"/>
              <a:gd name="T16" fmla="*/ 518 w 1347"/>
              <a:gd name="T17" fmla="*/ 1118 h 1153"/>
              <a:gd name="T18" fmla="*/ 538 w 1347"/>
              <a:gd name="T19" fmla="*/ 1123 h 1153"/>
              <a:gd name="T20" fmla="*/ 1112 w 1347"/>
              <a:gd name="T21" fmla="*/ 995 h 1153"/>
              <a:gd name="T22" fmla="*/ 1347 w 1347"/>
              <a:gd name="T23" fmla="*/ 923 h 1153"/>
              <a:gd name="T24" fmla="*/ 1282 w 1347"/>
              <a:gd name="T25" fmla="*/ 685 h 1153"/>
              <a:gd name="T26" fmla="*/ 1141 w 1347"/>
              <a:gd name="T27" fmla="*/ 213 h 11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347" h="1153">
                <a:moveTo>
                  <a:pt x="1141" y="213"/>
                </a:moveTo>
                <a:cubicBezTo>
                  <a:pt x="1093" y="129"/>
                  <a:pt x="1025" y="55"/>
                  <a:pt x="939" y="0"/>
                </a:cubicBezTo>
                <a:cubicBezTo>
                  <a:pt x="941" y="15"/>
                  <a:pt x="941" y="29"/>
                  <a:pt x="942" y="44"/>
                </a:cubicBezTo>
                <a:cubicBezTo>
                  <a:pt x="947" y="258"/>
                  <a:pt x="842" y="449"/>
                  <a:pt x="678" y="562"/>
                </a:cubicBezTo>
                <a:cubicBezTo>
                  <a:pt x="583" y="627"/>
                  <a:pt x="469" y="667"/>
                  <a:pt x="346" y="670"/>
                </a:cubicBezTo>
                <a:cubicBezTo>
                  <a:pt x="219" y="673"/>
                  <a:pt x="100" y="637"/>
                  <a:pt x="0" y="573"/>
                </a:cubicBezTo>
                <a:cubicBezTo>
                  <a:pt x="19" y="767"/>
                  <a:pt x="131" y="948"/>
                  <a:pt x="315" y="1049"/>
                </a:cubicBezTo>
                <a:cubicBezTo>
                  <a:pt x="323" y="1054"/>
                  <a:pt x="332" y="1059"/>
                  <a:pt x="341" y="1063"/>
                </a:cubicBezTo>
                <a:cubicBezTo>
                  <a:pt x="398" y="1091"/>
                  <a:pt x="458" y="1109"/>
                  <a:pt x="518" y="1118"/>
                </a:cubicBezTo>
                <a:cubicBezTo>
                  <a:pt x="524" y="1120"/>
                  <a:pt x="531" y="1122"/>
                  <a:pt x="538" y="1123"/>
                </a:cubicBezTo>
                <a:cubicBezTo>
                  <a:pt x="763" y="1153"/>
                  <a:pt x="939" y="1075"/>
                  <a:pt x="1112" y="995"/>
                </a:cubicBezTo>
                <a:cubicBezTo>
                  <a:pt x="1285" y="915"/>
                  <a:pt x="1347" y="923"/>
                  <a:pt x="1347" y="923"/>
                </a:cubicBezTo>
                <a:cubicBezTo>
                  <a:pt x="1347" y="923"/>
                  <a:pt x="1307" y="874"/>
                  <a:pt x="1282" y="685"/>
                </a:cubicBezTo>
                <a:cubicBezTo>
                  <a:pt x="1261" y="525"/>
                  <a:pt x="1237" y="364"/>
                  <a:pt x="1141" y="213"/>
                </a:cubicBezTo>
                <a:close/>
              </a:path>
            </a:pathLst>
          </a:custGeom>
          <a:solidFill>
            <a:schemeClr val="accent3"/>
          </a:solidFill>
          <a:ln w="38100">
            <a:solidFill>
              <a:schemeClr val="bg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17" name="Freeform 158">
            <a:extLst>
              <a:ext uri="{FF2B5EF4-FFF2-40B4-BE49-F238E27FC236}">
                <a16:creationId xmlns:a16="http://schemas.microsoft.com/office/drawing/2014/main" id="{75805E66-CECC-FCF0-C7D1-C75086224C9B}"/>
              </a:ext>
            </a:extLst>
          </p:cNvPr>
          <p:cNvSpPr>
            <a:spLocks/>
          </p:cNvSpPr>
          <p:nvPr/>
        </p:nvSpPr>
        <p:spPr bwMode="auto">
          <a:xfrm>
            <a:off x="4514330" y="1905110"/>
            <a:ext cx="2429923" cy="2672662"/>
          </a:xfrm>
          <a:custGeom>
            <a:avLst/>
            <a:gdLst>
              <a:gd name="T0" fmla="*/ 773 w 1225"/>
              <a:gd name="T1" fmla="*/ 167 h 1347"/>
              <a:gd name="T2" fmla="*/ 592 w 1225"/>
              <a:gd name="T3" fmla="*/ 0 h 1347"/>
              <a:gd name="T4" fmla="*/ 419 w 1225"/>
              <a:gd name="T5" fmla="*/ 175 h 1347"/>
              <a:gd name="T6" fmla="*/ 82 w 1225"/>
              <a:gd name="T7" fmla="*/ 535 h 1347"/>
              <a:gd name="T8" fmla="*/ 0 w 1225"/>
              <a:gd name="T9" fmla="*/ 798 h 1347"/>
              <a:gd name="T10" fmla="*/ 48 w 1225"/>
              <a:gd name="T11" fmla="*/ 768 h 1347"/>
              <a:gd name="T12" fmla="*/ 614 w 1225"/>
              <a:gd name="T13" fmla="*/ 752 h 1347"/>
              <a:gd name="T14" fmla="*/ 880 w 1225"/>
              <a:gd name="T15" fmla="*/ 1003 h 1347"/>
              <a:gd name="T16" fmla="*/ 956 w 1225"/>
              <a:gd name="T17" fmla="*/ 1347 h 1347"/>
              <a:gd name="T18" fmla="*/ 1220 w 1225"/>
              <a:gd name="T19" fmla="*/ 829 h 1347"/>
              <a:gd name="T20" fmla="*/ 1217 w 1225"/>
              <a:gd name="T21" fmla="*/ 785 h 1347"/>
              <a:gd name="T22" fmla="*/ 1177 w 1225"/>
              <a:gd name="T23" fmla="*/ 619 h 1347"/>
              <a:gd name="T24" fmla="*/ 1171 w 1225"/>
              <a:gd name="T25" fmla="*/ 599 h 1347"/>
              <a:gd name="T26" fmla="*/ 773 w 1225"/>
              <a:gd name="T27" fmla="*/ 167 h 13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225" h="1347">
                <a:moveTo>
                  <a:pt x="773" y="167"/>
                </a:moveTo>
                <a:cubicBezTo>
                  <a:pt x="617" y="58"/>
                  <a:pt x="592" y="0"/>
                  <a:pt x="592" y="0"/>
                </a:cubicBezTo>
                <a:cubicBezTo>
                  <a:pt x="592" y="0"/>
                  <a:pt x="570" y="59"/>
                  <a:pt x="419" y="175"/>
                </a:cubicBezTo>
                <a:cubicBezTo>
                  <a:pt x="292" y="274"/>
                  <a:pt x="164" y="376"/>
                  <a:pt x="82" y="535"/>
                </a:cubicBezTo>
                <a:cubicBezTo>
                  <a:pt x="36" y="613"/>
                  <a:pt x="7" y="703"/>
                  <a:pt x="0" y="798"/>
                </a:cubicBezTo>
                <a:cubicBezTo>
                  <a:pt x="15" y="787"/>
                  <a:pt x="31" y="777"/>
                  <a:pt x="48" y="768"/>
                </a:cubicBezTo>
                <a:cubicBezTo>
                  <a:pt x="229" y="666"/>
                  <a:pt x="440" y="667"/>
                  <a:pt x="614" y="752"/>
                </a:cubicBezTo>
                <a:cubicBezTo>
                  <a:pt x="722" y="804"/>
                  <a:pt x="816" y="889"/>
                  <a:pt x="880" y="1003"/>
                </a:cubicBezTo>
                <a:cubicBezTo>
                  <a:pt x="941" y="1112"/>
                  <a:pt x="965" y="1231"/>
                  <a:pt x="956" y="1347"/>
                </a:cubicBezTo>
                <a:cubicBezTo>
                  <a:pt x="1120" y="1234"/>
                  <a:pt x="1225" y="1043"/>
                  <a:pt x="1220" y="829"/>
                </a:cubicBezTo>
                <a:cubicBezTo>
                  <a:pt x="1219" y="814"/>
                  <a:pt x="1219" y="800"/>
                  <a:pt x="1217" y="785"/>
                </a:cubicBezTo>
                <a:cubicBezTo>
                  <a:pt x="1212" y="727"/>
                  <a:pt x="1198" y="671"/>
                  <a:pt x="1177" y="619"/>
                </a:cubicBezTo>
                <a:cubicBezTo>
                  <a:pt x="1176" y="613"/>
                  <a:pt x="1174" y="606"/>
                  <a:pt x="1171" y="599"/>
                </a:cubicBezTo>
                <a:cubicBezTo>
                  <a:pt x="1085" y="389"/>
                  <a:pt x="929" y="276"/>
                  <a:pt x="773" y="167"/>
                </a:cubicBezTo>
                <a:close/>
              </a:path>
            </a:pathLst>
          </a:custGeom>
          <a:solidFill>
            <a:schemeClr val="accent2"/>
          </a:solidFill>
          <a:ln w="38100">
            <a:solidFill>
              <a:schemeClr val="bg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07D2B3A-BFBE-66BC-D0F2-5B46D9FE6295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565966" y="4405992"/>
            <a:ext cx="891764" cy="891764"/>
          </a:xfrm>
          <a:prstGeom prst="ellipse">
            <a:avLst/>
          </a:prstGeom>
          <a:solidFill>
            <a:srgbClr val="FFFFFF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>
              <a:lnSpc>
                <a:spcPct val="95000"/>
              </a:lnSpc>
            </a:pPr>
            <a:endParaRPr lang="en-US" kern="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826C16D3-E4DD-1DEA-5524-B869FA4F7B24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041083" y="4405992"/>
            <a:ext cx="891764" cy="891764"/>
          </a:xfrm>
          <a:prstGeom prst="ellipse">
            <a:avLst/>
          </a:prstGeom>
          <a:solidFill>
            <a:srgbClr val="FFFFFF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>
              <a:lnSpc>
                <a:spcPct val="95000"/>
              </a:lnSpc>
            </a:pPr>
            <a:endParaRPr lang="en-US" kern="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043025B2-75F4-04B0-A906-8429D3CDAB05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264933" y="2303823"/>
            <a:ext cx="891764" cy="891764"/>
          </a:xfrm>
          <a:prstGeom prst="ellipse">
            <a:avLst/>
          </a:prstGeom>
          <a:solidFill>
            <a:srgbClr val="FFFFFF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>
              <a:lnSpc>
                <a:spcPct val="95000"/>
              </a:lnSpc>
            </a:pPr>
            <a:endParaRPr lang="en-US" kern="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E2E86AF4-95C4-DB34-3246-97179C694F97}"/>
              </a:ext>
            </a:extLst>
          </p:cNvPr>
          <p:cNvGrpSpPr/>
          <p:nvPr/>
        </p:nvGrpSpPr>
        <p:grpSpPr>
          <a:xfrm>
            <a:off x="4269048" y="4616571"/>
            <a:ext cx="435834" cy="470606"/>
            <a:chOff x="10303152" y="2654050"/>
            <a:chExt cx="791774" cy="854945"/>
          </a:xfrm>
          <a:solidFill>
            <a:schemeClr val="accent1"/>
          </a:solidFill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4F004EEE-0F38-7335-8343-879A6A60465D}"/>
                </a:ext>
              </a:extLst>
            </p:cNvPr>
            <p:cNvSpPr/>
            <p:nvPr/>
          </p:nvSpPr>
          <p:spPr>
            <a:xfrm>
              <a:off x="10953157" y="3398491"/>
              <a:ext cx="19570" cy="110504"/>
            </a:xfrm>
            <a:custGeom>
              <a:avLst/>
              <a:gdLst>
                <a:gd name="csX0" fmla="*/ 9785 w 19570"/>
                <a:gd name="csY0" fmla="*/ 110504 h 110504"/>
                <a:gd name="csX1" fmla="*/ 0 w 19570"/>
                <a:gd name="csY1" fmla="*/ 100719 h 110504"/>
                <a:gd name="csX2" fmla="*/ 0 w 19570"/>
                <a:gd name="csY2" fmla="*/ 9785 h 110504"/>
                <a:gd name="csX3" fmla="*/ 9785 w 19570"/>
                <a:gd name="csY3" fmla="*/ 0 h 110504"/>
                <a:gd name="csX4" fmla="*/ 19570 w 19570"/>
                <a:gd name="csY4" fmla="*/ 9785 h 110504"/>
                <a:gd name="csX5" fmla="*/ 19570 w 19570"/>
                <a:gd name="csY5" fmla="*/ 100719 h 110504"/>
                <a:gd name="csX6" fmla="*/ 9785 w 19570"/>
                <a:gd name="csY6" fmla="*/ 110504 h 1105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9570" h="110504">
                  <a:moveTo>
                    <a:pt x="9785" y="110504"/>
                  </a:moveTo>
                  <a:cubicBezTo>
                    <a:pt x="4390" y="110504"/>
                    <a:pt x="0" y="106114"/>
                    <a:pt x="0" y="100719"/>
                  </a:cubicBezTo>
                  <a:lnTo>
                    <a:pt x="0" y="9785"/>
                  </a:lnTo>
                  <a:cubicBezTo>
                    <a:pt x="0" y="4390"/>
                    <a:pt x="4390" y="0"/>
                    <a:pt x="9785" y="0"/>
                  </a:cubicBezTo>
                  <a:cubicBezTo>
                    <a:pt x="15180" y="0"/>
                    <a:pt x="19570" y="4391"/>
                    <a:pt x="19570" y="9785"/>
                  </a:cubicBezTo>
                  <a:lnTo>
                    <a:pt x="19570" y="100719"/>
                  </a:lnTo>
                  <a:cubicBezTo>
                    <a:pt x="19570" y="106114"/>
                    <a:pt x="15180" y="110504"/>
                    <a:pt x="9785" y="1105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1D8C75C-A5D1-53D1-6C54-FABB56DC17CE}"/>
                </a:ext>
              </a:extLst>
            </p:cNvPr>
            <p:cNvSpPr/>
            <p:nvPr/>
          </p:nvSpPr>
          <p:spPr>
            <a:xfrm>
              <a:off x="10303152" y="3122786"/>
              <a:ext cx="791774" cy="386208"/>
            </a:xfrm>
            <a:custGeom>
              <a:avLst/>
              <a:gdLst>
                <a:gd name="csX0" fmla="*/ 782015 w 791774"/>
                <a:gd name="csY0" fmla="*/ 386208 h 386208"/>
                <a:gd name="csX1" fmla="*/ 9785 w 791774"/>
                <a:gd name="csY1" fmla="*/ 386208 h 386208"/>
                <a:gd name="csX2" fmla="*/ 0 w 791774"/>
                <a:gd name="csY2" fmla="*/ 376423 h 386208"/>
                <a:gd name="csX3" fmla="*/ 0 w 791774"/>
                <a:gd name="csY3" fmla="*/ 319311 h 386208"/>
                <a:gd name="csX4" fmla="*/ 89334 w 791774"/>
                <a:gd name="csY4" fmla="*/ 171635 h 386208"/>
                <a:gd name="csX5" fmla="*/ 89632 w 791774"/>
                <a:gd name="csY5" fmla="*/ 171486 h 386208"/>
                <a:gd name="csX6" fmla="*/ 293600 w 791774"/>
                <a:gd name="csY6" fmla="*/ 77985 h 386208"/>
                <a:gd name="csX7" fmla="*/ 308110 w 791774"/>
                <a:gd name="csY7" fmla="*/ 49820 h 386208"/>
                <a:gd name="csX8" fmla="*/ 308110 w 791774"/>
                <a:gd name="csY8" fmla="*/ 9785 h 386208"/>
                <a:gd name="csX9" fmla="*/ 317895 w 791774"/>
                <a:gd name="csY9" fmla="*/ 0 h 386208"/>
                <a:gd name="csX10" fmla="*/ 327681 w 791774"/>
                <a:gd name="csY10" fmla="*/ 9785 h 386208"/>
                <a:gd name="csX11" fmla="*/ 327681 w 791774"/>
                <a:gd name="csY11" fmla="*/ 49820 h 386208"/>
                <a:gd name="csX12" fmla="*/ 303942 w 791774"/>
                <a:gd name="csY12" fmla="*/ 94654 h 386208"/>
                <a:gd name="csX13" fmla="*/ 302528 w 791774"/>
                <a:gd name="csY13" fmla="*/ 95435 h 386208"/>
                <a:gd name="csX14" fmla="*/ 97931 w 791774"/>
                <a:gd name="csY14" fmla="*/ 189197 h 386208"/>
                <a:gd name="csX15" fmla="*/ 19573 w 791774"/>
                <a:gd name="csY15" fmla="*/ 319271 h 386208"/>
                <a:gd name="csX16" fmla="*/ 19573 w 791774"/>
                <a:gd name="csY16" fmla="*/ 366598 h 386208"/>
                <a:gd name="csX17" fmla="*/ 772239 w 791774"/>
                <a:gd name="csY17" fmla="*/ 366598 h 386208"/>
                <a:gd name="csX18" fmla="*/ 772239 w 791774"/>
                <a:gd name="csY18" fmla="*/ 319271 h 386208"/>
                <a:gd name="csX19" fmla="*/ 693843 w 791774"/>
                <a:gd name="csY19" fmla="*/ 189197 h 386208"/>
                <a:gd name="csX20" fmla="*/ 489246 w 791774"/>
                <a:gd name="csY20" fmla="*/ 95435 h 386208"/>
                <a:gd name="csX21" fmla="*/ 487832 w 791774"/>
                <a:gd name="csY21" fmla="*/ 94654 h 386208"/>
                <a:gd name="csX22" fmla="*/ 464094 w 791774"/>
                <a:gd name="csY22" fmla="*/ 49820 h 386208"/>
                <a:gd name="csX23" fmla="*/ 464094 w 791774"/>
                <a:gd name="csY23" fmla="*/ 11161 h 386208"/>
                <a:gd name="csX24" fmla="*/ 473879 w 791774"/>
                <a:gd name="csY24" fmla="*/ 1376 h 386208"/>
                <a:gd name="csX25" fmla="*/ 483664 w 791774"/>
                <a:gd name="csY25" fmla="*/ 11161 h 386208"/>
                <a:gd name="csX26" fmla="*/ 483664 w 791774"/>
                <a:gd name="csY26" fmla="*/ 49820 h 386208"/>
                <a:gd name="csX27" fmla="*/ 498174 w 791774"/>
                <a:gd name="csY27" fmla="*/ 77985 h 386208"/>
                <a:gd name="csX28" fmla="*/ 702143 w 791774"/>
                <a:gd name="csY28" fmla="*/ 171486 h 386208"/>
                <a:gd name="csX29" fmla="*/ 702440 w 791774"/>
                <a:gd name="csY29" fmla="*/ 171635 h 386208"/>
                <a:gd name="csX30" fmla="*/ 791774 w 791774"/>
                <a:gd name="csY30" fmla="*/ 319311 h 386208"/>
                <a:gd name="csX31" fmla="*/ 791774 w 791774"/>
                <a:gd name="csY31" fmla="*/ 376423 h 386208"/>
                <a:gd name="csX32" fmla="*/ 781989 w 791774"/>
                <a:gd name="csY32" fmla="*/ 386208 h 3862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</a:cxnLst>
              <a:rect l="l" t="t" r="r" b="b"/>
              <a:pathLst>
                <a:path w="791774" h="386208">
                  <a:moveTo>
                    <a:pt x="782015" y="386208"/>
                  </a:moveTo>
                  <a:lnTo>
                    <a:pt x="9785" y="386208"/>
                  </a:lnTo>
                  <a:cubicBezTo>
                    <a:pt x="4353" y="386208"/>
                    <a:pt x="0" y="381818"/>
                    <a:pt x="0" y="376423"/>
                  </a:cubicBezTo>
                  <a:lnTo>
                    <a:pt x="0" y="319311"/>
                  </a:lnTo>
                  <a:cubicBezTo>
                    <a:pt x="0" y="256729"/>
                    <a:pt x="35049" y="198800"/>
                    <a:pt x="89334" y="171635"/>
                  </a:cubicBezTo>
                  <a:cubicBezTo>
                    <a:pt x="89446" y="171598"/>
                    <a:pt x="89520" y="171523"/>
                    <a:pt x="89632" y="171486"/>
                  </a:cubicBezTo>
                  <a:lnTo>
                    <a:pt x="293600" y="77985"/>
                  </a:lnTo>
                  <a:cubicBezTo>
                    <a:pt x="302679" y="71511"/>
                    <a:pt x="308110" y="61056"/>
                    <a:pt x="308110" y="49820"/>
                  </a:cubicBezTo>
                  <a:lnTo>
                    <a:pt x="308110" y="9785"/>
                  </a:lnTo>
                  <a:cubicBezTo>
                    <a:pt x="308110" y="4390"/>
                    <a:pt x="312501" y="0"/>
                    <a:pt x="317895" y="0"/>
                  </a:cubicBezTo>
                  <a:cubicBezTo>
                    <a:pt x="323290" y="0"/>
                    <a:pt x="327681" y="4390"/>
                    <a:pt x="327681" y="9785"/>
                  </a:cubicBezTo>
                  <a:lnTo>
                    <a:pt x="327681" y="49820"/>
                  </a:lnTo>
                  <a:cubicBezTo>
                    <a:pt x="327681" y="67828"/>
                    <a:pt x="318825" y="84571"/>
                    <a:pt x="303942" y="94654"/>
                  </a:cubicBezTo>
                  <a:cubicBezTo>
                    <a:pt x="303496" y="94951"/>
                    <a:pt x="303012" y="95212"/>
                    <a:pt x="302528" y="95435"/>
                  </a:cubicBezTo>
                  <a:lnTo>
                    <a:pt x="97931" y="189197"/>
                  </a:lnTo>
                  <a:cubicBezTo>
                    <a:pt x="50344" y="213084"/>
                    <a:pt x="19573" y="264095"/>
                    <a:pt x="19573" y="319271"/>
                  </a:cubicBezTo>
                  <a:lnTo>
                    <a:pt x="19573" y="366598"/>
                  </a:lnTo>
                  <a:lnTo>
                    <a:pt x="772239" y="366598"/>
                  </a:lnTo>
                  <a:lnTo>
                    <a:pt x="772239" y="319271"/>
                  </a:lnTo>
                  <a:cubicBezTo>
                    <a:pt x="772239" y="264092"/>
                    <a:pt x="741468" y="213086"/>
                    <a:pt x="693843" y="189197"/>
                  </a:cubicBezTo>
                  <a:lnTo>
                    <a:pt x="489246" y="95435"/>
                  </a:lnTo>
                  <a:cubicBezTo>
                    <a:pt x="488762" y="95212"/>
                    <a:pt x="488279" y="94951"/>
                    <a:pt x="487832" y="94654"/>
                  </a:cubicBezTo>
                  <a:cubicBezTo>
                    <a:pt x="472986" y="84571"/>
                    <a:pt x="464094" y="67828"/>
                    <a:pt x="464094" y="49820"/>
                  </a:cubicBezTo>
                  <a:lnTo>
                    <a:pt x="464094" y="11161"/>
                  </a:lnTo>
                  <a:cubicBezTo>
                    <a:pt x="464094" y="5766"/>
                    <a:pt x="468484" y="1376"/>
                    <a:pt x="473879" y="1376"/>
                  </a:cubicBezTo>
                  <a:cubicBezTo>
                    <a:pt x="479274" y="1376"/>
                    <a:pt x="483664" y="5767"/>
                    <a:pt x="483664" y="11161"/>
                  </a:cubicBezTo>
                  <a:lnTo>
                    <a:pt x="483664" y="49820"/>
                  </a:lnTo>
                  <a:cubicBezTo>
                    <a:pt x="483664" y="61056"/>
                    <a:pt x="489059" y="71548"/>
                    <a:pt x="498174" y="77985"/>
                  </a:cubicBezTo>
                  <a:lnTo>
                    <a:pt x="702143" y="171486"/>
                  </a:lnTo>
                  <a:cubicBezTo>
                    <a:pt x="702254" y="171523"/>
                    <a:pt x="702329" y="171561"/>
                    <a:pt x="702440" y="171635"/>
                  </a:cubicBezTo>
                  <a:cubicBezTo>
                    <a:pt x="756725" y="198759"/>
                    <a:pt x="791774" y="256728"/>
                    <a:pt x="791774" y="319311"/>
                  </a:cubicBezTo>
                  <a:lnTo>
                    <a:pt x="791774" y="376423"/>
                  </a:lnTo>
                  <a:cubicBezTo>
                    <a:pt x="791774" y="381819"/>
                    <a:pt x="787384" y="386208"/>
                    <a:pt x="781989" y="38620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8D761438-9397-3DF6-3CAB-EC97FC3D99C7}"/>
                </a:ext>
              </a:extLst>
            </p:cNvPr>
            <p:cNvSpPr/>
            <p:nvPr/>
          </p:nvSpPr>
          <p:spPr>
            <a:xfrm>
              <a:off x="10425519" y="3398491"/>
              <a:ext cx="19570" cy="110504"/>
            </a:xfrm>
            <a:custGeom>
              <a:avLst/>
              <a:gdLst>
                <a:gd name="csX0" fmla="*/ 9785 w 19570"/>
                <a:gd name="csY0" fmla="*/ 110504 h 110504"/>
                <a:gd name="csX1" fmla="*/ 0 w 19570"/>
                <a:gd name="csY1" fmla="*/ 100719 h 110504"/>
                <a:gd name="csX2" fmla="*/ 0 w 19570"/>
                <a:gd name="csY2" fmla="*/ 9785 h 110504"/>
                <a:gd name="csX3" fmla="*/ 9785 w 19570"/>
                <a:gd name="csY3" fmla="*/ 0 h 110504"/>
                <a:gd name="csX4" fmla="*/ 19570 w 19570"/>
                <a:gd name="csY4" fmla="*/ 9785 h 110504"/>
                <a:gd name="csX5" fmla="*/ 19570 w 19570"/>
                <a:gd name="csY5" fmla="*/ 100719 h 110504"/>
                <a:gd name="csX6" fmla="*/ 9785 w 19570"/>
                <a:gd name="csY6" fmla="*/ 110504 h 1105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9570" h="110504">
                  <a:moveTo>
                    <a:pt x="9785" y="110504"/>
                  </a:moveTo>
                  <a:cubicBezTo>
                    <a:pt x="4390" y="110504"/>
                    <a:pt x="0" y="106114"/>
                    <a:pt x="0" y="100719"/>
                  </a:cubicBezTo>
                  <a:lnTo>
                    <a:pt x="0" y="9785"/>
                  </a:lnTo>
                  <a:cubicBezTo>
                    <a:pt x="0" y="4390"/>
                    <a:pt x="4390" y="0"/>
                    <a:pt x="9785" y="0"/>
                  </a:cubicBezTo>
                  <a:cubicBezTo>
                    <a:pt x="15217" y="0"/>
                    <a:pt x="19570" y="4391"/>
                    <a:pt x="19570" y="9785"/>
                  </a:cubicBezTo>
                  <a:lnTo>
                    <a:pt x="19570" y="100719"/>
                  </a:lnTo>
                  <a:cubicBezTo>
                    <a:pt x="19570" y="106114"/>
                    <a:pt x="15217" y="110504"/>
                    <a:pt x="9785" y="1105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BB9F9C5B-5843-BE2D-7CBD-5AFE8F7B212B}"/>
                </a:ext>
              </a:extLst>
            </p:cNvPr>
            <p:cNvSpPr/>
            <p:nvPr/>
          </p:nvSpPr>
          <p:spPr>
            <a:xfrm>
              <a:off x="10532160" y="2819414"/>
              <a:ext cx="337021" cy="346166"/>
            </a:xfrm>
            <a:custGeom>
              <a:avLst/>
              <a:gdLst>
                <a:gd name="csX0" fmla="*/ 336836 w 337021"/>
                <a:gd name="csY0" fmla="*/ 127492 h 346166"/>
                <a:gd name="csX1" fmla="*/ 336874 w 337021"/>
                <a:gd name="csY1" fmla="*/ 127492 h 346166"/>
                <a:gd name="csX2" fmla="*/ 19568 w 337021"/>
                <a:gd name="csY2" fmla="*/ 178540 h 346166"/>
                <a:gd name="csX3" fmla="*/ 65928 w 337021"/>
                <a:gd name="csY3" fmla="*/ 282048 h 346166"/>
                <a:gd name="csX4" fmla="*/ 94355 w 337021"/>
                <a:gd name="csY4" fmla="*/ 304967 h 346166"/>
                <a:gd name="csX5" fmla="*/ 168136 w 337021"/>
                <a:gd name="csY5" fmla="*/ 326547 h 346166"/>
                <a:gd name="csX6" fmla="*/ 239983 w 337021"/>
                <a:gd name="csY6" fmla="*/ 306195 h 346166"/>
                <a:gd name="csX7" fmla="*/ 317448 w 337021"/>
                <a:gd name="csY7" fmla="*/ 178541 h 346166"/>
                <a:gd name="csX8" fmla="*/ 317448 w 337021"/>
                <a:gd name="csY8" fmla="*/ 129428 h 346166"/>
                <a:gd name="csX9" fmla="*/ 317262 w 337021"/>
                <a:gd name="csY9" fmla="*/ 127456 h 346166"/>
                <a:gd name="csX10" fmla="*/ 304946 w 337021"/>
                <a:gd name="csY10" fmla="*/ 70009 h 346166"/>
                <a:gd name="csX11" fmla="*/ 258772 w 337021"/>
                <a:gd name="csY11" fmla="*/ 20896 h 346166"/>
                <a:gd name="csX12" fmla="*/ 177437 w 337021"/>
                <a:gd name="csY12" fmla="*/ 63423 h 346166"/>
                <a:gd name="csX13" fmla="*/ 106706 w 337021"/>
                <a:gd name="csY13" fmla="*/ 63423 h 346166"/>
                <a:gd name="csX14" fmla="*/ 19531 w 337021"/>
                <a:gd name="csY14" fmla="*/ 150562 h 346166"/>
                <a:gd name="csX15" fmla="*/ 19531 w 337021"/>
                <a:gd name="csY15" fmla="*/ 178505 h 346166"/>
                <a:gd name="csX16" fmla="*/ 168139 w 337021"/>
                <a:gd name="csY16" fmla="*/ 346123 h 346166"/>
                <a:gd name="csX17" fmla="*/ 83865 w 337021"/>
                <a:gd name="csY17" fmla="*/ 321529 h 346166"/>
                <a:gd name="csX18" fmla="*/ 51941 w 337021"/>
                <a:gd name="csY18" fmla="*/ 295782 h 346166"/>
                <a:gd name="csX19" fmla="*/ 0 w 337021"/>
                <a:gd name="csY19" fmla="*/ 179253 h 346166"/>
                <a:gd name="csX20" fmla="*/ 0 w 337021"/>
                <a:gd name="csY20" fmla="*/ 178807 h 346166"/>
                <a:gd name="csX21" fmla="*/ 0 w 337021"/>
                <a:gd name="csY21" fmla="*/ 150642 h 346166"/>
                <a:gd name="csX22" fmla="*/ 106747 w 337021"/>
                <a:gd name="csY22" fmla="*/ 43933 h 346166"/>
                <a:gd name="csX23" fmla="*/ 177477 w 337021"/>
                <a:gd name="csY23" fmla="*/ 43933 h 346166"/>
                <a:gd name="csX24" fmla="*/ 244711 w 337021"/>
                <a:gd name="csY24" fmla="*/ 6801 h 346166"/>
                <a:gd name="csX25" fmla="*/ 263128 w 337021"/>
                <a:gd name="csY25" fmla="*/ 1294 h 346166"/>
                <a:gd name="csX26" fmla="*/ 322734 w 337021"/>
                <a:gd name="csY26" fmla="*/ 61830 h 346166"/>
                <a:gd name="csX27" fmla="*/ 336835 w 337021"/>
                <a:gd name="csY27" fmla="*/ 125529 h 346166"/>
                <a:gd name="csX28" fmla="*/ 337022 w 337021"/>
                <a:gd name="csY28" fmla="*/ 127538 h 346166"/>
                <a:gd name="csX29" fmla="*/ 337022 w 337021"/>
                <a:gd name="csY29" fmla="*/ 178809 h 346166"/>
                <a:gd name="csX30" fmla="*/ 337022 w 337021"/>
                <a:gd name="csY30" fmla="*/ 179293 h 346166"/>
                <a:gd name="csX31" fmla="*/ 250143 w 337021"/>
                <a:gd name="csY31" fmla="*/ 322987 h 346166"/>
                <a:gd name="csX32" fmla="*/ 168138 w 337021"/>
                <a:gd name="csY32" fmla="*/ 346167 h 3461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</a:cxnLst>
              <a:rect l="l" t="t" r="r" b="b"/>
              <a:pathLst>
                <a:path w="337021" h="346166">
                  <a:moveTo>
                    <a:pt x="336836" y="127492"/>
                  </a:moveTo>
                  <a:lnTo>
                    <a:pt x="336874" y="127492"/>
                  </a:lnTo>
                  <a:close/>
                  <a:moveTo>
                    <a:pt x="19568" y="178540"/>
                  </a:moveTo>
                  <a:cubicBezTo>
                    <a:pt x="21354" y="216305"/>
                    <a:pt x="38246" y="254033"/>
                    <a:pt x="65928" y="282048"/>
                  </a:cubicBezTo>
                  <a:cubicBezTo>
                    <a:pt x="74188" y="290494"/>
                    <a:pt x="83490" y="297973"/>
                    <a:pt x="94355" y="304967"/>
                  </a:cubicBezTo>
                  <a:cubicBezTo>
                    <a:pt x="116902" y="319069"/>
                    <a:pt x="142426" y="326547"/>
                    <a:pt x="168136" y="326547"/>
                  </a:cubicBezTo>
                  <a:cubicBezTo>
                    <a:pt x="193214" y="326547"/>
                    <a:pt x="218068" y="319515"/>
                    <a:pt x="239983" y="306195"/>
                  </a:cubicBezTo>
                  <a:cubicBezTo>
                    <a:pt x="285227" y="278811"/>
                    <a:pt x="314881" y="229921"/>
                    <a:pt x="317448" y="178541"/>
                  </a:cubicBezTo>
                  <a:lnTo>
                    <a:pt x="317448" y="129428"/>
                  </a:lnTo>
                  <a:cubicBezTo>
                    <a:pt x="317337" y="128796"/>
                    <a:pt x="317262" y="128126"/>
                    <a:pt x="317262" y="127456"/>
                  </a:cubicBezTo>
                  <a:cubicBezTo>
                    <a:pt x="317262" y="107178"/>
                    <a:pt x="313021" y="87310"/>
                    <a:pt x="304946" y="70009"/>
                  </a:cubicBezTo>
                  <a:cubicBezTo>
                    <a:pt x="294678" y="47760"/>
                    <a:pt x="279534" y="31686"/>
                    <a:pt x="258772" y="20896"/>
                  </a:cubicBezTo>
                  <a:cubicBezTo>
                    <a:pt x="240280" y="47611"/>
                    <a:pt x="210216" y="63423"/>
                    <a:pt x="177437" y="63423"/>
                  </a:cubicBezTo>
                  <a:lnTo>
                    <a:pt x="106706" y="63423"/>
                  </a:lnTo>
                  <a:cubicBezTo>
                    <a:pt x="58635" y="63423"/>
                    <a:pt x="19531" y="102528"/>
                    <a:pt x="19531" y="150562"/>
                  </a:cubicBezTo>
                  <a:lnTo>
                    <a:pt x="19531" y="178505"/>
                  </a:lnTo>
                  <a:close/>
                  <a:moveTo>
                    <a:pt x="168139" y="346123"/>
                  </a:moveTo>
                  <a:cubicBezTo>
                    <a:pt x="138783" y="346123"/>
                    <a:pt x="109650" y="337602"/>
                    <a:pt x="83865" y="321529"/>
                  </a:cubicBezTo>
                  <a:cubicBezTo>
                    <a:pt x="71623" y="313679"/>
                    <a:pt x="61243" y="305270"/>
                    <a:pt x="51941" y="295782"/>
                  </a:cubicBezTo>
                  <a:cubicBezTo>
                    <a:pt x="20464" y="263858"/>
                    <a:pt x="2009" y="222485"/>
                    <a:pt x="0" y="179253"/>
                  </a:cubicBezTo>
                  <a:lnTo>
                    <a:pt x="0" y="178807"/>
                  </a:lnTo>
                  <a:lnTo>
                    <a:pt x="0" y="150642"/>
                  </a:lnTo>
                  <a:cubicBezTo>
                    <a:pt x="0" y="91780"/>
                    <a:pt x="47885" y="43933"/>
                    <a:pt x="106747" y="43933"/>
                  </a:cubicBezTo>
                  <a:lnTo>
                    <a:pt x="177477" y="43933"/>
                  </a:lnTo>
                  <a:cubicBezTo>
                    <a:pt x="205010" y="43933"/>
                    <a:pt x="230125" y="30055"/>
                    <a:pt x="244711" y="6801"/>
                  </a:cubicBezTo>
                  <a:cubicBezTo>
                    <a:pt x="248468" y="699"/>
                    <a:pt x="256505" y="-1720"/>
                    <a:pt x="263128" y="1294"/>
                  </a:cubicBezTo>
                  <a:cubicBezTo>
                    <a:pt x="289992" y="13944"/>
                    <a:pt x="310009" y="34296"/>
                    <a:pt x="322734" y="61830"/>
                  </a:cubicBezTo>
                  <a:cubicBezTo>
                    <a:pt x="331701" y="81140"/>
                    <a:pt x="336574" y="103093"/>
                    <a:pt x="336835" y="125529"/>
                  </a:cubicBezTo>
                  <a:cubicBezTo>
                    <a:pt x="336984" y="126161"/>
                    <a:pt x="337022" y="126831"/>
                    <a:pt x="337022" y="127538"/>
                  </a:cubicBezTo>
                  <a:lnTo>
                    <a:pt x="337022" y="178809"/>
                  </a:lnTo>
                  <a:lnTo>
                    <a:pt x="337022" y="179293"/>
                  </a:lnTo>
                  <a:cubicBezTo>
                    <a:pt x="334231" y="237187"/>
                    <a:pt x="300930" y="292250"/>
                    <a:pt x="250143" y="322987"/>
                  </a:cubicBezTo>
                  <a:cubicBezTo>
                    <a:pt x="225177" y="338130"/>
                    <a:pt x="196825" y="346167"/>
                    <a:pt x="168138" y="34616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4177F836-039B-0984-7950-462D797D9B9C}"/>
                </a:ext>
              </a:extLst>
            </p:cNvPr>
            <p:cNvSpPr/>
            <p:nvPr/>
          </p:nvSpPr>
          <p:spPr>
            <a:xfrm>
              <a:off x="10494700" y="2654050"/>
              <a:ext cx="416783" cy="354112"/>
            </a:xfrm>
            <a:custGeom>
              <a:avLst/>
              <a:gdLst>
                <a:gd name="csX0" fmla="*/ 364467 w 416783"/>
                <a:gd name="csY0" fmla="*/ 354102 h 354112"/>
                <a:gd name="csX1" fmla="*/ 359965 w 416783"/>
                <a:gd name="csY1" fmla="*/ 353023 h 354112"/>
                <a:gd name="csX2" fmla="*/ 355760 w 416783"/>
                <a:gd name="csY2" fmla="*/ 339852 h 354112"/>
                <a:gd name="csX3" fmla="*/ 390661 w 416783"/>
                <a:gd name="csY3" fmla="*/ 158172 h 354112"/>
                <a:gd name="csX4" fmla="*/ 352524 w 416783"/>
                <a:gd name="csY4" fmla="*/ 108984 h 354112"/>
                <a:gd name="csX5" fmla="*/ 348245 w 416783"/>
                <a:gd name="csY5" fmla="*/ 105040 h 354112"/>
                <a:gd name="csX6" fmla="*/ 247042 w 416783"/>
                <a:gd name="csY6" fmla="*/ 23110 h 354112"/>
                <a:gd name="csX7" fmla="*/ 90508 w 416783"/>
                <a:gd name="csY7" fmla="*/ 59424 h 354112"/>
                <a:gd name="csX8" fmla="*/ 22010 w 416783"/>
                <a:gd name="csY8" fmla="*/ 232998 h 354112"/>
                <a:gd name="csX9" fmla="*/ 55831 w 416783"/>
                <a:gd name="csY9" fmla="*/ 339487 h 354112"/>
                <a:gd name="csX10" fmla="*/ 51887 w 416783"/>
                <a:gd name="csY10" fmla="*/ 352770 h 354112"/>
                <a:gd name="csX11" fmla="*/ 38604 w 416783"/>
                <a:gd name="csY11" fmla="*/ 348826 h 354112"/>
                <a:gd name="csX12" fmla="*/ 2663 w 416783"/>
                <a:gd name="csY12" fmla="*/ 236202 h 354112"/>
                <a:gd name="csX13" fmla="*/ 79347 w 416783"/>
                <a:gd name="csY13" fmla="*/ 43321 h 354112"/>
                <a:gd name="csX14" fmla="*/ 251282 w 416783"/>
                <a:gd name="csY14" fmla="*/ 4030 h 354112"/>
                <a:gd name="csX15" fmla="*/ 363763 w 416783"/>
                <a:gd name="csY15" fmla="*/ 92843 h 354112"/>
                <a:gd name="csX16" fmla="*/ 409193 w 416783"/>
                <a:gd name="csY16" fmla="*/ 151928 h 354112"/>
                <a:gd name="csX17" fmla="*/ 373177 w 416783"/>
                <a:gd name="csY17" fmla="*/ 348829 h 354112"/>
                <a:gd name="csX18" fmla="*/ 364470 w 416783"/>
                <a:gd name="csY18" fmla="*/ 354112 h 3541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416783" h="354112">
                  <a:moveTo>
                    <a:pt x="364467" y="354102"/>
                  </a:moveTo>
                  <a:cubicBezTo>
                    <a:pt x="362941" y="354102"/>
                    <a:pt x="361416" y="353767"/>
                    <a:pt x="359965" y="353023"/>
                  </a:cubicBezTo>
                  <a:cubicBezTo>
                    <a:pt x="355165" y="350530"/>
                    <a:pt x="353305" y="344614"/>
                    <a:pt x="355760" y="339852"/>
                  </a:cubicBezTo>
                  <a:cubicBezTo>
                    <a:pt x="393823" y="266219"/>
                    <a:pt x="405878" y="203416"/>
                    <a:pt x="390661" y="158172"/>
                  </a:cubicBezTo>
                  <a:cubicBezTo>
                    <a:pt x="378308" y="121598"/>
                    <a:pt x="352746" y="109096"/>
                    <a:pt x="352524" y="108984"/>
                  </a:cubicBezTo>
                  <a:cubicBezTo>
                    <a:pt x="350738" y="108128"/>
                    <a:pt x="349212" y="106751"/>
                    <a:pt x="348245" y="105040"/>
                  </a:cubicBezTo>
                  <a:cubicBezTo>
                    <a:pt x="322200" y="59908"/>
                    <a:pt x="288118" y="32337"/>
                    <a:pt x="247042" y="23110"/>
                  </a:cubicBezTo>
                  <a:cubicBezTo>
                    <a:pt x="169391" y="5660"/>
                    <a:pt x="91289" y="58865"/>
                    <a:pt x="90508" y="59424"/>
                  </a:cubicBezTo>
                  <a:cubicBezTo>
                    <a:pt x="34548" y="98082"/>
                    <a:pt x="11517" y="156464"/>
                    <a:pt x="22010" y="232998"/>
                  </a:cubicBezTo>
                  <a:cubicBezTo>
                    <a:pt x="30046" y="291450"/>
                    <a:pt x="55570" y="339001"/>
                    <a:pt x="55831" y="339487"/>
                  </a:cubicBezTo>
                  <a:cubicBezTo>
                    <a:pt x="58436" y="344213"/>
                    <a:pt x="56650" y="350166"/>
                    <a:pt x="51887" y="352770"/>
                  </a:cubicBezTo>
                  <a:cubicBezTo>
                    <a:pt x="47162" y="355337"/>
                    <a:pt x="41209" y="353588"/>
                    <a:pt x="38604" y="348826"/>
                  </a:cubicBezTo>
                  <a:cubicBezTo>
                    <a:pt x="37488" y="346780"/>
                    <a:pt x="11294" y="298076"/>
                    <a:pt x="2663" y="236202"/>
                  </a:cubicBezTo>
                  <a:cubicBezTo>
                    <a:pt x="-8946" y="152710"/>
                    <a:pt x="17546" y="85993"/>
                    <a:pt x="79347" y="43321"/>
                  </a:cubicBezTo>
                  <a:cubicBezTo>
                    <a:pt x="82807" y="40940"/>
                    <a:pt x="165332" y="-15280"/>
                    <a:pt x="251282" y="4030"/>
                  </a:cubicBezTo>
                  <a:cubicBezTo>
                    <a:pt x="297196" y="14337"/>
                    <a:pt x="334999" y="44215"/>
                    <a:pt x="363763" y="92843"/>
                  </a:cubicBezTo>
                  <a:cubicBezTo>
                    <a:pt x="372209" y="97755"/>
                    <a:pt x="396654" y="114759"/>
                    <a:pt x="409193" y="151928"/>
                  </a:cubicBezTo>
                  <a:cubicBezTo>
                    <a:pt x="426420" y="203013"/>
                    <a:pt x="414290" y="269276"/>
                    <a:pt x="373177" y="348829"/>
                  </a:cubicBezTo>
                  <a:cubicBezTo>
                    <a:pt x="371428" y="352177"/>
                    <a:pt x="368005" y="354112"/>
                    <a:pt x="364470" y="35411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672F3F72-BA84-ADD3-C5DE-281EF95BA681}"/>
                </a:ext>
              </a:extLst>
            </p:cNvPr>
            <p:cNvSpPr/>
            <p:nvPr/>
          </p:nvSpPr>
          <p:spPr>
            <a:xfrm>
              <a:off x="10551591" y="3218012"/>
              <a:ext cx="295110" cy="92634"/>
            </a:xfrm>
            <a:custGeom>
              <a:avLst/>
              <a:gdLst>
                <a:gd name="csX0" fmla="*/ 147518 w 295110"/>
                <a:gd name="csY0" fmla="*/ 92635 h 92634"/>
                <a:gd name="csX1" fmla="*/ 51744 w 295110"/>
                <a:gd name="csY1" fmla="*/ 71203 h 92634"/>
                <a:gd name="csX2" fmla="*/ 361 w 295110"/>
                <a:gd name="csY2" fmla="*/ 12416 h 92634"/>
                <a:gd name="csX3" fmla="*/ 7170 w 295110"/>
                <a:gd name="csY3" fmla="*/ 361 h 92634"/>
                <a:gd name="csX4" fmla="*/ 19225 w 295110"/>
                <a:gd name="csY4" fmla="*/ 7170 h 92634"/>
                <a:gd name="csX5" fmla="*/ 147555 w 295110"/>
                <a:gd name="csY5" fmla="*/ 73027 h 92634"/>
                <a:gd name="csX6" fmla="*/ 275886 w 295110"/>
                <a:gd name="csY6" fmla="*/ 7170 h 92634"/>
                <a:gd name="csX7" fmla="*/ 287940 w 295110"/>
                <a:gd name="csY7" fmla="*/ 361 h 92634"/>
                <a:gd name="csX8" fmla="*/ 294749 w 295110"/>
                <a:gd name="csY8" fmla="*/ 12416 h 92634"/>
                <a:gd name="csX9" fmla="*/ 243367 w 295110"/>
                <a:gd name="csY9" fmla="*/ 71203 h 92634"/>
                <a:gd name="csX10" fmla="*/ 147593 w 295110"/>
                <a:gd name="csY10" fmla="*/ 92635 h 926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95110" h="92634">
                  <a:moveTo>
                    <a:pt x="147518" y="92635"/>
                  </a:moveTo>
                  <a:cubicBezTo>
                    <a:pt x="111055" y="92635"/>
                    <a:pt x="77903" y="85231"/>
                    <a:pt x="51744" y="71203"/>
                  </a:cubicBezTo>
                  <a:cubicBezTo>
                    <a:pt x="24806" y="56767"/>
                    <a:pt x="7058" y="36452"/>
                    <a:pt x="361" y="12416"/>
                  </a:cubicBezTo>
                  <a:cubicBezTo>
                    <a:pt x="-1090" y="7207"/>
                    <a:pt x="1961" y="1812"/>
                    <a:pt x="7170" y="361"/>
                  </a:cubicBezTo>
                  <a:cubicBezTo>
                    <a:pt x="12379" y="-1090"/>
                    <a:pt x="17774" y="1961"/>
                    <a:pt x="19225" y="7170"/>
                  </a:cubicBezTo>
                  <a:cubicBezTo>
                    <a:pt x="30201" y="46572"/>
                    <a:pt x="81733" y="73027"/>
                    <a:pt x="147555" y="73027"/>
                  </a:cubicBezTo>
                  <a:cubicBezTo>
                    <a:pt x="213375" y="73027"/>
                    <a:pt x="264903" y="46536"/>
                    <a:pt x="275886" y="7170"/>
                  </a:cubicBezTo>
                  <a:cubicBezTo>
                    <a:pt x="277337" y="1961"/>
                    <a:pt x="282732" y="-1090"/>
                    <a:pt x="287940" y="361"/>
                  </a:cubicBezTo>
                  <a:cubicBezTo>
                    <a:pt x="293149" y="1812"/>
                    <a:pt x="296200" y="7207"/>
                    <a:pt x="294749" y="12416"/>
                  </a:cubicBezTo>
                  <a:cubicBezTo>
                    <a:pt x="288089" y="36452"/>
                    <a:pt x="270304" y="56766"/>
                    <a:pt x="243367" y="71203"/>
                  </a:cubicBezTo>
                  <a:cubicBezTo>
                    <a:pt x="217173" y="85231"/>
                    <a:pt x="184058" y="92635"/>
                    <a:pt x="147593" y="9263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82A0D6BB-0C5F-3EAC-2519-1BE9FC08A5D4}"/>
                </a:ext>
              </a:extLst>
            </p:cNvPr>
            <p:cNvSpPr/>
            <p:nvPr/>
          </p:nvSpPr>
          <p:spPr>
            <a:xfrm>
              <a:off x="10591767" y="3199539"/>
              <a:ext cx="214607" cy="68349"/>
            </a:xfrm>
            <a:custGeom>
              <a:avLst/>
              <a:gdLst>
                <a:gd name="csX0" fmla="*/ 107342 w 214607"/>
                <a:gd name="csY0" fmla="*/ 68350 h 68349"/>
                <a:gd name="csX1" fmla="*/ 34007 w 214607"/>
                <a:gd name="csY1" fmla="*/ 53057 h 68349"/>
                <a:gd name="csX2" fmla="*/ 0 w 214607"/>
                <a:gd name="csY2" fmla="*/ 9785 h 68349"/>
                <a:gd name="csX3" fmla="*/ 9785 w 214607"/>
                <a:gd name="csY3" fmla="*/ 0 h 68349"/>
                <a:gd name="csX4" fmla="*/ 19570 w 214607"/>
                <a:gd name="csY4" fmla="*/ 9785 h 68349"/>
                <a:gd name="csX5" fmla="*/ 107304 w 214607"/>
                <a:gd name="csY5" fmla="*/ 48740 h 68349"/>
                <a:gd name="csX6" fmla="*/ 195038 w 214607"/>
                <a:gd name="csY6" fmla="*/ 9785 h 68349"/>
                <a:gd name="csX7" fmla="*/ 204823 w 214607"/>
                <a:gd name="csY7" fmla="*/ 0 h 68349"/>
                <a:gd name="csX8" fmla="*/ 214608 w 214607"/>
                <a:gd name="csY8" fmla="*/ 9785 h 68349"/>
                <a:gd name="csX9" fmla="*/ 180601 w 214607"/>
                <a:gd name="csY9" fmla="*/ 53057 h 68349"/>
                <a:gd name="csX10" fmla="*/ 107303 w 214607"/>
                <a:gd name="csY10" fmla="*/ 68350 h 683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14607" h="68349">
                  <a:moveTo>
                    <a:pt x="107342" y="68350"/>
                  </a:moveTo>
                  <a:cubicBezTo>
                    <a:pt x="79809" y="68350"/>
                    <a:pt x="53764" y="62917"/>
                    <a:pt x="34007" y="53057"/>
                  </a:cubicBezTo>
                  <a:cubicBezTo>
                    <a:pt x="12092" y="42119"/>
                    <a:pt x="0" y="26715"/>
                    <a:pt x="0" y="9785"/>
                  </a:cubicBezTo>
                  <a:cubicBezTo>
                    <a:pt x="0" y="4390"/>
                    <a:pt x="4390" y="0"/>
                    <a:pt x="9785" y="0"/>
                  </a:cubicBezTo>
                  <a:cubicBezTo>
                    <a:pt x="15180" y="0"/>
                    <a:pt x="19570" y="4390"/>
                    <a:pt x="19570" y="9785"/>
                  </a:cubicBezTo>
                  <a:cubicBezTo>
                    <a:pt x="19570" y="28240"/>
                    <a:pt x="55586" y="48740"/>
                    <a:pt x="107304" y="48740"/>
                  </a:cubicBezTo>
                  <a:cubicBezTo>
                    <a:pt x="159022" y="48740"/>
                    <a:pt x="195038" y="28203"/>
                    <a:pt x="195038" y="9785"/>
                  </a:cubicBezTo>
                  <a:cubicBezTo>
                    <a:pt x="195038" y="4390"/>
                    <a:pt x="199428" y="0"/>
                    <a:pt x="204823" y="0"/>
                  </a:cubicBezTo>
                  <a:cubicBezTo>
                    <a:pt x="210218" y="0"/>
                    <a:pt x="214608" y="4390"/>
                    <a:pt x="214608" y="9785"/>
                  </a:cubicBezTo>
                  <a:cubicBezTo>
                    <a:pt x="214608" y="26714"/>
                    <a:pt x="202516" y="42118"/>
                    <a:pt x="180601" y="53057"/>
                  </a:cubicBezTo>
                  <a:cubicBezTo>
                    <a:pt x="160881" y="62917"/>
                    <a:pt x="134836" y="68350"/>
                    <a:pt x="107303" y="6835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6459C534-D100-07B0-FCEB-F1B0065845E9}"/>
                </a:ext>
              </a:extLst>
            </p:cNvPr>
            <p:cNvSpPr/>
            <p:nvPr/>
          </p:nvSpPr>
          <p:spPr>
            <a:xfrm>
              <a:off x="10798895" y="3370543"/>
              <a:ext cx="74561" cy="19570"/>
            </a:xfrm>
            <a:custGeom>
              <a:avLst/>
              <a:gdLst>
                <a:gd name="csX0" fmla="*/ 64777 w 74561"/>
                <a:gd name="csY0" fmla="*/ 19570 h 19570"/>
                <a:gd name="csX1" fmla="*/ 9785 w 74561"/>
                <a:gd name="csY1" fmla="*/ 19570 h 19570"/>
                <a:gd name="csX2" fmla="*/ 0 w 74561"/>
                <a:gd name="csY2" fmla="*/ 9785 h 19570"/>
                <a:gd name="csX3" fmla="*/ 9785 w 74561"/>
                <a:gd name="csY3" fmla="*/ 0 h 19570"/>
                <a:gd name="csX4" fmla="*/ 64777 w 74561"/>
                <a:gd name="csY4" fmla="*/ 0 h 19570"/>
                <a:gd name="csX5" fmla="*/ 74562 w 74561"/>
                <a:gd name="csY5" fmla="*/ 9785 h 19570"/>
                <a:gd name="csX6" fmla="*/ 64777 w 74561"/>
                <a:gd name="csY6" fmla="*/ 19570 h 195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74561" h="19570">
                  <a:moveTo>
                    <a:pt x="64777" y="19570"/>
                  </a:moveTo>
                  <a:lnTo>
                    <a:pt x="9785" y="19570"/>
                  </a:lnTo>
                  <a:cubicBezTo>
                    <a:pt x="4390" y="19570"/>
                    <a:pt x="0" y="15180"/>
                    <a:pt x="0" y="9785"/>
                  </a:cubicBezTo>
                  <a:cubicBezTo>
                    <a:pt x="0" y="4353"/>
                    <a:pt x="4390" y="0"/>
                    <a:pt x="9785" y="0"/>
                  </a:cubicBezTo>
                  <a:lnTo>
                    <a:pt x="64777" y="0"/>
                  </a:lnTo>
                  <a:cubicBezTo>
                    <a:pt x="70172" y="0"/>
                    <a:pt x="74562" y="4353"/>
                    <a:pt x="74562" y="9785"/>
                  </a:cubicBezTo>
                  <a:cubicBezTo>
                    <a:pt x="74562" y="15180"/>
                    <a:pt x="70171" y="19570"/>
                    <a:pt x="64777" y="195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21A769B2-9ED5-DF1D-42FE-564404E8B493}"/>
              </a:ext>
            </a:extLst>
          </p:cNvPr>
          <p:cNvSpPr/>
          <p:nvPr/>
        </p:nvSpPr>
        <p:spPr>
          <a:xfrm>
            <a:off x="5476901" y="2515788"/>
            <a:ext cx="467830" cy="467836"/>
          </a:xfrm>
          <a:custGeom>
            <a:avLst/>
            <a:gdLst>
              <a:gd name="csX0" fmla="*/ 58880 w 793740"/>
              <a:gd name="csY0" fmla="*/ 349023 h 793750"/>
              <a:gd name="csX1" fmla="*/ 50620 w 793740"/>
              <a:gd name="csY1" fmla="*/ 357283 h 793750"/>
              <a:gd name="csX2" fmla="*/ 42360 w 793740"/>
              <a:gd name="csY2" fmla="*/ 349023 h 793750"/>
              <a:gd name="csX3" fmla="*/ 42360 w 793740"/>
              <a:gd name="csY3" fmla="*/ 271633 h 793750"/>
              <a:gd name="csX4" fmla="*/ 109705 w 793740"/>
              <a:gd name="csY4" fmla="*/ 109708 h 793750"/>
              <a:gd name="csX5" fmla="*/ 271630 w 793740"/>
              <a:gd name="csY5" fmla="*/ 42363 h 793750"/>
              <a:gd name="csX6" fmla="*/ 371452 w 793740"/>
              <a:gd name="csY6" fmla="*/ 42363 h 793750"/>
              <a:gd name="csX7" fmla="*/ 333725 w 793740"/>
              <a:gd name="csY7" fmla="*/ 14942 h 793750"/>
              <a:gd name="csX8" fmla="*/ 331864 w 793740"/>
              <a:gd name="csY8" fmla="*/ 3408 h 793750"/>
              <a:gd name="csX9" fmla="*/ 343398 w 793740"/>
              <a:gd name="csY9" fmla="*/ 1547 h 793750"/>
              <a:gd name="csX10" fmla="*/ 401366 w 793740"/>
              <a:gd name="csY10" fmla="*/ 43666 h 793750"/>
              <a:gd name="csX11" fmla="*/ 405161 w 793740"/>
              <a:gd name="csY11" fmla="*/ 50624 h 793750"/>
              <a:gd name="csX12" fmla="*/ 401366 w 793740"/>
              <a:gd name="csY12" fmla="*/ 57582 h 793750"/>
              <a:gd name="csX13" fmla="*/ 343398 w 793740"/>
              <a:gd name="csY13" fmla="*/ 99700 h 793750"/>
              <a:gd name="csX14" fmla="*/ 331864 w 793740"/>
              <a:gd name="csY14" fmla="*/ 97840 h 793750"/>
              <a:gd name="csX15" fmla="*/ 333725 w 793740"/>
              <a:gd name="csY15" fmla="*/ 86306 h 793750"/>
              <a:gd name="csX16" fmla="*/ 371452 w 793740"/>
              <a:gd name="csY16" fmla="*/ 58884 h 793750"/>
              <a:gd name="csX17" fmla="*/ 271630 w 793740"/>
              <a:gd name="csY17" fmla="*/ 58884 h 793750"/>
              <a:gd name="csX18" fmla="*/ 121392 w 793740"/>
              <a:gd name="csY18" fmla="*/ 121392 h 793750"/>
              <a:gd name="csX19" fmla="*/ 58884 w 793740"/>
              <a:gd name="csY19" fmla="*/ 271630 h 793750"/>
              <a:gd name="csX20" fmla="*/ 450339 w 793740"/>
              <a:gd name="csY20" fmla="*/ 694047 h 793750"/>
              <a:gd name="csX21" fmla="*/ 461873 w 793740"/>
              <a:gd name="csY21" fmla="*/ 695871 h 793750"/>
              <a:gd name="csX22" fmla="*/ 460012 w 793740"/>
              <a:gd name="csY22" fmla="*/ 707404 h 793750"/>
              <a:gd name="csX23" fmla="*/ 422285 w 793740"/>
              <a:gd name="csY23" fmla="*/ 734826 h 793750"/>
              <a:gd name="csX24" fmla="*/ 522078 w 793740"/>
              <a:gd name="csY24" fmla="*/ 734826 h 793750"/>
              <a:gd name="csX25" fmla="*/ 672316 w 793740"/>
              <a:gd name="csY25" fmla="*/ 672318 h 793750"/>
              <a:gd name="csX26" fmla="*/ 734824 w 793740"/>
              <a:gd name="csY26" fmla="*/ 522080 h 793750"/>
              <a:gd name="csX27" fmla="*/ 734824 w 793740"/>
              <a:gd name="csY27" fmla="*/ 444690 h 793750"/>
              <a:gd name="csX28" fmla="*/ 743084 w 793740"/>
              <a:gd name="csY28" fmla="*/ 436430 h 793750"/>
              <a:gd name="csX29" fmla="*/ 751344 w 793740"/>
              <a:gd name="csY29" fmla="*/ 444690 h 793750"/>
              <a:gd name="csX30" fmla="*/ 751344 w 793740"/>
              <a:gd name="csY30" fmla="*/ 522080 h 793750"/>
              <a:gd name="csX31" fmla="*/ 683999 w 793740"/>
              <a:gd name="csY31" fmla="*/ 684005 h 793750"/>
              <a:gd name="csX32" fmla="*/ 522074 w 793740"/>
              <a:gd name="csY32" fmla="*/ 751350 h 793750"/>
              <a:gd name="csX33" fmla="*/ 422281 w 793740"/>
              <a:gd name="csY33" fmla="*/ 751387 h 793750"/>
              <a:gd name="csX34" fmla="*/ 460008 w 793740"/>
              <a:gd name="csY34" fmla="*/ 778809 h 793750"/>
              <a:gd name="csX35" fmla="*/ 461869 w 793740"/>
              <a:gd name="csY35" fmla="*/ 790343 h 793750"/>
              <a:gd name="csX36" fmla="*/ 450335 w 793740"/>
              <a:gd name="csY36" fmla="*/ 792203 h 793750"/>
              <a:gd name="csX37" fmla="*/ 392367 w 793740"/>
              <a:gd name="csY37" fmla="*/ 750084 h 793750"/>
              <a:gd name="csX38" fmla="*/ 388572 w 793740"/>
              <a:gd name="csY38" fmla="*/ 743127 h 793750"/>
              <a:gd name="csX39" fmla="*/ 392367 w 793740"/>
              <a:gd name="csY39" fmla="*/ 736169 h 793750"/>
              <a:gd name="csX40" fmla="*/ 14942 w 793740"/>
              <a:gd name="csY40" fmla="*/ 460056 h 793750"/>
              <a:gd name="csX41" fmla="*/ 3408 w 793740"/>
              <a:gd name="csY41" fmla="*/ 461917 h 793750"/>
              <a:gd name="csX42" fmla="*/ 1547 w 793740"/>
              <a:gd name="csY42" fmla="*/ 450383 h 793750"/>
              <a:gd name="csX43" fmla="*/ 43666 w 793740"/>
              <a:gd name="csY43" fmla="*/ 392415 h 793750"/>
              <a:gd name="csX44" fmla="*/ 50624 w 793740"/>
              <a:gd name="csY44" fmla="*/ 388620 h 793750"/>
              <a:gd name="csX45" fmla="*/ 57582 w 793740"/>
              <a:gd name="csY45" fmla="*/ 392415 h 793750"/>
              <a:gd name="csX46" fmla="*/ 99700 w 793740"/>
              <a:gd name="csY46" fmla="*/ 450383 h 793750"/>
              <a:gd name="csX47" fmla="*/ 97877 w 793740"/>
              <a:gd name="csY47" fmla="*/ 461917 h 793750"/>
              <a:gd name="csX48" fmla="*/ 86343 w 793740"/>
              <a:gd name="csY48" fmla="*/ 460056 h 793750"/>
              <a:gd name="csX49" fmla="*/ 58922 w 793740"/>
              <a:gd name="csY49" fmla="*/ 422329 h 793750"/>
              <a:gd name="csX50" fmla="*/ 58922 w 793740"/>
              <a:gd name="csY50" fmla="*/ 522122 h 793750"/>
              <a:gd name="csX51" fmla="*/ 121429 w 793740"/>
              <a:gd name="csY51" fmla="*/ 672360 h 793750"/>
              <a:gd name="csX52" fmla="*/ 271667 w 793740"/>
              <a:gd name="csY52" fmla="*/ 734868 h 793750"/>
              <a:gd name="csX53" fmla="*/ 349058 w 793740"/>
              <a:gd name="csY53" fmla="*/ 734868 h 793750"/>
              <a:gd name="csX54" fmla="*/ 357318 w 793740"/>
              <a:gd name="csY54" fmla="*/ 743128 h 793750"/>
              <a:gd name="csX55" fmla="*/ 349058 w 793740"/>
              <a:gd name="csY55" fmla="*/ 751388 h 793750"/>
              <a:gd name="csX56" fmla="*/ 271667 w 793740"/>
              <a:gd name="csY56" fmla="*/ 751388 h 793750"/>
              <a:gd name="csX57" fmla="*/ 109742 w 793740"/>
              <a:gd name="csY57" fmla="*/ 684043 h 793750"/>
              <a:gd name="csX58" fmla="*/ 42398 w 793740"/>
              <a:gd name="csY58" fmla="*/ 522118 h 793750"/>
              <a:gd name="csX59" fmla="*/ 42360 w 793740"/>
              <a:gd name="csY59" fmla="*/ 422296 h 793750"/>
              <a:gd name="csX60" fmla="*/ 694046 w 793740"/>
              <a:gd name="csY60" fmla="*/ 343413 h 793750"/>
              <a:gd name="csX61" fmla="*/ 695869 w 793740"/>
              <a:gd name="csY61" fmla="*/ 331879 h 793750"/>
              <a:gd name="csX62" fmla="*/ 707403 w 793740"/>
              <a:gd name="csY62" fmla="*/ 333740 h 793750"/>
              <a:gd name="csX63" fmla="*/ 734824 w 793740"/>
              <a:gd name="csY63" fmla="*/ 371467 h 793750"/>
              <a:gd name="csX64" fmla="*/ 734861 w 793740"/>
              <a:gd name="csY64" fmla="*/ 271645 h 793750"/>
              <a:gd name="csX65" fmla="*/ 672353 w 793740"/>
              <a:gd name="csY65" fmla="*/ 121407 h 793750"/>
              <a:gd name="csX66" fmla="*/ 522116 w 793740"/>
              <a:gd name="csY66" fmla="*/ 58900 h 793750"/>
              <a:gd name="csX67" fmla="*/ 444725 w 793740"/>
              <a:gd name="csY67" fmla="*/ 58900 h 793750"/>
              <a:gd name="csX68" fmla="*/ 436465 w 793740"/>
              <a:gd name="csY68" fmla="*/ 50640 h 793750"/>
              <a:gd name="csX69" fmla="*/ 444725 w 793740"/>
              <a:gd name="csY69" fmla="*/ 42380 h 793750"/>
              <a:gd name="csX70" fmla="*/ 522116 w 793740"/>
              <a:gd name="csY70" fmla="*/ 42380 h 793750"/>
              <a:gd name="csX71" fmla="*/ 684041 w 793740"/>
              <a:gd name="csY71" fmla="*/ 109724 h 793750"/>
              <a:gd name="csX72" fmla="*/ 751385 w 793740"/>
              <a:gd name="csY72" fmla="*/ 271649 h 793750"/>
              <a:gd name="csX73" fmla="*/ 751385 w 793740"/>
              <a:gd name="csY73" fmla="*/ 371471 h 793750"/>
              <a:gd name="csX74" fmla="*/ 778807 w 793740"/>
              <a:gd name="csY74" fmla="*/ 333744 h 793750"/>
              <a:gd name="csX75" fmla="*/ 790341 w 793740"/>
              <a:gd name="csY75" fmla="*/ 331883 h 793750"/>
              <a:gd name="csX76" fmla="*/ 792164 w 793740"/>
              <a:gd name="csY76" fmla="*/ 343417 h 793750"/>
              <a:gd name="csX77" fmla="*/ 750045 w 793740"/>
              <a:gd name="csY77" fmla="*/ 401385 h 793750"/>
              <a:gd name="csX78" fmla="*/ 743087 w 793740"/>
              <a:gd name="csY78" fmla="*/ 405181 h 793750"/>
              <a:gd name="csX79" fmla="*/ 736130 w 793740"/>
              <a:gd name="csY79" fmla="*/ 401385 h 793750"/>
              <a:gd name="csX80" fmla="*/ 460121 w 793740"/>
              <a:gd name="csY80" fmla="*/ 460133 h 793750"/>
              <a:gd name="csX81" fmla="*/ 486315 w 793740"/>
              <a:gd name="csY81" fmla="*/ 396881 h 793750"/>
              <a:gd name="csX82" fmla="*/ 460121 w 793740"/>
              <a:gd name="csY82" fmla="*/ 333629 h 793750"/>
              <a:gd name="csX83" fmla="*/ 396869 w 793740"/>
              <a:gd name="csY83" fmla="*/ 307435 h 793750"/>
              <a:gd name="csX84" fmla="*/ 396869 w 793740"/>
              <a:gd name="csY84" fmla="*/ 307398 h 793750"/>
              <a:gd name="csX85" fmla="*/ 333618 w 793740"/>
              <a:gd name="csY85" fmla="*/ 333629 h 793750"/>
              <a:gd name="csX86" fmla="*/ 307424 w 793740"/>
              <a:gd name="csY86" fmla="*/ 396881 h 793750"/>
              <a:gd name="csX87" fmla="*/ 333618 w 793740"/>
              <a:gd name="csY87" fmla="*/ 460132 h 793750"/>
              <a:gd name="csX88" fmla="*/ 396869 w 793740"/>
              <a:gd name="csY88" fmla="*/ 486326 h 793750"/>
              <a:gd name="csX89" fmla="*/ 396869 w 793740"/>
              <a:gd name="csY89" fmla="*/ 486363 h 793750"/>
              <a:gd name="csX90" fmla="*/ 460121 w 793740"/>
              <a:gd name="csY90" fmla="*/ 460133 h 793750"/>
              <a:gd name="csX91" fmla="*/ 471804 w 793740"/>
              <a:gd name="csY91" fmla="*/ 471816 h 793750"/>
              <a:gd name="csX92" fmla="*/ 502835 w 793740"/>
              <a:gd name="csY92" fmla="*/ 396881 h 793750"/>
              <a:gd name="csX93" fmla="*/ 471804 w 793740"/>
              <a:gd name="csY93" fmla="*/ 321946 h 793750"/>
              <a:gd name="csX94" fmla="*/ 396869 w 793740"/>
              <a:gd name="csY94" fmla="*/ 290915 h 793750"/>
              <a:gd name="csX95" fmla="*/ 396869 w 793740"/>
              <a:gd name="csY95" fmla="*/ 290952 h 793750"/>
              <a:gd name="csX96" fmla="*/ 321934 w 793740"/>
              <a:gd name="csY96" fmla="*/ 321946 h 793750"/>
              <a:gd name="csX97" fmla="*/ 290904 w 793740"/>
              <a:gd name="csY97" fmla="*/ 396881 h 793750"/>
              <a:gd name="csX98" fmla="*/ 321934 w 793740"/>
              <a:gd name="csY98" fmla="*/ 471816 h 793750"/>
              <a:gd name="csX99" fmla="*/ 396869 w 793740"/>
              <a:gd name="csY99" fmla="*/ 502847 h 793750"/>
              <a:gd name="csX100" fmla="*/ 396869 w 793740"/>
              <a:gd name="csY100" fmla="*/ 502809 h 793750"/>
              <a:gd name="csX101" fmla="*/ 471804 w 793740"/>
              <a:gd name="csY101" fmla="*/ 471816 h 793750"/>
              <a:gd name="csX102" fmla="*/ 555558 w 793740"/>
              <a:gd name="csY102" fmla="*/ 477732 h 793750"/>
              <a:gd name="csX103" fmla="*/ 561399 w 793740"/>
              <a:gd name="csY103" fmla="*/ 465044 h 793750"/>
              <a:gd name="csX104" fmla="*/ 566422 w 793740"/>
              <a:gd name="csY104" fmla="*/ 451352 h 793750"/>
              <a:gd name="csX105" fmla="*/ 572450 w 793740"/>
              <a:gd name="csY105" fmla="*/ 445846 h 793750"/>
              <a:gd name="csX106" fmla="*/ 624391 w 793740"/>
              <a:gd name="csY106" fmla="*/ 430851 h 793750"/>
              <a:gd name="csX107" fmla="*/ 624391 w 793740"/>
              <a:gd name="csY107" fmla="*/ 362874 h 793750"/>
              <a:gd name="csX108" fmla="*/ 572040 w 793740"/>
              <a:gd name="csY108" fmla="*/ 347769 h 793750"/>
              <a:gd name="csX109" fmla="*/ 566459 w 793740"/>
              <a:gd name="csY109" fmla="*/ 342374 h 793750"/>
              <a:gd name="csX110" fmla="*/ 561436 w 793740"/>
              <a:gd name="csY110" fmla="*/ 328681 h 793750"/>
              <a:gd name="csX111" fmla="*/ 555334 w 793740"/>
              <a:gd name="csY111" fmla="*/ 315473 h 793750"/>
              <a:gd name="csX112" fmla="*/ 555446 w 793740"/>
              <a:gd name="csY112" fmla="*/ 307771 h 793750"/>
              <a:gd name="csX113" fmla="*/ 581788 w 793740"/>
              <a:gd name="csY113" fmla="*/ 259998 h 793750"/>
              <a:gd name="csX114" fmla="*/ 533754 w 793740"/>
              <a:gd name="csY114" fmla="*/ 211963 h 793750"/>
              <a:gd name="csX115" fmla="*/ 485980 w 793740"/>
              <a:gd name="csY115" fmla="*/ 238305 h 793750"/>
              <a:gd name="csX116" fmla="*/ 477720 w 793740"/>
              <a:gd name="csY116" fmla="*/ 238119 h 793750"/>
              <a:gd name="csX117" fmla="*/ 465033 w 793740"/>
              <a:gd name="csY117" fmla="*/ 232278 h 793750"/>
              <a:gd name="csX118" fmla="*/ 451341 w 793740"/>
              <a:gd name="csY118" fmla="*/ 227255 h 793750"/>
              <a:gd name="csX119" fmla="*/ 445834 w 793740"/>
              <a:gd name="csY119" fmla="*/ 221228 h 793750"/>
              <a:gd name="csX120" fmla="*/ 430840 w 793740"/>
              <a:gd name="csY120" fmla="*/ 169287 h 793750"/>
              <a:gd name="csX121" fmla="*/ 362863 w 793740"/>
              <a:gd name="csY121" fmla="*/ 169287 h 793750"/>
              <a:gd name="csX122" fmla="*/ 347757 w 793740"/>
              <a:gd name="csY122" fmla="*/ 221637 h 793750"/>
              <a:gd name="csX123" fmla="*/ 342362 w 793740"/>
              <a:gd name="csY123" fmla="*/ 227218 h 793750"/>
              <a:gd name="csX124" fmla="*/ 328670 w 793740"/>
              <a:gd name="csY124" fmla="*/ 232241 h 793750"/>
              <a:gd name="csX125" fmla="*/ 315461 w 793740"/>
              <a:gd name="csY125" fmla="*/ 238343 h 793750"/>
              <a:gd name="csX126" fmla="*/ 307760 w 793740"/>
              <a:gd name="csY126" fmla="*/ 238231 h 793750"/>
              <a:gd name="csX127" fmla="*/ 259986 w 793740"/>
              <a:gd name="csY127" fmla="*/ 211889 h 793750"/>
              <a:gd name="csX128" fmla="*/ 211951 w 793740"/>
              <a:gd name="csY128" fmla="*/ 259924 h 793750"/>
              <a:gd name="csX129" fmla="*/ 238294 w 793740"/>
              <a:gd name="csY129" fmla="*/ 307697 h 793750"/>
              <a:gd name="csX130" fmla="*/ 238108 w 793740"/>
              <a:gd name="csY130" fmla="*/ 315957 h 793750"/>
              <a:gd name="csX131" fmla="*/ 232266 w 793740"/>
              <a:gd name="csY131" fmla="*/ 328644 h 793750"/>
              <a:gd name="csX132" fmla="*/ 227243 w 793740"/>
              <a:gd name="csY132" fmla="*/ 342337 h 793750"/>
              <a:gd name="csX133" fmla="*/ 221216 w 793740"/>
              <a:gd name="csY133" fmla="*/ 347843 h 793750"/>
              <a:gd name="csX134" fmla="*/ 169238 w 793740"/>
              <a:gd name="csY134" fmla="*/ 362838 h 793750"/>
              <a:gd name="csX135" fmla="*/ 169238 w 793740"/>
              <a:gd name="csY135" fmla="*/ 430777 h 793750"/>
              <a:gd name="csX136" fmla="*/ 221625 w 793740"/>
              <a:gd name="csY136" fmla="*/ 445920 h 793750"/>
              <a:gd name="csX137" fmla="*/ 227206 w 793740"/>
              <a:gd name="csY137" fmla="*/ 451315 h 793750"/>
              <a:gd name="csX138" fmla="*/ 232229 w 793740"/>
              <a:gd name="csY138" fmla="*/ 465008 h 793750"/>
              <a:gd name="csX139" fmla="*/ 238331 w 793740"/>
              <a:gd name="csY139" fmla="*/ 478216 h 793750"/>
              <a:gd name="csX140" fmla="*/ 238220 w 793740"/>
              <a:gd name="csY140" fmla="*/ 485918 h 793750"/>
              <a:gd name="csX141" fmla="*/ 211877 w 793740"/>
              <a:gd name="csY141" fmla="*/ 533691 h 793750"/>
              <a:gd name="csX142" fmla="*/ 259912 w 793740"/>
              <a:gd name="csY142" fmla="*/ 581726 h 793750"/>
              <a:gd name="csX143" fmla="*/ 307685 w 793740"/>
              <a:gd name="csY143" fmla="*/ 555383 h 793750"/>
              <a:gd name="csX144" fmla="*/ 315945 w 793740"/>
              <a:gd name="csY144" fmla="*/ 555570 h 793750"/>
              <a:gd name="csX145" fmla="*/ 328633 w 793740"/>
              <a:gd name="csY145" fmla="*/ 561411 h 793750"/>
              <a:gd name="csX146" fmla="*/ 342325 w 793740"/>
              <a:gd name="csY146" fmla="*/ 566434 h 793750"/>
              <a:gd name="csX147" fmla="*/ 347832 w 793740"/>
              <a:gd name="csY147" fmla="*/ 572461 h 793750"/>
              <a:gd name="csX148" fmla="*/ 362826 w 793740"/>
              <a:gd name="csY148" fmla="*/ 624402 h 793750"/>
              <a:gd name="csX149" fmla="*/ 430803 w 793740"/>
              <a:gd name="csY149" fmla="*/ 624402 h 793750"/>
              <a:gd name="csX150" fmla="*/ 445909 w 793740"/>
              <a:gd name="csY150" fmla="*/ 572015 h 793750"/>
              <a:gd name="csX151" fmla="*/ 451304 w 793740"/>
              <a:gd name="csY151" fmla="*/ 566434 h 793750"/>
              <a:gd name="csX152" fmla="*/ 464996 w 793740"/>
              <a:gd name="csY152" fmla="*/ 561411 h 793750"/>
              <a:gd name="csX153" fmla="*/ 478204 w 793740"/>
              <a:gd name="csY153" fmla="*/ 555309 h 793750"/>
              <a:gd name="csX154" fmla="*/ 485906 w 793740"/>
              <a:gd name="csY154" fmla="*/ 555420 h 793750"/>
              <a:gd name="csX155" fmla="*/ 485906 w 793740"/>
              <a:gd name="csY155" fmla="*/ 555383 h 793750"/>
              <a:gd name="csX156" fmla="*/ 533680 w 793740"/>
              <a:gd name="csY156" fmla="*/ 581725 h 793750"/>
              <a:gd name="csX157" fmla="*/ 581714 w 793740"/>
              <a:gd name="csY157" fmla="*/ 533691 h 793750"/>
              <a:gd name="csX158" fmla="*/ 555372 w 793740"/>
              <a:gd name="csY158" fmla="*/ 485917 h 793750"/>
              <a:gd name="csX159" fmla="*/ 555558 w 793740"/>
              <a:gd name="csY159" fmla="*/ 477732 h 793750"/>
              <a:gd name="csX160" fmla="*/ 576654 w 793740"/>
              <a:gd name="csY160" fmla="*/ 471332 h 793750"/>
              <a:gd name="csX161" fmla="*/ 580747 w 793740"/>
              <a:gd name="csY161" fmla="*/ 460579 h 793750"/>
              <a:gd name="csX162" fmla="*/ 634920 w 793740"/>
              <a:gd name="csY162" fmla="*/ 444953 h 793750"/>
              <a:gd name="csX163" fmla="*/ 640873 w 793740"/>
              <a:gd name="csY163" fmla="*/ 437028 h 793750"/>
              <a:gd name="csX164" fmla="*/ 640910 w 793740"/>
              <a:gd name="csY164" fmla="*/ 437028 h 793750"/>
              <a:gd name="csX165" fmla="*/ 640910 w 793740"/>
              <a:gd name="csY165" fmla="*/ 356698 h 793750"/>
              <a:gd name="csX166" fmla="*/ 634139 w 793740"/>
              <a:gd name="csY166" fmla="*/ 348549 h 793750"/>
              <a:gd name="csX167" fmla="*/ 580709 w 793740"/>
              <a:gd name="csY167" fmla="*/ 333145 h 793750"/>
              <a:gd name="csX168" fmla="*/ 576616 w 793740"/>
              <a:gd name="csY168" fmla="*/ 322430 h 793750"/>
              <a:gd name="csX169" fmla="*/ 571891 w 793740"/>
              <a:gd name="csY169" fmla="*/ 311974 h 793750"/>
              <a:gd name="csX170" fmla="*/ 599164 w 793740"/>
              <a:gd name="csY170" fmla="*/ 262526 h 793750"/>
              <a:gd name="csX171" fmla="*/ 597750 w 793740"/>
              <a:gd name="csY171" fmla="*/ 252704 h 793750"/>
              <a:gd name="csX172" fmla="*/ 540972 w 793740"/>
              <a:gd name="csY172" fmla="*/ 195926 h 793750"/>
              <a:gd name="csX173" fmla="*/ 530704 w 793740"/>
              <a:gd name="csY173" fmla="*/ 194773 h 793750"/>
              <a:gd name="csX174" fmla="*/ 481739 w 793740"/>
              <a:gd name="csY174" fmla="*/ 221822 h 793750"/>
              <a:gd name="csX175" fmla="*/ 471284 w 793740"/>
              <a:gd name="csY175" fmla="*/ 217134 h 793750"/>
              <a:gd name="csX176" fmla="*/ 460531 w 793740"/>
              <a:gd name="csY176" fmla="*/ 213041 h 793750"/>
              <a:gd name="csX177" fmla="*/ 444904 w 793740"/>
              <a:gd name="csY177" fmla="*/ 158868 h 793750"/>
              <a:gd name="csX178" fmla="*/ 436979 w 793740"/>
              <a:gd name="csY178" fmla="*/ 152915 h 793750"/>
              <a:gd name="csX179" fmla="*/ 436979 w 793740"/>
              <a:gd name="csY179" fmla="*/ 152877 h 793750"/>
              <a:gd name="csX180" fmla="*/ 356649 w 793740"/>
              <a:gd name="csY180" fmla="*/ 152877 h 793750"/>
              <a:gd name="csX181" fmla="*/ 348501 w 793740"/>
              <a:gd name="csY181" fmla="*/ 159649 h 793750"/>
              <a:gd name="csX182" fmla="*/ 333097 w 793740"/>
              <a:gd name="csY182" fmla="*/ 213079 h 793750"/>
              <a:gd name="csX183" fmla="*/ 322344 w 793740"/>
              <a:gd name="csY183" fmla="*/ 217171 h 793750"/>
              <a:gd name="csX184" fmla="*/ 311889 w 793740"/>
              <a:gd name="csY184" fmla="*/ 221859 h 793750"/>
              <a:gd name="csX185" fmla="*/ 262441 w 793740"/>
              <a:gd name="csY185" fmla="*/ 194587 h 793750"/>
              <a:gd name="csX186" fmla="*/ 252618 w 793740"/>
              <a:gd name="csY186" fmla="*/ 196000 h 793750"/>
              <a:gd name="csX187" fmla="*/ 195841 w 793740"/>
              <a:gd name="csY187" fmla="*/ 252778 h 793750"/>
              <a:gd name="csX188" fmla="*/ 194687 w 793740"/>
              <a:gd name="csY188" fmla="*/ 263047 h 793750"/>
              <a:gd name="csX189" fmla="*/ 221699 w 793740"/>
              <a:gd name="csY189" fmla="*/ 312048 h 793750"/>
              <a:gd name="csX190" fmla="*/ 217011 w 793740"/>
              <a:gd name="csY190" fmla="*/ 322504 h 793750"/>
              <a:gd name="csX191" fmla="*/ 212956 w 793740"/>
              <a:gd name="csY191" fmla="*/ 333219 h 793750"/>
              <a:gd name="csX192" fmla="*/ 158782 w 793740"/>
              <a:gd name="csY192" fmla="*/ 348846 h 793750"/>
              <a:gd name="csX193" fmla="*/ 152792 w 793740"/>
              <a:gd name="csY193" fmla="*/ 356771 h 793750"/>
              <a:gd name="csX194" fmla="*/ 152792 w 793740"/>
              <a:gd name="csY194" fmla="*/ 437101 h 793750"/>
              <a:gd name="csX195" fmla="*/ 159080 w 793740"/>
              <a:gd name="csY195" fmla="*/ 445101 h 793750"/>
              <a:gd name="csX196" fmla="*/ 212955 w 793740"/>
              <a:gd name="csY196" fmla="*/ 460653 h 793750"/>
              <a:gd name="csX197" fmla="*/ 217048 w 793740"/>
              <a:gd name="csY197" fmla="*/ 471369 h 793750"/>
              <a:gd name="csX198" fmla="*/ 221736 w 793740"/>
              <a:gd name="csY198" fmla="*/ 481824 h 793750"/>
              <a:gd name="csX199" fmla="*/ 194463 w 793740"/>
              <a:gd name="csY199" fmla="*/ 531273 h 793750"/>
              <a:gd name="csX200" fmla="*/ 195877 w 793740"/>
              <a:gd name="csY200" fmla="*/ 541095 h 793750"/>
              <a:gd name="csX201" fmla="*/ 252655 w 793740"/>
              <a:gd name="csY201" fmla="*/ 597872 h 793750"/>
              <a:gd name="csX202" fmla="*/ 262924 w 793740"/>
              <a:gd name="csY202" fmla="*/ 599026 h 793750"/>
              <a:gd name="csX203" fmla="*/ 311888 w 793740"/>
              <a:gd name="csY203" fmla="*/ 572014 h 793750"/>
              <a:gd name="csX204" fmla="*/ 322343 w 793740"/>
              <a:gd name="csY204" fmla="*/ 576702 h 793750"/>
              <a:gd name="csX205" fmla="*/ 333059 w 793740"/>
              <a:gd name="csY205" fmla="*/ 580757 h 793750"/>
              <a:gd name="csX206" fmla="*/ 348686 w 793740"/>
              <a:gd name="csY206" fmla="*/ 634931 h 793750"/>
              <a:gd name="csX207" fmla="*/ 356611 w 793740"/>
              <a:gd name="csY207" fmla="*/ 640884 h 793750"/>
              <a:gd name="csX208" fmla="*/ 356685 w 793740"/>
              <a:gd name="csY208" fmla="*/ 640921 h 793750"/>
              <a:gd name="csX209" fmla="*/ 437015 w 793740"/>
              <a:gd name="csY209" fmla="*/ 640921 h 793750"/>
              <a:gd name="csX210" fmla="*/ 445164 w 793740"/>
              <a:gd name="csY210" fmla="*/ 634149 h 793750"/>
              <a:gd name="csX211" fmla="*/ 460567 w 793740"/>
              <a:gd name="csY211" fmla="*/ 580720 h 793750"/>
              <a:gd name="csX212" fmla="*/ 471320 w 793740"/>
              <a:gd name="csY212" fmla="*/ 576627 h 793750"/>
              <a:gd name="csX213" fmla="*/ 481776 w 793740"/>
              <a:gd name="csY213" fmla="*/ 571939 h 793750"/>
              <a:gd name="csX214" fmla="*/ 531224 w 793740"/>
              <a:gd name="csY214" fmla="*/ 599212 h 793750"/>
              <a:gd name="csX215" fmla="*/ 541046 w 793740"/>
              <a:gd name="csY215" fmla="*/ 597798 h 793750"/>
              <a:gd name="csX216" fmla="*/ 597824 w 793740"/>
              <a:gd name="csY216" fmla="*/ 541020 h 793750"/>
              <a:gd name="csX217" fmla="*/ 598977 w 793740"/>
              <a:gd name="csY217" fmla="*/ 530752 h 793750"/>
              <a:gd name="csX218" fmla="*/ 571965 w 793740"/>
              <a:gd name="csY218" fmla="*/ 481787 h 793750"/>
              <a:gd name="csX219" fmla="*/ 576653 w 793740"/>
              <a:gd name="csY219" fmla="*/ 471332 h 793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</a:cxnLst>
            <a:rect l="l" t="t" r="r" b="b"/>
            <a:pathLst>
              <a:path w="793740" h="793750">
                <a:moveTo>
                  <a:pt x="58880" y="349023"/>
                </a:moveTo>
                <a:cubicBezTo>
                  <a:pt x="58880" y="353600"/>
                  <a:pt x="55197" y="357283"/>
                  <a:pt x="50620" y="357283"/>
                </a:cubicBezTo>
                <a:cubicBezTo>
                  <a:pt x="46044" y="357283"/>
                  <a:pt x="42360" y="353600"/>
                  <a:pt x="42360" y="349023"/>
                </a:cubicBezTo>
                <a:lnTo>
                  <a:pt x="42360" y="271633"/>
                </a:lnTo>
                <a:cubicBezTo>
                  <a:pt x="42360" y="208567"/>
                  <a:pt x="68145" y="151265"/>
                  <a:pt x="109705" y="109708"/>
                </a:cubicBezTo>
                <a:cubicBezTo>
                  <a:pt x="151266" y="68147"/>
                  <a:pt x="208565" y="42363"/>
                  <a:pt x="271630" y="42363"/>
                </a:cubicBezTo>
                <a:lnTo>
                  <a:pt x="371452" y="42363"/>
                </a:lnTo>
                <a:lnTo>
                  <a:pt x="333725" y="14942"/>
                </a:lnTo>
                <a:cubicBezTo>
                  <a:pt x="330041" y="12263"/>
                  <a:pt x="329222" y="7091"/>
                  <a:pt x="331864" y="3408"/>
                </a:cubicBezTo>
                <a:cubicBezTo>
                  <a:pt x="334543" y="-276"/>
                  <a:pt x="339715" y="-1094"/>
                  <a:pt x="343398" y="1547"/>
                </a:cubicBezTo>
                <a:lnTo>
                  <a:pt x="401366" y="43666"/>
                </a:lnTo>
                <a:cubicBezTo>
                  <a:pt x="403636" y="45154"/>
                  <a:pt x="405161" y="47684"/>
                  <a:pt x="405161" y="50624"/>
                </a:cubicBezTo>
                <a:cubicBezTo>
                  <a:pt x="405161" y="53526"/>
                  <a:pt x="403636" y="56093"/>
                  <a:pt x="401366" y="57582"/>
                </a:cubicBezTo>
                <a:lnTo>
                  <a:pt x="343398" y="99700"/>
                </a:lnTo>
                <a:cubicBezTo>
                  <a:pt x="339715" y="102379"/>
                  <a:pt x="334543" y="101560"/>
                  <a:pt x="331864" y="97840"/>
                </a:cubicBezTo>
                <a:cubicBezTo>
                  <a:pt x="329185" y="94156"/>
                  <a:pt x="330004" y="88985"/>
                  <a:pt x="333725" y="86306"/>
                </a:cubicBezTo>
                <a:lnTo>
                  <a:pt x="371452" y="58884"/>
                </a:lnTo>
                <a:lnTo>
                  <a:pt x="271630" y="58884"/>
                </a:lnTo>
                <a:cubicBezTo>
                  <a:pt x="213141" y="58884"/>
                  <a:pt x="159930" y="82808"/>
                  <a:pt x="121392" y="121392"/>
                </a:cubicBezTo>
                <a:cubicBezTo>
                  <a:pt x="82854" y="159976"/>
                  <a:pt x="58884" y="213145"/>
                  <a:pt x="58884" y="271630"/>
                </a:cubicBezTo>
                <a:close/>
                <a:moveTo>
                  <a:pt x="450339" y="694047"/>
                </a:moveTo>
                <a:cubicBezTo>
                  <a:pt x="454022" y="691369"/>
                  <a:pt x="459194" y="692187"/>
                  <a:pt x="461873" y="695871"/>
                </a:cubicBezTo>
                <a:cubicBezTo>
                  <a:pt x="464551" y="699554"/>
                  <a:pt x="463733" y="704726"/>
                  <a:pt x="460012" y="707404"/>
                </a:cubicBezTo>
                <a:lnTo>
                  <a:pt x="422285" y="734826"/>
                </a:lnTo>
                <a:lnTo>
                  <a:pt x="522078" y="734826"/>
                </a:lnTo>
                <a:cubicBezTo>
                  <a:pt x="580568" y="734826"/>
                  <a:pt x="633778" y="710902"/>
                  <a:pt x="672316" y="672318"/>
                </a:cubicBezTo>
                <a:cubicBezTo>
                  <a:pt x="710863" y="633771"/>
                  <a:pt x="734824" y="580566"/>
                  <a:pt x="734824" y="522080"/>
                </a:cubicBezTo>
                <a:lnTo>
                  <a:pt x="734824" y="444690"/>
                </a:lnTo>
                <a:cubicBezTo>
                  <a:pt x="734824" y="440113"/>
                  <a:pt x="738507" y="436430"/>
                  <a:pt x="743084" y="436430"/>
                </a:cubicBezTo>
                <a:cubicBezTo>
                  <a:pt x="747660" y="436430"/>
                  <a:pt x="751344" y="440150"/>
                  <a:pt x="751344" y="444690"/>
                </a:cubicBezTo>
                <a:lnTo>
                  <a:pt x="751344" y="522080"/>
                </a:lnTo>
                <a:cubicBezTo>
                  <a:pt x="751344" y="585146"/>
                  <a:pt x="725560" y="642448"/>
                  <a:pt x="683999" y="684005"/>
                </a:cubicBezTo>
                <a:cubicBezTo>
                  <a:pt x="642439" y="725563"/>
                  <a:pt x="585139" y="751350"/>
                  <a:pt x="522074" y="751350"/>
                </a:cubicBezTo>
                <a:lnTo>
                  <a:pt x="422281" y="751387"/>
                </a:lnTo>
                <a:lnTo>
                  <a:pt x="460008" y="778809"/>
                </a:lnTo>
                <a:cubicBezTo>
                  <a:pt x="463692" y="781488"/>
                  <a:pt x="464510" y="786659"/>
                  <a:pt x="461869" y="790343"/>
                </a:cubicBezTo>
                <a:cubicBezTo>
                  <a:pt x="459190" y="794026"/>
                  <a:pt x="454018" y="794845"/>
                  <a:pt x="450335" y="792203"/>
                </a:cubicBezTo>
                <a:lnTo>
                  <a:pt x="392367" y="750084"/>
                </a:lnTo>
                <a:cubicBezTo>
                  <a:pt x="390097" y="748596"/>
                  <a:pt x="388572" y="746066"/>
                  <a:pt x="388572" y="743127"/>
                </a:cubicBezTo>
                <a:cubicBezTo>
                  <a:pt x="388572" y="740224"/>
                  <a:pt x="390060" y="737657"/>
                  <a:pt x="392367" y="736169"/>
                </a:cubicBezTo>
                <a:close/>
                <a:moveTo>
                  <a:pt x="14942" y="460056"/>
                </a:moveTo>
                <a:cubicBezTo>
                  <a:pt x="12263" y="463740"/>
                  <a:pt x="7091" y="464558"/>
                  <a:pt x="3408" y="461917"/>
                </a:cubicBezTo>
                <a:cubicBezTo>
                  <a:pt x="-276" y="459238"/>
                  <a:pt x="-1094" y="454066"/>
                  <a:pt x="1547" y="450383"/>
                </a:cubicBezTo>
                <a:lnTo>
                  <a:pt x="43666" y="392415"/>
                </a:lnTo>
                <a:cubicBezTo>
                  <a:pt x="45154" y="390145"/>
                  <a:pt x="47684" y="388620"/>
                  <a:pt x="50624" y="388620"/>
                </a:cubicBezTo>
                <a:cubicBezTo>
                  <a:pt x="53526" y="388620"/>
                  <a:pt x="56093" y="390108"/>
                  <a:pt x="57582" y="392415"/>
                </a:cubicBezTo>
                <a:lnTo>
                  <a:pt x="99700" y="450383"/>
                </a:lnTo>
                <a:cubicBezTo>
                  <a:pt x="102379" y="454066"/>
                  <a:pt x="101560" y="459238"/>
                  <a:pt x="97877" y="461917"/>
                </a:cubicBezTo>
                <a:cubicBezTo>
                  <a:pt x="94193" y="464595"/>
                  <a:pt x="89022" y="463777"/>
                  <a:pt x="86343" y="460056"/>
                </a:cubicBezTo>
                <a:lnTo>
                  <a:pt x="58922" y="422329"/>
                </a:lnTo>
                <a:lnTo>
                  <a:pt x="58922" y="522122"/>
                </a:lnTo>
                <a:cubicBezTo>
                  <a:pt x="58922" y="580611"/>
                  <a:pt x="82846" y="633822"/>
                  <a:pt x="121429" y="672360"/>
                </a:cubicBezTo>
                <a:cubicBezTo>
                  <a:pt x="159976" y="710907"/>
                  <a:pt x="213182" y="734868"/>
                  <a:pt x="271667" y="734868"/>
                </a:cubicBezTo>
                <a:lnTo>
                  <a:pt x="349058" y="734868"/>
                </a:lnTo>
                <a:cubicBezTo>
                  <a:pt x="353634" y="734868"/>
                  <a:pt x="357318" y="738551"/>
                  <a:pt x="357318" y="743128"/>
                </a:cubicBezTo>
                <a:cubicBezTo>
                  <a:pt x="357318" y="747704"/>
                  <a:pt x="353634" y="751388"/>
                  <a:pt x="349058" y="751388"/>
                </a:cubicBezTo>
                <a:lnTo>
                  <a:pt x="271667" y="751388"/>
                </a:lnTo>
                <a:cubicBezTo>
                  <a:pt x="208601" y="751388"/>
                  <a:pt x="151300" y="725604"/>
                  <a:pt x="109742" y="684043"/>
                </a:cubicBezTo>
                <a:cubicBezTo>
                  <a:pt x="68182" y="642483"/>
                  <a:pt x="42398" y="585183"/>
                  <a:pt x="42398" y="522118"/>
                </a:cubicBezTo>
                <a:lnTo>
                  <a:pt x="42360" y="422296"/>
                </a:lnTo>
                <a:close/>
                <a:moveTo>
                  <a:pt x="694046" y="343413"/>
                </a:moveTo>
                <a:cubicBezTo>
                  <a:pt x="691367" y="339730"/>
                  <a:pt x="692185" y="334558"/>
                  <a:pt x="695869" y="331879"/>
                </a:cubicBezTo>
                <a:cubicBezTo>
                  <a:pt x="699552" y="329201"/>
                  <a:pt x="704724" y="330019"/>
                  <a:pt x="707403" y="333740"/>
                </a:cubicBezTo>
                <a:lnTo>
                  <a:pt x="734824" y="371467"/>
                </a:lnTo>
                <a:lnTo>
                  <a:pt x="734861" y="271645"/>
                </a:lnTo>
                <a:cubicBezTo>
                  <a:pt x="734861" y="213156"/>
                  <a:pt x="710937" y="159946"/>
                  <a:pt x="672353" y="121407"/>
                </a:cubicBezTo>
                <a:cubicBezTo>
                  <a:pt x="633807" y="82861"/>
                  <a:pt x="580601" y="58900"/>
                  <a:pt x="522116" y="58900"/>
                </a:cubicBezTo>
                <a:lnTo>
                  <a:pt x="444725" y="58900"/>
                </a:lnTo>
                <a:cubicBezTo>
                  <a:pt x="440149" y="58900"/>
                  <a:pt x="436465" y="55179"/>
                  <a:pt x="436465" y="50640"/>
                </a:cubicBezTo>
                <a:cubicBezTo>
                  <a:pt x="436465" y="46063"/>
                  <a:pt x="440186" y="42380"/>
                  <a:pt x="444725" y="42380"/>
                </a:cubicBezTo>
                <a:lnTo>
                  <a:pt x="522116" y="42380"/>
                </a:lnTo>
                <a:cubicBezTo>
                  <a:pt x="585182" y="42380"/>
                  <a:pt x="642483" y="68164"/>
                  <a:pt x="684041" y="109724"/>
                </a:cubicBezTo>
                <a:cubicBezTo>
                  <a:pt x="725601" y="151285"/>
                  <a:pt x="751385" y="208584"/>
                  <a:pt x="751385" y="271649"/>
                </a:cubicBezTo>
                <a:lnTo>
                  <a:pt x="751385" y="371471"/>
                </a:lnTo>
                <a:lnTo>
                  <a:pt x="778807" y="333744"/>
                </a:lnTo>
                <a:cubicBezTo>
                  <a:pt x="781486" y="330060"/>
                  <a:pt x="786657" y="329242"/>
                  <a:pt x="790341" y="331883"/>
                </a:cubicBezTo>
                <a:cubicBezTo>
                  <a:pt x="794024" y="334562"/>
                  <a:pt x="794843" y="339734"/>
                  <a:pt x="792164" y="343417"/>
                </a:cubicBezTo>
                <a:lnTo>
                  <a:pt x="750045" y="401385"/>
                </a:lnTo>
                <a:cubicBezTo>
                  <a:pt x="748557" y="403655"/>
                  <a:pt x="746027" y="405181"/>
                  <a:pt x="743087" y="405181"/>
                </a:cubicBezTo>
                <a:cubicBezTo>
                  <a:pt x="740185" y="405181"/>
                  <a:pt x="737618" y="403692"/>
                  <a:pt x="736130" y="401385"/>
                </a:cubicBezTo>
                <a:close/>
                <a:moveTo>
                  <a:pt x="460121" y="460133"/>
                </a:moveTo>
                <a:cubicBezTo>
                  <a:pt x="477571" y="442683"/>
                  <a:pt x="486315" y="419763"/>
                  <a:pt x="486315" y="396881"/>
                </a:cubicBezTo>
                <a:cubicBezTo>
                  <a:pt x="486315" y="373999"/>
                  <a:pt x="477571" y="351116"/>
                  <a:pt x="460121" y="333629"/>
                </a:cubicBezTo>
                <a:cubicBezTo>
                  <a:pt x="442671" y="316179"/>
                  <a:pt x="419751" y="307435"/>
                  <a:pt x="396869" y="307435"/>
                </a:cubicBezTo>
                <a:lnTo>
                  <a:pt x="396869" y="307398"/>
                </a:lnTo>
                <a:cubicBezTo>
                  <a:pt x="373987" y="307398"/>
                  <a:pt x="351105" y="316142"/>
                  <a:pt x="333618" y="333629"/>
                </a:cubicBezTo>
                <a:cubicBezTo>
                  <a:pt x="316168" y="351079"/>
                  <a:pt x="307424" y="373999"/>
                  <a:pt x="307424" y="396881"/>
                </a:cubicBezTo>
                <a:cubicBezTo>
                  <a:pt x="307424" y="419763"/>
                  <a:pt x="316168" y="442646"/>
                  <a:pt x="333618" y="460132"/>
                </a:cubicBezTo>
                <a:cubicBezTo>
                  <a:pt x="351067" y="477582"/>
                  <a:pt x="373987" y="486326"/>
                  <a:pt x="396869" y="486326"/>
                </a:cubicBezTo>
                <a:lnTo>
                  <a:pt x="396869" y="486363"/>
                </a:lnTo>
                <a:cubicBezTo>
                  <a:pt x="419751" y="486363"/>
                  <a:pt x="442634" y="477620"/>
                  <a:pt x="460121" y="460133"/>
                </a:cubicBezTo>
                <a:close/>
                <a:moveTo>
                  <a:pt x="471804" y="471816"/>
                </a:moveTo>
                <a:cubicBezTo>
                  <a:pt x="492492" y="451129"/>
                  <a:pt x="502835" y="424005"/>
                  <a:pt x="502835" y="396881"/>
                </a:cubicBezTo>
                <a:cubicBezTo>
                  <a:pt x="502835" y="369756"/>
                  <a:pt x="492492" y="342633"/>
                  <a:pt x="471804" y="321946"/>
                </a:cubicBezTo>
                <a:cubicBezTo>
                  <a:pt x="451117" y="301258"/>
                  <a:pt x="423994" y="290915"/>
                  <a:pt x="396869" y="290915"/>
                </a:cubicBezTo>
                <a:lnTo>
                  <a:pt x="396869" y="290952"/>
                </a:lnTo>
                <a:cubicBezTo>
                  <a:pt x="369745" y="290952"/>
                  <a:pt x="342622" y="301296"/>
                  <a:pt x="321934" y="321946"/>
                </a:cubicBezTo>
                <a:cubicBezTo>
                  <a:pt x="301247" y="342633"/>
                  <a:pt x="290904" y="369757"/>
                  <a:pt x="290904" y="396881"/>
                </a:cubicBezTo>
                <a:cubicBezTo>
                  <a:pt x="290904" y="424005"/>
                  <a:pt x="301247" y="451129"/>
                  <a:pt x="321934" y="471816"/>
                </a:cubicBezTo>
                <a:cubicBezTo>
                  <a:pt x="342622" y="492503"/>
                  <a:pt x="369745" y="502847"/>
                  <a:pt x="396869" y="502847"/>
                </a:cubicBezTo>
                <a:lnTo>
                  <a:pt x="396869" y="502809"/>
                </a:lnTo>
                <a:cubicBezTo>
                  <a:pt x="423994" y="502809"/>
                  <a:pt x="451117" y="492466"/>
                  <a:pt x="471804" y="471816"/>
                </a:cubicBezTo>
                <a:close/>
                <a:moveTo>
                  <a:pt x="555558" y="477732"/>
                </a:moveTo>
                <a:cubicBezTo>
                  <a:pt x="557641" y="473639"/>
                  <a:pt x="559576" y="469397"/>
                  <a:pt x="561399" y="465044"/>
                </a:cubicBezTo>
                <a:cubicBezTo>
                  <a:pt x="563260" y="460542"/>
                  <a:pt x="564934" y="456003"/>
                  <a:pt x="566422" y="451352"/>
                </a:cubicBezTo>
                <a:cubicBezTo>
                  <a:pt x="567352" y="448487"/>
                  <a:pt x="569696" y="446478"/>
                  <a:pt x="572450" y="445846"/>
                </a:cubicBezTo>
                <a:lnTo>
                  <a:pt x="624391" y="430851"/>
                </a:lnTo>
                <a:lnTo>
                  <a:pt x="624391" y="362874"/>
                </a:lnTo>
                <a:lnTo>
                  <a:pt x="572040" y="347769"/>
                </a:lnTo>
                <a:cubicBezTo>
                  <a:pt x="569287" y="346987"/>
                  <a:pt x="567278" y="344904"/>
                  <a:pt x="566459" y="342374"/>
                </a:cubicBezTo>
                <a:cubicBezTo>
                  <a:pt x="564971" y="337760"/>
                  <a:pt x="563296" y="333184"/>
                  <a:pt x="561436" y="328681"/>
                </a:cubicBezTo>
                <a:cubicBezTo>
                  <a:pt x="559576" y="324142"/>
                  <a:pt x="557529" y="319752"/>
                  <a:pt x="555334" y="315473"/>
                </a:cubicBezTo>
                <a:cubicBezTo>
                  <a:pt x="554032" y="312943"/>
                  <a:pt x="554181" y="310078"/>
                  <a:pt x="555446" y="307771"/>
                </a:cubicBezTo>
                <a:lnTo>
                  <a:pt x="581788" y="259998"/>
                </a:lnTo>
                <a:lnTo>
                  <a:pt x="533754" y="211963"/>
                </a:lnTo>
                <a:lnTo>
                  <a:pt x="485980" y="238305"/>
                </a:lnTo>
                <a:cubicBezTo>
                  <a:pt x="483301" y="239756"/>
                  <a:pt x="480176" y="239608"/>
                  <a:pt x="477720" y="238119"/>
                </a:cubicBezTo>
                <a:cubicBezTo>
                  <a:pt x="473627" y="236036"/>
                  <a:pt x="469386" y="234064"/>
                  <a:pt x="465033" y="232278"/>
                </a:cubicBezTo>
                <a:cubicBezTo>
                  <a:pt x="460531" y="230418"/>
                  <a:pt x="455991" y="228743"/>
                  <a:pt x="451341" y="227255"/>
                </a:cubicBezTo>
                <a:cubicBezTo>
                  <a:pt x="448476" y="226325"/>
                  <a:pt x="446466" y="223981"/>
                  <a:pt x="445834" y="221228"/>
                </a:cubicBezTo>
                <a:lnTo>
                  <a:pt x="430840" y="169287"/>
                </a:lnTo>
                <a:lnTo>
                  <a:pt x="362863" y="169287"/>
                </a:lnTo>
                <a:lnTo>
                  <a:pt x="347757" y="221637"/>
                </a:lnTo>
                <a:cubicBezTo>
                  <a:pt x="346976" y="224390"/>
                  <a:pt x="344892" y="226400"/>
                  <a:pt x="342362" y="227218"/>
                </a:cubicBezTo>
                <a:cubicBezTo>
                  <a:pt x="337711" y="228706"/>
                  <a:pt x="333172" y="230381"/>
                  <a:pt x="328670" y="232241"/>
                </a:cubicBezTo>
                <a:cubicBezTo>
                  <a:pt x="324130" y="234101"/>
                  <a:pt x="319740" y="236148"/>
                  <a:pt x="315461" y="238343"/>
                </a:cubicBezTo>
                <a:cubicBezTo>
                  <a:pt x="312931" y="239645"/>
                  <a:pt x="310066" y="239496"/>
                  <a:pt x="307760" y="238231"/>
                </a:cubicBezTo>
                <a:lnTo>
                  <a:pt x="259986" y="211889"/>
                </a:lnTo>
                <a:lnTo>
                  <a:pt x="211951" y="259924"/>
                </a:lnTo>
                <a:lnTo>
                  <a:pt x="238294" y="307697"/>
                </a:lnTo>
                <a:cubicBezTo>
                  <a:pt x="239745" y="310376"/>
                  <a:pt x="239596" y="313502"/>
                  <a:pt x="238108" y="315957"/>
                </a:cubicBezTo>
                <a:cubicBezTo>
                  <a:pt x="236024" y="320050"/>
                  <a:pt x="234052" y="324292"/>
                  <a:pt x="232266" y="328644"/>
                </a:cubicBezTo>
                <a:cubicBezTo>
                  <a:pt x="230406" y="333109"/>
                  <a:pt x="228732" y="337686"/>
                  <a:pt x="227243" y="342337"/>
                </a:cubicBezTo>
                <a:cubicBezTo>
                  <a:pt x="226313" y="345202"/>
                  <a:pt x="223969" y="347211"/>
                  <a:pt x="221216" y="347843"/>
                </a:cubicBezTo>
                <a:lnTo>
                  <a:pt x="169238" y="362838"/>
                </a:lnTo>
                <a:lnTo>
                  <a:pt x="169238" y="430777"/>
                </a:lnTo>
                <a:lnTo>
                  <a:pt x="221625" y="445920"/>
                </a:lnTo>
                <a:cubicBezTo>
                  <a:pt x="224379" y="446702"/>
                  <a:pt x="226388" y="448785"/>
                  <a:pt x="227206" y="451315"/>
                </a:cubicBezTo>
                <a:cubicBezTo>
                  <a:pt x="228695" y="455966"/>
                  <a:pt x="230369" y="460505"/>
                  <a:pt x="232229" y="465008"/>
                </a:cubicBezTo>
                <a:cubicBezTo>
                  <a:pt x="234090" y="469547"/>
                  <a:pt x="236136" y="473937"/>
                  <a:pt x="238331" y="478216"/>
                </a:cubicBezTo>
                <a:cubicBezTo>
                  <a:pt x="239634" y="480746"/>
                  <a:pt x="239485" y="483611"/>
                  <a:pt x="238220" y="485918"/>
                </a:cubicBezTo>
                <a:lnTo>
                  <a:pt x="211877" y="533691"/>
                </a:lnTo>
                <a:lnTo>
                  <a:pt x="259912" y="581726"/>
                </a:lnTo>
                <a:lnTo>
                  <a:pt x="307685" y="555383"/>
                </a:lnTo>
                <a:cubicBezTo>
                  <a:pt x="310364" y="553932"/>
                  <a:pt x="313490" y="554081"/>
                  <a:pt x="315945" y="555570"/>
                </a:cubicBezTo>
                <a:cubicBezTo>
                  <a:pt x="320038" y="557653"/>
                  <a:pt x="324280" y="559625"/>
                  <a:pt x="328633" y="561411"/>
                </a:cubicBezTo>
                <a:cubicBezTo>
                  <a:pt x="333135" y="563271"/>
                  <a:pt x="337674" y="564946"/>
                  <a:pt x="342325" y="566434"/>
                </a:cubicBezTo>
                <a:cubicBezTo>
                  <a:pt x="345190" y="567364"/>
                  <a:pt x="347199" y="569708"/>
                  <a:pt x="347832" y="572461"/>
                </a:cubicBezTo>
                <a:lnTo>
                  <a:pt x="362826" y="624402"/>
                </a:lnTo>
                <a:lnTo>
                  <a:pt x="430803" y="624402"/>
                </a:lnTo>
                <a:lnTo>
                  <a:pt x="445909" y="572015"/>
                </a:lnTo>
                <a:cubicBezTo>
                  <a:pt x="446690" y="569261"/>
                  <a:pt x="448773" y="567252"/>
                  <a:pt x="451304" y="566434"/>
                </a:cubicBezTo>
                <a:cubicBezTo>
                  <a:pt x="455954" y="564945"/>
                  <a:pt x="460494" y="563271"/>
                  <a:pt x="464996" y="561411"/>
                </a:cubicBezTo>
                <a:cubicBezTo>
                  <a:pt x="469535" y="559550"/>
                  <a:pt x="473925" y="557504"/>
                  <a:pt x="478204" y="555309"/>
                </a:cubicBezTo>
                <a:cubicBezTo>
                  <a:pt x="480734" y="554006"/>
                  <a:pt x="483599" y="554155"/>
                  <a:pt x="485906" y="555420"/>
                </a:cubicBezTo>
                <a:lnTo>
                  <a:pt x="485906" y="555383"/>
                </a:lnTo>
                <a:lnTo>
                  <a:pt x="533680" y="581725"/>
                </a:lnTo>
                <a:lnTo>
                  <a:pt x="581714" y="533691"/>
                </a:lnTo>
                <a:lnTo>
                  <a:pt x="555372" y="485917"/>
                </a:lnTo>
                <a:cubicBezTo>
                  <a:pt x="553921" y="483313"/>
                  <a:pt x="554107" y="480187"/>
                  <a:pt x="555558" y="477732"/>
                </a:cubicBezTo>
                <a:close/>
                <a:moveTo>
                  <a:pt x="576654" y="471332"/>
                </a:moveTo>
                <a:cubicBezTo>
                  <a:pt x="578105" y="467797"/>
                  <a:pt x="579482" y="464226"/>
                  <a:pt x="580747" y="460579"/>
                </a:cubicBezTo>
                <a:lnTo>
                  <a:pt x="634920" y="444953"/>
                </a:lnTo>
                <a:cubicBezTo>
                  <a:pt x="638529" y="443911"/>
                  <a:pt x="640910" y="440637"/>
                  <a:pt x="640873" y="437028"/>
                </a:cubicBezTo>
                <a:lnTo>
                  <a:pt x="640910" y="437028"/>
                </a:lnTo>
                <a:lnTo>
                  <a:pt x="640910" y="356698"/>
                </a:lnTo>
                <a:cubicBezTo>
                  <a:pt x="640910" y="352642"/>
                  <a:pt x="638008" y="349293"/>
                  <a:pt x="634139" y="348549"/>
                </a:cubicBezTo>
                <a:lnTo>
                  <a:pt x="580709" y="333145"/>
                </a:lnTo>
                <a:cubicBezTo>
                  <a:pt x="579444" y="329536"/>
                  <a:pt x="578105" y="325964"/>
                  <a:pt x="576616" y="322430"/>
                </a:cubicBezTo>
                <a:cubicBezTo>
                  <a:pt x="575165" y="318932"/>
                  <a:pt x="573602" y="315435"/>
                  <a:pt x="571891" y="311974"/>
                </a:cubicBezTo>
                <a:lnTo>
                  <a:pt x="599164" y="262526"/>
                </a:lnTo>
                <a:cubicBezTo>
                  <a:pt x="600987" y="259215"/>
                  <a:pt x="600280" y="255233"/>
                  <a:pt x="597750" y="252704"/>
                </a:cubicBezTo>
                <a:lnTo>
                  <a:pt x="540972" y="195926"/>
                </a:lnTo>
                <a:cubicBezTo>
                  <a:pt x="538182" y="193136"/>
                  <a:pt x="533903" y="192764"/>
                  <a:pt x="530704" y="194773"/>
                </a:cubicBezTo>
                <a:lnTo>
                  <a:pt x="481739" y="221822"/>
                </a:lnTo>
                <a:cubicBezTo>
                  <a:pt x="478279" y="220148"/>
                  <a:pt x="474782" y="218585"/>
                  <a:pt x="471284" y="217134"/>
                </a:cubicBezTo>
                <a:cubicBezTo>
                  <a:pt x="467749" y="215683"/>
                  <a:pt x="464177" y="214306"/>
                  <a:pt x="460531" y="213041"/>
                </a:cubicBezTo>
                <a:lnTo>
                  <a:pt x="444904" y="158868"/>
                </a:lnTo>
                <a:cubicBezTo>
                  <a:pt x="443862" y="155259"/>
                  <a:pt x="440588" y="152915"/>
                  <a:pt x="436979" y="152915"/>
                </a:cubicBezTo>
                <a:lnTo>
                  <a:pt x="436979" y="152877"/>
                </a:lnTo>
                <a:lnTo>
                  <a:pt x="356649" y="152877"/>
                </a:lnTo>
                <a:cubicBezTo>
                  <a:pt x="352594" y="152877"/>
                  <a:pt x="349245" y="155779"/>
                  <a:pt x="348501" y="159649"/>
                </a:cubicBezTo>
                <a:lnTo>
                  <a:pt x="333097" y="213079"/>
                </a:lnTo>
                <a:cubicBezTo>
                  <a:pt x="329488" y="214344"/>
                  <a:pt x="325916" y="215683"/>
                  <a:pt x="322344" y="217171"/>
                </a:cubicBezTo>
                <a:cubicBezTo>
                  <a:pt x="318847" y="218622"/>
                  <a:pt x="315349" y="220185"/>
                  <a:pt x="311889" y="221859"/>
                </a:cubicBezTo>
                <a:lnTo>
                  <a:pt x="262441" y="194587"/>
                </a:lnTo>
                <a:cubicBezTo>
                  <a:pt x="259129" y="192763"/>
                  <a:pt x="255148" y="193470"/>
                  <a:pt x="252618" y="196000"/>
                </a:cubicBezTo>
                <a:lnTo>
                  <a:pt x="195841" y="252778"/>
                </a:lnTo>
                <a:cubicBezTo>
                  <a:pt x="193050" y="255569"/>
                  <a:pt x="192678" y="259847"/>
                  <a:pt x="194687" y="263047"/>
                </a:cubicBezTo>
                <a:lnTo>
                  <a:pt x="221699" y="312048"/>
                </a:lnTo>
                <a:cubicBezTo>
                  <a:pt x="220025" y="315508"/>
                  <a:pt x="218462" y="319006"/>
                  <a:pt x="217011" y="322504"/>
                </a:cubicBezTo>
                <a:cubicBezTo>
                  <a:pt x="215560" y="326038"/>
                  <a:pt x="214183" y="329610"/>
                  <a:pt x="212956" y="333219"/>
                </a:cubicBezTo>
                <a:lnTo>
                  <a:pt x="158782" y="348846"/>
                </a:lnTo>
                <a:cubicBezTo>
                  <a:pt x="155173" y="349888"/>
                  <a:pt x="152829" y="353162"/>
                  <a:pt x="152792" y="356771"/>
                </a:cubicBezTo>
                <a:lnTo>
                  <a:pt x="152792" y="437101"/>
                </a:lnTo>
                <a:cubicBezTo>
                  <a:pt x="152792" y="440971"/>
                  <a:pt x="155471" y="444245"/>
                  <a:pt x="159080" y="445101"/>
                </a:cubicBezTo>
                <a:lnTo>
                  <a:pt x="212955" y="460653"/>
                </a:lnTo>
                <a:cubicBezTo>
                  <a:pt x="214220" y="464262"/>
                  <a:pt x="215560" y="467834"/>
                  <a:pt x="217048" y="471369"/>
                </a:cubicBezTo>
                <a:cubicBezTo>
                  <a:pt x="218499" y="474866"/>
                  <a:pt x="220062" y="478364"/>
                  <a:pt x="221736" y="481824"/>
                </a:cubicBezTo>
                <a:lnTo>
                  <a:pt x="194463" y="531273"/>
                </a:lnTo>
                <a:cubicBezTo>
                  <a:pt x="192640" y="534584"/>
                  <a:pt x="193347" y="538565"/>
                  <a:pt x="195877" y="541095"/>
                </a:cubicBezTo>
                <a:lnTo>
                  <a:pt x="252655" y="597872"/>
                </a:lnTo>
                <a:cubicBezTo>
                  <a:pt x="255445" y="600663"/>
                  <a:pt x="259724" y="601035"/>
                  <a:pt x="262924" y="599026"/>
                </a:cubicBezTo>
                <a:lnTo>
                  <a:pt x="311888" y="572014"/>
                </a:lnTo>
                <a:cubicBezTo>
                  <a:pt x="315348" y="573688"/>
                  <a:pt x="318845" y="575251"/>
                  <a:pt x="322343" y="576702"/>
                </a:cubicBezTo>
                <a:cubicBezTo>
                  <a:pt x="325878" y="578153"/>
                  <a:pt x="329450" y="579530"/>
                  <a:pt x="333059" y="580757"/>
                </a:cubicBezTo>
                <a:lnTo>
                  <a:pt x="348686" y="634931"/>
                </a:lnTo>
                <a:cubicBezTo>
                  <a:pt x="349728" y="638540"/>
                  <a:pt x="353002" y="640921"/>
                  <a:pt x="356611" y="640884"/>
                </a:cubicBezTo>
                <a:lnTo>
                  <a:pt x="356685" y="640921"/>
                </a:lnTo>
                <a:lnTo>
                  <a:pt x="437015" y="640921"/>
                </a:lnTo>
                <a:cubicBezTo>
                  <a:pt x="441071" y="640921"/>
                  <a:pt x="444419" y="638019"/>
                  <a:pt x="445164" y="634149"/>
                </a:cubicBezTo>
                <a:lnTo>
                  <a:pt x="460567" y="580720"/>
                </a:lnTo>
                <a:cubicBezTo>
                  <a:pt x="464177" y="579455"/>
                  <a:pt x="467748" y="578115"/>
                  <a:pt x="471320" y="576627"/>
                </a:cubicBezTo>
                <a:cubicBezTo>
                  <a:pt x="474818" y="575176"/>
                  <a:pt x="478315" y="573613"/>
                  <a:pt x="481776" y="571939"/>
                </a:cubicBezTo>
                <a:lnTo>
                  <a:pt x="531224" y="599212"/>
                </a:lnTo>
                <a:cubicBezTo>
                  <a:pt x="534535" y="601035"/>
                  <a:pt x="538516" y="600328"/>
                  <a:pt x="541046" y="597798"/>
                </a:cubicBezTo>
                <a:lnTo>
                  <a:pt x="597824" y="541020"/>
                </a:lnTo>
                <a:cubicBezTo>
                  <a:pt x="600614" y="538230"/>
                  <a:pt x="600986" y="533951"/>
                  <a:pt x="598977" y="530752"/>
                </a:cubicBezTo>
                <a:lnTo>
                  <a:pt x="571965" y="481787"/>
                </a:lnTo>
                <a:cubicBezTo>
                  <a:pt x="573639" y="478327"/>
                  <a:pt x="575202" y="474830"/>
                  <a:pt x="576653" y="471332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FCD862F1-4CB3-4937-092E-BCFB59E6E1D4}"/>
              </a:ext>
            </a:extLst>
          </p:cNvPr>
          <p:cNvGrpSpPr/>
          <p:nvPr/>
        </p:nvGrpSpPr>
        <p:grpSpPr>
          <a:xfrm>
            <a:off x="6783567" y="4620424"/>
            <a:ext cx="456564" cy="462902"/>
            <a:chOff x="3784892" y="476250"/>
            <a:chExt cx="4622120" cy="4686300"/>
          </a:xfrm>
          <a:solidFill>
            <a:schemeClr val="accent1"/>
          </a:solidFill>
        </p:grpSpPr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4951CEF7-0D86-04DA-FEF7-5D6F0DCFEB5A}"/>
                </a:ext>
              </a:extLst>
            </p:cNvPr>
            <p:cNvSpPr/>
            <p:nvPr/>
          </p:nvSpPr>
          <p:spPr>
            <a:xfrm>
              <a:off x="3784892" y="476250"/>
              <a:ext cx="4622120" cy="4686300"/>
            </a:xfrm>
            <a:custGeom>
              <a:avLst/>
              <a:gdLst>
                <a:gd name="csX0" fmla="*/ 51664 w 4622120"/>
                <a:gd name="csY0" fmla="*/ 1478652 h 4686300"/>
                <a:gd name="csX1" fmla="*/ 0 w 4622120"/>
                <a:gd name="csY1" fmla="*/ 1535535 h 4686300"/>
                <a:gd name="csX2" fmla="*/ 0 w 4622120"/>
                <a:gd name="csY2" fmla="*/ 2043446 h 4686300"/>
                <a:gd name="csX3" fmla="*/ 51664 w 4622120"/>
                <a:gd name="csY3" fmla="*/ 2100329 h 4686300"/>
                <a:gd name="csX4" fmla="*/ 387172 w 4622120"/>
                <a:gd name="csY4" fmla="*/ 2132648 h 4686300"/>
                <a:gd name="csX5" fmla="*/ 557870 w 4622120"/>
                <a:gd name="csY5" fmla="*/ 2538022 h 4686300"/>
                <a:gd name="csX6" fmla="*/ 344195 w 4622120"/>
                <a:gd name="csY6" fmla="*/ 2796064 h 4686300"/>
                <a:gd name="csX7" fmla="*/ 347805 w 4622120"/>
                <a:gd name="csY7" fmla="*/ 2872921 h 4686300"/>
                <a:gd name="csX8" fmla="*/ 706050 w 4622120"/>
                <a:gd name="csY8" fmla="*/ 3231175 h 4686300"/>
                <a:gd name="csX9" fmla="*/ 782917 w 4622120"/>
                <a:gd name="csY9" fmla="*/ 3234785 h 4686300"/>
                <a:gd name="csX10" fmla="*/ 1041330 w 4622120"/>
                <a:gd name="csY10" fmla="*/ 3020787 h 4686300"/>
                <a:gd name="csX11" fmla="*/ 1446305 w 4622120"/>
                <a:gd name="csY11" fmla="*/ 3191828 h 4686300"/>
                <a:gd name="csX12" fmla="*/ 1478690 w 4622120"/>
                <a:gd name="csY12" fmla="*/ 3527355 h 4686300"/>
                <a:gd name="csX13" fmla="*/ 1535573 w 4622120"/>
                <a:gd name="csY13" fmla="*/ 3579019 h 4686300"/>
                <a:gd name="csX14" fmla="*/ 2043455 w 4622120"/>
                <a:gd name="csY14" fmla="*/ 3579019 h 4686300"/>
                <a:gd name="csX15" fmla="*/ 2100348 w 4622120"/>
                <a:gd name="csY15" fmla="*/ 3527355 h 4686300"/>
                <a:gd name="csX16" fmla="*/ 2132733 w 4622120"/>
                <a:gd name="csY16" fmla="*/ 3191856 h 4686300"/>
                <a:gd name="csX17" fmla="*/ 2198303 w 4622120"/>
                <a:gd name="csY17" fmla="*/ 3173863 h 4686300"/>
                <a:gd name="csX18" fmla="*/ 2292601 w 4622120"/>
                <a:gd name="csY18" fmla="*/ 3495980 h 4686300"/>
                <a:gd name="csX19" fmla="*/ 2292458 w 4622120"/>
                <a:gd name="csY19" fmla="*/ 4625816 h 4686300"/>
                <a:gd name="csX20" fmla="*/ 2346179 w 4622120"/>
                <a:gd name="csY20" fmla="*/ 4686205 h 4686300"/>
                <a:gd name="csX21" fmla="*/ 2349465 w 4622120"/>
                <a:gd name="csY21" fmla="*/ 4686300 h 4686300"/>
                <a:gd name="csX22" fmla="*/ 3394158 w 4622120"/>
                <a:gd name="csY22" fmla="*/ 4686300 h 4686300"/>
                <a:gd name="csX23" fmla="*/ 3451308 w 4622120"/>
                <a:gd name="csY23" fmla="*/ 4629150 h 4686300"/>
                <a:gd name="csX24" fmla="*/ 3451308 w 4622120"/>
                <a:gd name="csY24" fmla="*/ 4247265 h 4686300"/>
                <a:gd name="csX25" fmla="*/ 3557121 w 4622120"/>
                <a:gd name="csY25" fmla="*/ 4169531 h 4686300"/>
                <a:gd name="csX26" fmla="*/ 3557578 w 4622120"/>
                <a:gd name="csY26" fmla="*/ 4169531 h 4686300"/>
                <a:gd name="csX27" fmla="*/ 3898202 w 4622120"/>
                <a:gd name="csY27" fmla="*/ 4171521 h 4686300"/>
                <a:gd name="csX28" fmla="*/ 4224776 w 4622120"/>
                <a:gd name="csY28" fmla="*/ 3863597 h 4686300"/>
                <a:gd name="csX29" fmla="*/ 4224909 w 4622120"/>
                <a:gd name="csY29" fmla="*/ 3854282 h 4686300"/>
                <a:gd name="csX30" fmla="*/ 4224909 w 4622120"/>
                <a:gd name="csY30" fmla="*/ 3527108 h 4686300"/>
                <a:gd name="csX31" fmla="*/ 4512926 w 4622120"/>
                <a:gd name="csY31" fmla="*/ 3527108 h 4686300"/>
                <a:gd name="csX32" fmla="*/ 4622121 w 4622120"/>
                <a:gd name="csY32" fmla="*/ 3417913 h 4686300"/>
                <a:gd name="csX33" fmla="*/ 4614939 w 4622120"/>
                <a:gd name="csY33" fmla="*/ 3378975 h 4686300"/>
                <a:gd name="csX34" fmla="*/ 4394016 w 4622120"/>
                <a:gd name="csY34" fmla="*/ 2800274 h 4686300"/>
                <a:gd name="csX35" fmla="*/ 4392111 w 4622120"/>
                <a:gd name="csY35" fmla="*/ 2564654 h 4686300"/>
                <a:gd name="csX36" fmla="*/ 3176092 w 4622120"/>
                <a:gd name="csY36" fmla="*/ 1404233 h 4686300"/>
                <a:gd name="csX37" fmla="*/ 3016577 w 4622120"/>
                <a:gd name="csY37" fmla="*/ 1040940 h 4686300"/>
                <a:gd name="csX38" fmla="*/ 3230271 w 4622120"/>
                <a:gd name="csY38" fmla="*/ 782955 h 4686300"/>
                <a:gd name="csX39" fmla="*/ 3226918 w 4622120"/>
                <a:gd name="csY39" fmla="*/ 706355 h 4686300"/>
                <a:gd name="csX40" fmla="*/ 2873188 w 4622120"/>
                <a:gd name="csY40" fmla="*/ 348053 h 4686300"/>
                <a:gd name="csX41" fmla="*/ 2796035 w 4622120"/>
                <a:gd name="csY41" fmla="*/ 344186 h 4686300"/>
                <a:gd name="csX42" fmla="*/ 2537641 w 4622120"/>
                <a:gd name="csY42" fmla="*/ 558165 h 4686300"/>
                <a:gd name="csX43" fmla="*/ 2132676 w 4622120"/>
                <a:gd name="csY43" fmla="*/ 387191 h 4686300"/>
                <a:gd name="csX44" fmla="*/ 2100291 w 4622120"/>
                <a:gd name="csY44" fmla="*/ 51664 h 4686300"/>
                <a:gd name="csX45" fmla="*/ 2043455 w 4622120"/>
                <a:gd name="csY45" fmla="*/ 0 h 4686300"/>
                <a:gd name="csX46" fmla="*/ 1535535 w 4622120"/>
                <a:gd name="csY46" fmla="*/ 0 h 4686300"/>
                <a:gd name="csX47" fmla="*/ 1478652 w 4622120"/>
                <a:gd name="csY47" fmla="*/ 51664 h 4686300"/>
                <a:gd name="csX48" fmla="*/ 1446267 w 4622120"/>
                <a:gd name="csY48" fmla="*/ 387172 h 4686300"/>
                <a:gd name="csX49" fmla="*/ 1040892 w 4622120"/>
                <a:gd name="csY49" fmla="*/ 557860 h 4686300"/>
                <a:gd name="csX50" fmla="*/ 782917 w 4622120"/>
                <a:gd name="csY50" fmla="*/ 344186 h 4686300"/>
                <a:gd name="csX51" fmla="*/ 706050 w 4622120"/>
                <a:gd name="csY51" fmla="*/ 347786 h 4686300"/>
                <a:gd name="csX52" fmla="*/ 347796 w 4622120"/>
                <a:gd name="csY52" fmla="*/ 706041 h 4686300"/>
                <a:gd name="csX53" fmla="*/ 344195 w 4622120"/>
                <a:gd name="csY53" fmla="*/ 782955 h 4686300"/>
                <a:gd name="csX54" fmla="*/ 558203 w 4622120"/>
                <a:gd name="csY54" fmla="*/ 1041378 h 4686300"/>
                <a:gd name="csX55" fmla="*/ 387210 w 4622120"/>
                <a:gd name="csY55" fmla="*/ 1446352 h 4686300"/>
                <a:gd name="csX56" fmla="*/ 2039217 w 4622120"/>
                <a:gd name="csY56" fmla="*/ 2687241 h 4686300"/>
                <a:gd name="csX57" fmla="*/ 891892 w 4622120"/>
                <a:gd name="csY57" fmla="*/ 2039122 h 4686300"/>
                <a:gd name="csX58" fmla="*/ 1540012 w 4622120"/>
                <a:gd name="csY58" fmla="*/ 891797 h 4686300"/>
                <a:gd name="csX59" fmla="*/ 2679221 w 4622120"/>
                <a:gd name="csY59" fmla="*/ 1512389 h 4686300"/>
                <a:gd name="csX60" fmla="*/ 2187378 w 4622120"/>
                <a:gd name="csY60" fmla="*/ 1966732 h 4686300"/>
                <a:gd name="csX61" fmla="*/ 2039217 w 4622120"/>
                <a:gd name="csY61" fmla="*/ 2687241 h 4686300"/>
                <a:gd name="csX62" fmla="*/ 4278068 w 4622120"/>
                <a:gd name="csY62" fmla="*/ 2571226 h 4686300"/>
                <a:gd name="csX63" fmla="*/ 4279792 w 4622120"/>
                <a:gd name="csY63" fmla="*/ 2811028 h 4686300"/>
                <a:gd name="csX64" fmla="*/ 4283545 w 4622120"/>
                <a:gd name="csY64" fmla="*/ 2831278 h 4686300"/>
                <a:gd name="csX65" fmla="*/ 4505563 w 4622120"/>
                <a:gd name="csY65" fmla="*/ 3412808 h 4686300"/>
                <a:gd name="csX66" fmla="*/ 4167807 w 4622120"/>
                <a:gd name="csY66" fmla="*/ 3412808 h 4686300"/>
                <a:gd name="csX67" fmla="*/ 4110657 w 4622120"/>
                <a:gd name="csY67" fmla="*/ 3469958 h 4686300"/>
                <a:gd name="csX68" fmla="*/ 4110657 w 4622120"/>
                <a:gd name="csY68" fmla="*/ 3854263 h 4686300"/>
                <a:gd name="csX69" fmla="*/ 3907574 w 4622120"/>
                <a:gd name="csY69" fmla="*/ 4057364 h 4686300"/>
                <a:gd name="csX70" fmla="*/ 3901783 w 4622120"/>
                <a:gd name="csY70" fmla="*/ 4057279 h 4686300"/>
                <a:gd name="csX71" fmla="*/ 3558064 w 4622120"/>
                <a:gd name="csY71" fmla="*/ 4055231 h 4686300"/>
                <a:gd name="csX72" fmla="*/ 3557111 w 4622120"/>
                <a:gd name="csY72" fmla="*/ 4055231 h 4686300"/>
                <a:gd name="csX73" fmla="*/ 3338741 w 4622120"/>
                <a:gd name="csY73" fmla="*/ 4225509 h 4686300"/>
                <a:gd name="csX74" fmla="*/ 3337008 w 4622120"/>
                <a:gd name="csY74" fmla="*/ 4239454 h 4686300"/>
                <a:gd name="csX75" fmla="*/ 3337008 w 4622120"/>
                <a:gd name="csY75" fmla="*/ 4572000 h 4686300"/>
                <a:gd name="csX76" fmla="*/ 2409778 w 4622120"/>
                <a:gd name="csY76" fmla="*/ 4572000 h 4686300"/>
                <a:gd name="csX77" fmla="*/ 2406377 w 4622120"/>
                <a:gd name="csY77" fmla="*/ 3485341 h 4686300"/>
                <a:gd name="csX78" fmla="*/ 2264959 w 4622120"/>
                <a:gd name="csY78" fmla="*/ 3028960 h 4686300"/>
                <a:gd name="csX79" fmla="*/ 2262645 w 4622120"/>
                <a:gd name="csY79" fmla="*/ 3023959 h 4686300"/>
                <a:gd name="csX80" fmla="*/ 2286181 w 4622120"/>
                <a:gd name="csY80" fmla="*/ 2024224 h 4686300"/>
                <a:gd name="csX81" fmla="*/ 3124619 w 4622120"/>
                <a:gd name="csY81" fmla="*/ 1519161 h 4686300"/>
                <a:gd name="csX82" fmla="*/ 3153423 w 4622120"/>
                <a:gd name="csY82" fmla="*/ 1518485 h 4686300"/>
                <a:gd name="csX83" fmla="*/ 4278068 w 4622120"/>
                <a:gd name="csY83" fmla="*/ 2571226 h 4686300"/>
                <a:gd name="csX84" fmla="*/ 489404 w 4622120"/>
                <a:gd name="csY84" fmla="*/ 1511332 h 4686300"/>
                <a:gd name="csX85" fmla="*/ 676618 w 4622120"/>
                <a:gd name="csY85" fmla="*/ 1067676 h 4686300"/>
                <a:gd name="csX86" fmla="*/ 672608 w 4622120"/>
                <a:gd name="csY86" fmla="*/ 1000239 h 4686300"/>
                <a:gd name="csX87" fmla="*/ 465411 w 4622120"/>
                <a:gd name="csY87" fmla="*/ 750084 h 4686300"/>
                <a:gd name="csX88" fmla="*/ 750075 w 4622120"/>
                <a:gd name="csY88" fmla="*/ 465401 h 4686300"/>
                <a:gd name="csX89" fmla="*/ 1000239 w 4622120"/>
                <a:gd name="csY89" fmla="*/ 672560 h 4686300"/>
                <a:gd name="csX90" fmla="*/ 1068391 w 4622120"/>
                <a:gd name="csY90" fmla="*/ 676094 h 4686300"/>
                <a:gd name="csX91" fmla="*/ 1511303 w 4622120"/>
                <a:gd name="csY91" fmla="*/ 489404 h 4686300"/>
                <a:gd name="csX92" fmla="*/ 1556118 w 4622120"/>
                <a:gd name="csY92" fmla="*/ 439036 h 4686300"/>
                <a:gd name="csX93" fmla="*/ 1587437 w 4622120"/>
                <a:gd name="csY93" fmla="*/ 114300 h 4686300"/>
                <a:gd name="csX94" fmla="*/ 1991535 w 4622120"/>
                <a:gd name="csY94" fmla="*/ 114300 h 4686300"/>
                <a:gd name="csX95" fmla="*/ 2022834 w 4622120"/>
                <a:gd name="csY95" fmla="*/ 439036 h 4686300"/>
                <a:gd name="csX96" fmla="*/ 2067601 w 4622120"/>
                <a:gd name="csY96" fmla="*/ 489404 h 4686300"/>
                <a:gd name="csX97" fmla="*/ 2511257 w 4622120"/>
                <a:gd name="csY97" fmla="*/ 676570 h 4686300"/>
                <a:gd name="csX98" fmla="*/ 2578694 w 4622120"/>
                <a:gd name="csY98" fmla="*/ 672560 h 4686300"/>
                <a:gd name="csX99" fmla="*/ 2828592 w 4622120"/>
                <a:gd name="csY99" fmla="*/ 465611 h 4686300"/>
                <a:gd name="csX100" fmla="*/ 3109303 w 4622120"/>
                <a:gd name="csY100" fmla="*/ 749827 h 4686300"/>
                <a:gd name="csX101" fmla="*/ 2901925 w 4622120"/>
                <a:gd name="csY101" fmla="*/ 1000239 h 4686300"/>
                <a:gd name="csX102" fmla="*/ 2898391 w 4622120"/>
                <a:gd name="csY102" fmla="*/ 1068391 h 4686300"/>
                <a:gd name="csX103" fmla="*/ 3058411 w 4622120"/>
                <a:gd name="csY103" fmla="*/ 1408986 h 4686300"/>
                <a:gd name="csX104" fmla="*/ 2785215 w 4622120"/>
                <a:gd name="csY104" fmla="*/ 1468688 h 4686300"/>
                <a:gd name="csX105" fmla="*/ 1468812 w 4622120"/>
                <a:gd name="csY105" fmla="*/ 794008 h 4686300"/>
                <a:gd name="csX106" fmla="*/ 794135 w 4622120"/>
                <a:gd name="csY106" fmla="*/ 2110407 h 4686300"/>
                <a:gd name="csX107" fmla="*/ 2059153 w 4622120"/>
                <a:gd name="csY107" fmla="*/ 2800207 h 4686300"/>
                <a:gd name="csX108" fmla="*/ 2156308 w 4622120"/>
                <a:gd name="csY108" fmla="*/ 3066907 h 4686300"/>
                <a:gd name="csX109" fmla="*/ 2067639 w 4622120"/>
                <a:gd name="csY109" fmla="*/ 3089529 h 4686300"/>
                <a:gd name="csX110" fmla="*/ 2022872 w 4622120"/>
                <a:gd name="csY110" fmla="*/ 3139897 h 4686300"/>
                <a:gd name="csX111" fmla="*/ 1991573 w 4622120"/>
                <a:gd name="csY111" fmla="*/ 3464633 h 4686300"/>
                <a:gd name="csX112" fmla="*/ 1587437 w 4622120"/>
                <a:gd name="csY112" fmla="*/ 3464633 h 4686300"/>
                <a:gd name="csX113" fmla="*/ 1556137 w 4622120"/>
                <a:gd name="csY113" fmla="*/ 3139897 h 4686300"/>
                <a:gd name="csX114" fmla="*/ 1511322 w 4622120"/>
                <a:gd name="csY114" fmla="*/ 3089529 h 4686300"/>
                <a:gd name="csX115" fmla="*/ 1067676 w 4622120"/>
                <a:gd name="csY115" fmla="*/ 2902363 h 4686300"/>
                <a:gd name="csX116" fmla="*/ 1000239 w 4622120"/>
                <a:gd name="csY116" fmla="*/ 2906373 h 4686300"/>
                <a:gd name="csX117" fmla="*/ 750075 w 4622120"/>
                <a:gd name="csY117" fmla="*/ 3113570 h 4686300"/>
                <a:gd name="csX118" fmla="*/ 465411 w 4622120"/>
                <a:gd name="csY118" fmla="*/ 2828925 h 4686300"/>
                <a:gd name="csX119" fmla="*/ 672570 w 4622120"/>
                <a:gd name="csY119" fmla="*/ 2578760 h 4686300"/>
                <a:gd name="csX120" fmla="*/ 676104 w 4622120"/>
                <a:gd name="csY120" fmla="*/ 2510609 h 4686300"/>
                <a:gd name="csX121" fmla="*/ 489414 w 4622120"/>
                <a:gd name="csY121" fmla="*/ 2067697 h 4686300"/>
                <a:gd name="csX122" fmla="*/ 439045 w 4622120"/>
                <a:gd name="csY122" fmla="*/ 2022929 h 4686300"/>
                <a:gd name="csX123" fmla="*/ 114310 w 4622120"/>
                <a:gd name="csY123" fmla="*/ 1991620 h 4686300"/>
                <a:gd name="csX124" fmla="*/ 114310 w 4622120"/>
                <a:gd name="csY124" fmla="*/ 1587437 h 4686300"/>
                <a:gd name="csX125" fmla="*/ 439045 w 4622120"/>
                <a:gd name="csY125" fmla="*/ 1556137 h 4686300"/>
                <a:gd name="csX126" fmla="*/ 489404 w 4622120"/>
                <a:gd name="csY126" fmla="*/ 1511332 h 46863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</a:cxnLst>
              <a:rect l="l" t="t" r="r" b="b"/>
              <a:pathLst>
                <a:path w="4622120" h="4686300">
                  <a:moveTo>
                    <a:pt x="51664" y="1478652"/>
                  </a:moveTo>
                  <a:cubicBezTo>
                    <a:pt x="22363" y="1481480"/>
                    <a:pt x="1" y="1506103"/>
                    <a:pt x="0" y="1535535"/>
                  </a:cubicBezTo>
                  <a:lnTo>
                    <a:pt x="0" y="2043446"/>
                  </a:lnTo>
                  <a:cubicBezTo>
                    <a:pt x="1" y="2072878"/>
                    <a:pt x="22363" y="2097500"/>
                    <a:pt x="51664" y="2100329"/>
                  </a:cubicBezTo>
                  <a:lnTo>
                    <a:pt x="387172" y="2132648"/>
                  </a:lnTo>
                  <a:cubicBezTo>
                    <a:pt x="422688" y="2275808"/>
                    <a:pt x="480276" y="2412578"/>
                    <a:pt x="557870" y="2538022"/>
                  </a:cubicBezTo>
                  <a:lnTo>
                    <a:pt x="344195" y="2796064"/>
                  </a:lnTo>
                  <a:cubicBezTo>
                    <a:pt x="325390" y="2818781"/>
                    <a:pt x="326954" y="2852071"/>
                    <a:pt x="347805" y="2872921"/>
                  </a:cubicBezTo>
                  <a:lnTo>
                    <a:pt x="706050" y="3231175"/>
                  </a:lnTo>
                  <a:cubicBezTo>
                    <a:pt x="726902" y="3252035"/>
                    <a:pt x="760202" y="3253597"/>
                    <a:pt x="782917" y="3234785"/>
                  </a:cubicBezTo>
                  <a:lnTo>
                    <a:pt x="1041330" y="3020787"/>
                  </a:lnTo>
                  <a:cubicBezTo>
                    <a:pt x="1166879" y="3097987"/>
                    <a:pt x="1303430" y="3155661"/>
                    <a:pt x="1446305" y="3191828"/>
                  </a:cubicBezTo>
                  <a:lnTo>
                    <a:pt x="1478690" y="3527355"/>
                  </a:lnTo>
                  <a:cubicBezTo>
                    <a:pt x="1481519" y="3556654"/>
                    <a:pt x="1506141" y="3579019"/>
                    <a:pt x="1535573" y="3579019"/>
                  </a:cubicBezTo>
                  <a:lnTo>
                    <a:pt x="2043455" y="3579019"/>
                  </a:lnTo>
                  <a:cubicBezTo>
                    <a:pt x="2072897" y="3579019"/>
                    <a:pt x="2097519" y="3556664"/>
                    <a:pt x="2100348" y="3527355"/>
                  </a:cubicBezTo>
                  <a:lnTo>
                    <a:pt x="2132733" y="3191856"/>
                  </a:lnTo>
                  <a:cubicBezTo>
                    <a:pt x="2154669" y="3186408"/>
                    <a:pt x="2176520" y="3180407"/>
                    <a:pt x="2198303" y="3173863"/>
                  </a:cubicBezTo>
                  <a:cubicBezTo>
                    <a:pt x="2237623" y="3280334"/>
                    <a:pt x="2285933" y="3423990"/>
                    <a:pt x="2292601" y="3495980"/>
                  </a:cubicBezTo>
                  <a:cubicBezTo>
                    <a:pt x="2333006" y="3930063"/>
                    <a:pt x="2292868" y="4618901"/>
                    <a:pt x="2292458" y="4625816"/>
                  </a:cubicBezTo>
                  <a:cubicBezTo>
                    <a:pt x="2290620" y="4657325"/>
                    <a:pt x="2314670" y="4684357"/>
                    <a:pt x="2346179" y="4686205"/>
                  </a:cubicBezTo>
                  <a:cubicBezTo>
                    <a:pt x="2347274" y="4686262"/>
                    <a:pt x="2348370" y="4686300"/>
                    <a:pt x="2349465" y="4686300"/>
                  </a:cubicBezTo>
                  <a:lnTo>
                    <a:pt x="3394158" y="4686300"/>
                  </a:lnTo>
                  <a:cubicBezTo>
                    <a:pt x="3425723" y="4686300"/>
                    <a:pt x="3451308" y="4660716"/>
                    <a:pt x="3451308" y="4629150"/>
                  </a:cubicBezTo>
                  <a:lnTo>
                    <a:pt x="3451308" y="4247265"/>
                  </a:lnTo>
                  <a:cubicBezTo>
                    <a:pt x="3465738" y="4200973"/>
                    <a:pt x="3508629" y="4169464"/>
                    <a:pt x="3557121" y="4169531"/>
                  </a:cubicBezTo>
                  <a:lnTo>
                    <a:pt x="3557578" y="4169531"/>
                  </a:lnTo>
                  <a:cubicBezTo>
                    <a:pt x="3760699" y="4170378"/>
                    <a:pt x="3884857" y="4171103"/>
                    <a:pt x="3898202" y="4171521"/>
                  </a:cubicBezTo>
                  <a:cubicBezTo>
                    <a:pt x="4073414" y="4176675"/>
                    <a:pt x="4219623" y="4038810"/>
                    <a:pt x="4224776" y="3863597"/>
                  </a:cubicBezTo>
                  <a:cubicBezTo>
                    <a:pt x="4224862" y="3860492"/>
                    <a:pt x="4224909" y="3857387"/>
                    <a:pt x="4224909" y="3854282"/>
                  </a:cubicBezTo>
                  <a:lnTo>
                    <a:pt x="4224909" y="3527108"/>
                  </a:lnTo>
                  <a:lnTo>
                    <a:pt x="4512926" y="3527108"/>
                  </a:lnTo>
                  <a:cubicBezTo>
                    <a:pt x="4573229" y="3527108"/>
                    <a:pt x="4622121" y="3478216"/>
                    <a:pt x="4622121" y="3417913"/>
                  </a:cubicBezTo>
                  <a:cubicBezTo>
                    <a:pt x="4622121" y="3404607"/>
                    <a:pt x="4619682" y="3391405"/>
                    <a:pt x="4614939" y="3378975"/>
                  </a:cubicBezTo>
                  <a:lnTo>
                    <a:pt x="4394016" y="2800274"/>
                  </a:lnTo>
                  <a:cubicBezTo>
                    <a:pt x="4393873" y="2746934"/>
                    <a:pt x="4393349" y="2584571"/>
                    <a:pt x="4392111" y="2564654"/>
                  </a:cubicBezTo>
                  <a:cubicBezTo>
                    <a:pt x="4356640" y="1917497"/>
                    <a:pt x="3824202" y="1409405"/>
                    <a:pt x="3176092" y="1404233"/>
                  </a:cubicBezTo>
                  <a:cubicBezTo>
                    <a:pt x="3140126" y="1276283"/>
                    <a:pt x="3086433" y="1154001"/>
                    <a:pt x="3016577" y="1040940"/>
                  </a:cubicBezTo>
                  <a:lnTo>
                    <a:pt x="3230271" y="782955"/>
                  </a:lnTo>
                  <a:cubicBezTo>
                    <a:pt x="3248987" y="760348"/>
                    <a:pt x="3247539" y="727240"/>
                    <a:pt x="3226918" y="706355"/>
                  </a:cubicBezTo>
                  <a:lnTo>
                    <a:pt x="2873188" y="348053"/>
                  </a:lnTo>
                  <a:cubicBezTo>
                    <a:pt x="2852366" y="326947"/>
                    <a:pt x="2818867" y="325267"/>
                    <a:pt x="2796035" y="344186"/>
                  </a:cubicBezTo>
                  <a:lnTo>
                    <a:pt x="2537641" y="558165"/>
                  </a:lnTo>
                  <a:cubicBezTo>
                    <a:pt x="2412092" y="480985"/>
                    <a:pt x="2275551" y="423336"/>
                    <a:pt x="2132676" y="387191"/>
                  </a:cubicBezTo>
                  <a:lnTo>
                    <a:pt x="2100291" y="51664"/>
                  </a:lnTo>
                  <a:cubicBezTo>
                    <a:pt x="2097462" y="22381"/>
                    <a:pt x="2072878" y="26"/>
                    <a:pt x="2043455" y="0"/>
                  </a:cubicBezTo>
                  <a:lnTo>
                    <a:pt x="1535535" y="0"/>
                  </a:lnTo>
                  <a:cubicBezTo>
                    <a:pt x="1506103" y="1"/>
                    <a:pt x="1481480" y="22363"/>
                    <a:pt x="1478652" y="51664"/>
                  </a:cubicBezTo>
                  <a:lnTo>
                    <a:pt x="1446267" y="387172"/>
                  </a:lnTo>
                  <a:cubicBezTo>
                    <a:pt x="1303106" y="422697"/>
                    <a:pt x="1166346" y="480281"/>
                    <a:pt x="1040892" y="557860"/>
                  </a:cubicBezTo>
                  <a:lnTo>
                    <a:pt x="782917" y="344186"/>
                  </a:lnTo>
                  <a:cubicBezTo>
                    <a:pt x="760204" y="325372"/>
                    <a:pt x="726905" y="326932"/>
                    <a:pt x="706050" y="347786"/>
                  </a:cubicBezTo>
                  <a:lnTo>
                    <a:pt x="347796" y="706041"/>
                  </a:lnTo>
                  <a:cubicBezTo>
                    <a:pt x="326913" y="726902"/>
                    <a:pt x="325353" y="760234"/>
                    <a:pt x="344195" y="782955"/>
                  </a:cubicBezTo>
                  <a:lnTo>
                    <a:pt x="558203" y="1041378"/>
                  </a:lnTo>
                  <a:cubicBezTo>
                    <a:pt x="481013" y="1166927"/>
                    <a:pt x="423358" y="1303477"/>
                    <a:pt x="387210" y="1446352"/>
                  </a:cubicBezTo>
                  <a:close/>
                  <a:moveTo>
                    <a:pt x="2039217" y="2687241"/>
                  </a:moveTo>
                  <a:cubicBezTo>
                    <a:pt x="1543422" y="2825096"/>
                    <a:pt x="1029748" y="2534917"/>
                    <a:pt x="891892" y="2039122"/>
                  </a:cubicBezTo>
                  <a:cubicBezTo>
                    <a:pt x="754043" y="1543326"/>
                    <a:pt x="1044216" y="1029653"/>
                    <a:pt x="1540012" y="891797"/>
                  </a:cubicBezTo>
                  <a:cubicBezTo>
                    <a:pt x="2025044" y="756942"/>
                    <a:pt x="2529488" y="1031739"/>
                    <a:pt x="2679221" y="1512389"/>
                  </a:cubicBezTo>
                  <a:cubicBezTo>
                    <a:pt x="2473100" y="1610620"/>
                    <a:pt x="2301612" y="1769031"/>
                    <a:pt x="2187378" y="1966732"/>
                  </a:cubicBezTo>
                  <a:cubicBezTo>
                    <a:pt x="2060172" y="2184102"/>
                    <a:pt x="2008108" y="2437314"/>
                    <a:pt x="2039217" y="2687241"/>
                  </a:cubicBezTo>
                  <a:close/>
                  <a:moveTo>
                    <a:pt x="4278068" y="2571226"/>
                  </a:moveTo>
                  <a:cubicBezTo>
                    <a:pt x="4278954" y="2585971"/>
                    <a:pt x="4279592" y="2726141"/>
                    <a:pt x="4279792" y="2811028"/>
                  </a:cubicBezTo>
                  <a:cubicBezTo>
                    <a:pt x="4279811" y="2817952"/>
                    <a:pt x="4281078" y="2824810"/>
                    <a:pt x="4283545" y="2831278"/>
                  </a:cubicBezTo>
                  <a:lnTo>
                    <a:pt x="4505563" y="3412808"/>
                  </a:lnTo>
                  <a:lnTo>
                    <a:pt x="4167807" y="3412808"/>
                  </a:lnTo>
                  <a:cubicBezTo>
                    <a:pt x="4136241" y="3412808"/>
                    <a:pt x="4110657" y="3438392"/>
                    <a:pt x="4110657" y="3469958"/>
                  </a:cubicBezTo>
                  <a:lnTo>
                    <a:pt x="4110657" y="3854263"/>
                  </a:lnTo>
                  <a:cubicBezTo>
                    <a:pt x="4110657" y="3966429"/>
                    <a:pt x="4019731" y="4057355"/>
                    <a:pt x="3907574" y="4057364"/>
                  </a:cubicBezTo>
                  <a:cubicBezTo>
                    <a:pt x="3905641" y="4057364"/>
                    <a:pt x="3903707" y="4057336"/>
                    <a:pt x="3901783" y="4057279"/>
                  </a:cubicBezTo>
                  <a:cubicBezTo>
                    <a:pt x="3886829" y="4056812"/>
                    <a:pt x="3771186" y="4056126"/>
                    <a:pt x="3558064" y="4055231"/>
                  </a:cubicBezTo>
                  <a:lnTo>
                    <a:pt x="3557111" y="4055231"/>
                  </a:lnTo>
                  <a:cubicBezTo>
                    <a:pt x="3453851" y="4055097"/>
                    <a:pt x="3363782" y="4125335"/>
                    <a:pt x="3338741" y="4225509"/>
                  </a:cubicBezTo>
                  <a:cubicBezTo>
                    <a:pt x="3337589" y="4230072"/>
                    <a:pt x="3337008" y="4234748"/>
                    <a:pt x="3337008" y="4239454"/>
                  </a:cubicBezTo>
                  <a:lnTo>
                    <a:pt x="3337008" y="4572000"/>
                  </a:lnTo>
                  <a:lnTo>
                    <a:pt x="2409778" y="4572000"/>
                  </a:lnTo>
                  <a:cubicBezTo>
                    <a:pt x="2418817" y="4392244"/>
                    <a:pt x="2440953" y="3856816"/>
                    <a:pt x="2406377" y="3485341"/>
                  </a:cubicBezTo>
                  <a:cubicBezTo>
                    <a:pt x="2393566" y="3347809"/>
                    <a:pt x="2270170" y="3041914"/>
                    <a:pt x="2264959" y="3028960"/>
                  </a:cubicBezTo>
                  <a:cubicBezTo>
                    <a:pt x="2264274" y="3027255"/>
                    <a:pt x="2263502" y="3025588"/>
                    <a:pt x="2262645" y="3023959"/>
                  </a:cubicBezTo>
                  <a:cubicBezTo>
                    <a:pt x="2097329" y="2709005"/>
                    <a:pt x="2106225" y="2331044"/>
                    <a:pt x="2286181" y="2024224"/>
                  </a:cubicBezTo>
                  <a:cubicBezTo>
                    <a:pt x="2459688" y="1722377"/>
                    <a:pt x="2776671" y="1531430"/>
                    <a:pt x="3124619" y="1519161"/>
                  </a:cubicBezTo>
                  <a:cubicBezTo>
                    <a:pt x="3134192" y="1518818"/>
                    <a:pt x="3143793" y="1518590"/>
                    <a:pt x="3153423" y="1518485"/>
                  </a:cubicBezTo>
                  <a:cubicBezTo>
                    <a:pt x="3749726" y="1511618"/>
                    <a:pt x="4245578" y="1975771"/>
                    <a:pt x="4278068" y="2571226"/>
                  </a:cubicBezTo>
                  <a:close/>
                  <a:moveTo>
                    <a:pt x="489404" y="1511332"/>
                  </a:moveTo>
                  <a:cubicBezTo>
                    <a:pt x="524530" y="1353360"/>
                    <a:pt x="587957" y="1203055"/>
                    <a:pt x="676618" y="1067676"/>
                  </a:cubicBezTo>
                  <a:cubicBezTo>
                    <a:pt x="690132" y="1046731"/>
                    <a:pt x="688510" y="1019442"/>
                    <a:pt x="672608" y="1000239"/>
                  </a:cubicBezTo>
                  <a:lnTo>
                    <a:pt x="465411" y="750084"/>
                  </a:lnTo>
                  <a:lnTo>
                    <a:pt x="750075" y="465401"/>
                  </a:lnTo>
                  <a:lnTo>
                    <a:pt x="1000239" y="672560"/>
                  </a:lnTo>
                  <a:cubicBezTo>
                    <a:pt x="1019680" y="688660"/>
                    <a:pt x="1047388" y="690098"/>
                    <a:pt x="1068391" y="676094"/>
                  </a:cubicBezTo>
                  <a:cubicBezTo>
                    <a:pt x="1203169" y="586923"/>
                    <a:pt x="1353360" y="523615"/>
                    <a:pt x="1511303" y="489404"/>
                  </a:cubicBezTo>
                  <a:cubicBezTo>
                    <a:pt x="1535611" y="484152"/>
                    <a:pt x="1553728" y="463787"/>
                    <a:pt x="1556118" y="439036"/>
                  </a:cubicBezTo>
                  <a:lnTo>
                    <a:pt x="1587437" y="114300"/>
                  </a:lnTo>
                  <a:lnTo>
                    <a:pt x="1991535" y="114300"/>
                  </a:lnTo>
                  <a:lnTo>
                    <a:pt x="2022834" y="439036"/>
                  </a:lnTo>
                  <a:cubicBezTo>
                    <a:pt x="2025215" y="463773"/>
                    <a:pt x="2043313" y="484134"/>
                    <a:pt x="2067601" y="489404"/>
                  </a:cubicBezTo>
                  <a:cubicBezTo>
                    <a:pt x="2225564" y="524521"/>
                    <a:pt x="2375869" y="587931"/>
                    <a:pt x="2511257" y="676570"/>
                  </a:cubicBezTo>
                  <a:cubicBezTo>
                    <a:pt x="2532202" y="690084"/>
                    <a:pt x="2559491" y="688462"/>
                    <a:pt x="2578694" y="672560"/>
                  </a:cubicBezTo>
                  <a:lnTo>
                    <a:pt x="2828592" y="465611"/>
                  </a:lnTo>
                  <a:lnTo>
                    <a:pt x="3109303" y="749827"/>
                  </a:lnTo>
                  <a:lnTo>
                    <a:pt x="2901925" y="1000239"/>
                  </a:lnTo>
                  <a:cubicBezTo>
                    <a:pt x="2885828" y="1019680"/>
                    <a:pt x="2884389" y="1047388"/>
                    <a:pt x="2898391" y="1068391"/>
                  </a:cubicBezTo>
                  <a:cubicBezTo>
                    <a:pt x="2967971" y="1173556"/>
                    <a:pt x="3021873" y="1288294"/>
                    <a:pt x="3058411" y="1408986"/>
                  </a:cubicBezTo>
                  <a:cubicBezTo>
                    <a:pt x="2965209" y="1417415"/>
                    <a:pt x="2873435" y="1437475"/>
                    <a:pt x="2785215" y="1468688"/>
                  </a:cubicBezTo>
                  <a:cubicBezTo>
                    <a:pt x="2608012" y="918867"/>
                    <a:pt x="2018633" y="616802"/>
                    <a:pt x="1468812" y="794008"/>
                  </a:cubicBezTo>
                  <a:cubicBezTo>
                    <a:pt x="918991" y="971217"/>
                    <a:pt x="616929" y="1560586"/>
                    <a:pt x="794135" y="2110407"/>
                  </a:cubicBezTo>
                  <a:cubicBezTo>
                    <a:pt x="964959" y="2640425"/>
                    <a:pt x="1521085" y="2943673"/>
                    <a:pt x="2059153" y="2800207"/>
                  </a:cubicBezTo>
                  <a:cubicBezTo>
                    <a:pt x="2080451" y="2892762"/>
                    <a:pt x="2113083" y="2982344"/>
                    <a:pt x="2156308" y="3066907"/>
                  </a:cubicBezTo>
                  <a:cubicBezTo>
                    <a:pt x="2126895" y="3075480"/>
                    <a:pt x="2097253" y="3083100"/>
                    <a:pt x="2067639" y="3089529"/>
                  </a:cubicBezTo>
                  <a:cubicBezTo>
                    <a:pt x="2043351" y="3094796"/>
                    <a:pt x="2025253" y="3115161"/>
                    <a:pt x="2022872" y="3139897"/>
                  </a:cubicBezTo>
                  <a:lnTo>
                    <a:pt x="1991573" y="3464633"/>
                  </a:lnTo>
                  <a:lnTo>
                    <a:pt x="1587437" y="3464633"/>
                  </a:lnTo>
                  <a:lnTo>
                    <a:pt x="1556137" y="3139897"/>
                  </a:lnTo>
                  <a:cubicBezTo>
                    <a:pt x="1553747" y="3115142"/>
                    <a:pt x="1535630" y="3094778"/>
                    <a:pt x="1511322" y="3089529"/>
                  </a:cubicBezTo>
                  <a:cubicBezTo>
                    <a:pt x="1353360" y="3054410"/>
                    <a:pt x="1203055" y="2991002"/>
                    <a:pt x="1067676" y="2902363"/>
                  </a:cubicBezTo>
                  <a:cubicBezTo>
                    <a:pt x="1046731" y="2888847"/>
                    <a:pt x="1019442" y="2890476"/>
                    <a:pt x="1000239" y="2906373"/>
                  </a:cubicBezTo>
                  <a:lnTo>
                    <a:pt x="750075" y="3113570"/>
                  </a:lnTo>
                  <a:lnTo>
                    <a:pt x="465411" y="2828925"/>
                  </a:lnTo>
                  <a:lnTo>
                    <a:pt x="672570" y="2578760"/>
                  </a:lnTo>
                  <a:cubicBezTo>
                    <a:pt x="688670" y="2559320"/>
                    <a:pt x="690107" y="2531612"/>
                    <a:pt x="676104" y="2510609"/>
                  </a:cubicBezTo>
                  <a:cubicBezTo>
                    <a:pt x="586924" y="2375840"/>
                    <a:pt x="523615" y="2225640"/>
                    <a:pt x="489414" y="2067697"/>
                  </a:cubicBezTo>
                  <a:cubicBezTo>
                    <a:pt x="484143" y="2043408"/>
                    <a:pt x="463783" y="2025310"/>
                    <a:pt x="439045" y="2022929"/>
                  </a:cubicBezTo>
                  <a:lnTo>
                    <a:pt x="114310" y="1991620"/>
                  </a:lnTo>
                  <a:lnTo>
                    <a:pt x="114310" y="1587437"/>
                  </a:lnTo>
                  <a:lnTo>
                    <a:pt x="439045" y="1556137"/>
                  </a:lnTo>
                  <a:cubicBezTo>
                    <a:pt x="463790" y="1553747"/>
                    <a:pt x="484150" y="1535630"/>
                    <a:pt x="489404" y="151133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D966BA18-BC96-0E02-B69D-BB776708A929}"/>
                </a:ext>
              </a:extLst>
            </p:cNvPr>
            <p:cNvSpPr/>
            <p:nvPr/>
          </p:nvSpPr>
          <p:spPr>
            <a:xfrm>
              <a:off x="5105474" y="1951338"/>
              <a:ext cx="933558" cy="628840"/>
            </a:xfrm>
            <a:custGeom>
              <a:avLst/>
              <a:gdLst>
                <a:gd name="csX0" fmla="*/ 917288 w 933558"/>
                <a:gd name="csY0" fmla="*/ 17222 h 628840"/>
                <a:gd name="csX1" fmla="*/ 836468 w 933558"/>
                <a:gd name="csY1" fmla="*/ 16269 h 628840"/>
                <a:gd name="csX2" fmla="*/ 836468 w 933558"/>
                <a:gd name="csY2" fmla="*/ 16269 h 628840"/>
                <a:gd name="csX3" fmla="*/ 349398 w 933558"/>
                <a:gd name="csY3" fmla="*/ 491824 h 628840"/>
                <a:gd name="csX4" fmla="*/ 96814 w 933558"/>
                <a:gd name="csY4" fmla="*/ 245222 h 628840"/>
                <a:gd name="csX5" fmla="*/ 16004 w 933558"/>
                <a:gd name="csY5" fmla="*/ 246708 h 628840"/>
                <a:gd name="csX6" fmla="*/ 16966 w 933558"/>
                <a:gd name="csY6" fmla="*/ 327003 h 628840"/>
                <a:gd name="csX7" fmla="*/ 309478 w 933558"/>
                <a:gd name="csY7" fmla="*/ 612582 h 628840"/>
                <a:gd name="csX8" fmla="*/ 389327 w 933558"/>
                <a:gd name="csY8" fmla="*/ 612582 h 628840"/>
                <a:gd name="csX9" fmla="*/ 916316 w 933558"/>
                <a:gd name="csY9" fmla="*/ 98070 h 628840"/>
                <a:gd name="csX10" fmla="*/ 917316 w 933558"/>
                <a:gd name="csY10" fmla="*/ 17250 h 628840"/>
                <a:gd name="csX11" fmla="*/ 917288 w 933558"/>
                <a:gd name="csY11" fmla="*/ 17222 h 6288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933558" h="628840">
                  <a:moveTo>
                    <a:pt x="917288" y="17222"/>
                  </a:moveTo>
                  <a:cubicBezTo>
                    <a:pt x="895238" y="-5362"/>
                    <a:pt x="859052" y="-5791"/>
                    <a:pt x="836468" y="16269"/>
                  </a:cubicBezTo>
                  <a:cubicBezTo>
                    <a:pt x="836468" y="16269"/>
                    <a:pt x="836468" y="16269"/>
                    <a:pt x="836468" y="16269"/>
                  </a:cubicBezTo>
                  <a:lnTo>
                    <a:pt x="349398" y="491824"/>
                  </a:lnTo>
                  <a:lnTo>
                    <a:pt x="96814" y="245222"/>
                  </a:lnTo>
                  <a:cubicBezTo>
                    <a:pt x="74087" y="223314"/>
                    <a:pt x="37911" y="223981"/>
                    <a:pt x="16004" y="246708"/>
                  </a:cubicBezTo>
                  <a:cubicBezTo>
                    <a:pt x="-5704" y="269225"/>
                    <a:pt x="-5275" y="305010"/>
                    <a:pt x="16966" y="327003"/>
                  </a:cubicBezTo>
                  <a:lnTo>
                    <a:pt x="309478" y="612582"/>
                  </a:lnTo>
                  <a:cubicBezTo>
                    <a:pt x="331681" y="634261"/>
                    <a:pt x="367124" y="634261"/>
                    <a:pt x="389327" y="612582"/>
                  </a:cubicBezTo>
                  <a:lnTo>
                    <a:pt x="916316" y="98070"/>
                  </a:lnTo>
                  <a:cubicBezTo>
                    <a:pt x="938910" y="76029"/>
                    <a:pt x="939357" y="39844"/>
                    <a:pt x="917316" y="17250"/>
                  </a:cubicBezTo>
                  <a:cubicBezTo>
                    <a:pt x="917307" y="17241"/>
                    <a:pt x="917297" y="17231"/>
                    <a:pt x="917288" y="1722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7" name="Text 9">
            <a:extLst>
              <a:ext uri="{FF2B5EF4-FFF2-40B4-BE49-F238E27FC236}">
                <a16:creationId xmlns:a16="http://schemas.microsoft.com/office/drawing/2014/main" id="{BACD11B8-1859-DA0C-AA3B-4803A2C7053B}"/>
              </a:ext>
            </a:extLst>
          </p:cNvPr>
          <p:cNvSpPr/>
          <p:nvPr/>
        </p:nvSpPr>
        <p:spPr>
          <a:xfrm>
            <a:off x="675953" y="2703706"/>
            <a:ext cx="2926080" cy="3079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ea typeface="Aptos" pitchFamily="34" charset="-122"/>
                <a:cs typeface="Aptos" pitchFamily="34" charset="-120"/>
              </a:rPr>
              <a:t>Customer</a:t>
            </a:r>
            <a:endParaRPr lang="en-US" sz="2000" dirty="0">
              <a:solidFill>
                <a:schemeClr val="tx2"/>
              </a:solidFill>
            </a:endParaRPr>
          </a:p>
        </p:txBody>
      </p:sp>
      <p:sp>
        <p:nvSpPr>
          <p:cNvPr id="79" name="Text 10">
            <a:extLst>
              <a:ext uri="{FF2B5EF4-FFF2-40B4-BE49-F238E27FC236}">
                <a16:creationId xmlns:a16="http://schemas.microsoft.com/office/drawing/2014/main" id="{EB271E48-B06A-BC49-E71E-88A513B5CDF6}"/>
              </a:ext>
            </a:extLst>
          </p:cNvPr>
          <p:cNvSpPr/>
          <p:nvPr/>
        </p:nvSpPr>
        <p:spPr>
          <a:xfrm>
            <a:off x="675953" y="3153965"/>
            <a:ext cx="2880360" cy="1385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buSzPct val="12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ea typeface="Aptos" pitchFamily="34" charset="-122"/>
                <a:cs typeface="Aptos" pitchFamily="34" charset="-120"/>
              </a:rPr>
              <a:t>Retention and share </a:t>
            </a:r>
            <a:br>
              <a:rPr lang="en-US" dirty="0">
                <a:solidFill>
                  <a:schemeClr val="tx2"/>
                </a:solidFill>
                <a:ea typeface="Aptos" pitchFamily="34" charset="-122"/>
                <a:cs typeface="Aptos" pitchFamily="34" charset="-120"/>
              </a:rPr>
            </a:br>
            <a:r>
              <a:rPr lang="en-US" dirty="0">
                <a:solidFill>
                  <a:schemeClr val="tx2"/>
                </a:solidFill>
                <a:ea typeface="Aptos" pitchFamily="34" charset="-122"/>
                <a:cs typeface="Aptos" pitchFamily="34" charset="-120"/>
              </a:rPr>
              <a:t>of wallet</a:t>
            </a:r>
          </a:p>
          <a:p>
            <a:pPr marL="285750" indent="-285750">
              <a:buSzPct val="12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Executive-ready storylines, logical flow and concise messaging</a:t>
            </a:r>
          </a:p>
        </p:txBody>
      </p:sp>
      <p:sp>
        <p:nvSpPr>
          <p:cNvPr id="81" name="Text 14">
            <a:extLst>
              <a:ext uri="{FF2B5EF4-FFF2-40B4-BE49-F238E27FC236}">
                <a16:creationId xmlns:a16="http://schemas.microsoft.com/office/drawing/2014/main" id="{B64E442F-A487-AF5F-0605-29391E48557D}"/>
              </a:ext>
            </a:extLst>
          </p:cNvPr>
          <p:cNvSpPr/>
          <p:nvPr/>
        </p:nvSpPr>
        <p:spPr>
          <a:xfrm>
            <a:off x="8413610" y="1955455"/>
            <a:ext cx="2926080" cy="307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ea typeface="Aptos" pitchFamily="34" charset="-122"/>
                <a:cs typeface="Aptos" pitchFamily="34" charset="-120"/>
              </a:rPr>
              <a:t>Operations</a:t>
            </a:r>
            <a:endParaRPr lang="en-US" sz="2000" dirty="0">
              <a:solidFill>
                <a:schemeClr val="tx2"/>
              </a:solidFill>
            </a:endParaRPr>
          </a:p>
        </p:txBody>
      </p:sp>
      <p:sp>
        <p:nvSpPr>
          <p:cNvPr id="83" name="Text 15">
            <a:extLst>
              <a:ext uri="{FF2B5EF4-FFF2-40B4-BE49-F238E27FC236}">
                <a16:creationId xmlns:a16="http://schemas.microsoft.com/office/drawing/2014/main" id="{8857D3E7-55FF-56BB-BAF8-A18BB10F9A82}"/>
              </a:ext>
            </a:extLst>
          </p:cNvPr>
          <p:cNvSpPr/>
          <p:nvPr/>
        </p:nvSpPr>
        <p:spPr>
          <a:xfrm>
            <a:off x="8413610" y="2405699"/>
            <a:ext cx="2880360" cy="11085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buSzPct val="12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ea typeface="Aptos" pitchFamily="34" charset="-122"/>
                <a:cs typeface="Aptos" pitchFamily="34" charset="-120"/>
              </a:rPr>
              <a:t>Productivity and quality</a:t>
            </a:r>
          </a:p>
          <a:p>
            <a:pPr marL="285750" indent="-285750">
              <a:buSzPct val="12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Consistent typography, spacing, alignment and brand standards</a:t>
            </a:r>
          </a:p>
        </p:txBody>
      </p:sp>
      <p:sp>
        <p:nvSpPr>
          <p:cNvPr id="85" name="Text 19">
            <a:extLst>
              <a:ext uri="{FF2B5EF4-FFF2-40B4-BE49-F238E27FC236}">
                <a16:creationId xmlns:a16="http://schemas.microsoft.com/office/drawing/2014/main" id="{0C2A8BFF-B66B-7911-2874-46F12DAB4771}"/>
              </a:ext>
            </a:extLst>
          </p:cNvPr>
          <p:cNvSpPr/>
          <p:nvPr/>
        </p:nvSpPr>
        <p:spPr>
          <a:xfrm>
            <a:off x="8367890" y="4154253"/>
            <a:ext cx="2926080" cy="307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ea typeface="Aptos" pitchFamily="34" charset="-122"/>
                <a:cs typeface="Aptos" pitchFamily="34" charset="-120"/>
              </a:rPr>
              <a:t>Capabilities</a:t>
            </a:r>
            <a:endParaRPr lang="en-US" sz="2000" dirty="0">
              <a:solidFill>
                <a:schemeClr val="tx2"/>
              </a:solidFill>
            </a:endParaRPr>
          </a:p>
        </p:txBody>
      </p:sp>
      <p:sp>
        <p:nvSpPr>
          <p:cNvPr id="87" name="Text 20">
            <a:extLst>
              <a:ext uri="{FF2B5EF4-FFF2-40B4-BE49-F238E27FC236}">
                <a16:creationId xmlns:a16="http://schemas.microsoft.com/office/drawing/2014/main" id="{0E346E38-8A78-83C3-2B70-8CB3BAC40F99}"/>
              </a:ext>
            </a:extLst>
          </p:cNvPr>
          <p:cNvSpPr/>
          <p:nvPr/>
        </p:nvSpPr>
        <p:spPr>
          <a:xfrm>
            <a:off x="8367890" y="4604497"/>
            <a:ext cx="2880360" cy="11085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buSzPct val="12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ea typeface="Aptos" pitchFamily="34" charset="-122"/>
                <a:cs typeface="Aptos" pitchFamily="34" charset="-120"/>
              </a:rPr>
              <a:t>Talent, tools and governance</a:t>
            </a:r>
          </a:p>
          <a:p>
            <a:pPr marL="285750" indent="-285750">
              <a:buSzPct val="12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Accurate, editable slides built for efficient revisions</a:t>
            </a:r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70F79E49-BB58-EE9D-AB03-8AC0243D9E76}"/>
              </a:ext>
            </a:extLst>
          </p:cNvPr>
          <p:cNvCxnSpPr>
            <a:cxnSpLocks/>
          </p:cNvCxnSpPr>
          <p:nvPr/>
        </p:nvCxnSpPr>
        <p:spPr>
          <a:xfrm>
            <a:off x="3490477" y="2703706"/>
            <a:ext cx="0" cy="18360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Freeform: Shape 90">
            <a:extLst>
              <a:ext uri="{FF2B5EF4-FFF2-40B4-BE49-F238E27FC236}">
                <a16:creationId xmlns:a16="http://schemas.microsoft.com/office/drawing/2014/main" id="{2244D625-BEF7-C92F-F367-866C556DEB0D}"/>
              </a:ext>
            </a:extLst>
          </p:cNvPr>
          <p:cNvSpPr/>
          <p:nvPr/>
        </p:nvSpPr>
        <p:spPr>
          <a:xfrm>
            <a:off x="3485682" y="3942735"/>
            <a:ext cx="875071" cy="0"/>
          </a:xfrm>
          <a:custGeom>
            <a:avLst/>
            <a:gdLst>
              <a:gd name="csX0" fmla="*/ 0 w 875071"/>
              <a:gd name="csY0" fmla="*/ 0 h 0"/>
              <a:gd name="csX1" fmla="*/ 875071 w 875071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75071">
                <a:moveTo>
                  <a:pt x="0" y="0"/>
                </a:moveTo>
                <a:lnTo>
                  <a:pt x="875071" y="0"/>
                </a:lnTo>
              </a:path>
            </a:pathLst>
          </a:custGeom>
          <a:noFill/>
          <a:ln>
            <a:solidFill>
              <a:schemeClr val="bg1">
                <a:lumMod val="75000"/>
              </a:schemeClr>
            </a:soli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3D7772CC-2929-0D83-7B32-A90E9E042BA1}"/>
              </a:ext>
            </a:extLst>
          </p:cNvPr>
          <p:cNvCxnSpPr>
            <a:cxnSpLocks/>
          </p:cNvCxnSpPr>
          <p:nvPr/>
        </p:nvCxnSpPr>
        <p:spPr>
          <a:xfrm>
            <a:off x="8180464" y="1955455"/>
            <a:ext cx="0" cy="15588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5FFDB9B0-EB76-5D32-8F7B-58C3BAAA188C}"/>
              </a:ext>
            </a:extLst>
          </p:cNvPr>
          <p:cNvCxnSpPr>
            <a:cxnSpLocks/>
          </p:cNvCxnSpPr>
          <p:nvPr/>
        </p:nvCxnSpPr>
        <p:spPr>
          <a:xfrm>
            <a:off x="8180464" y="4154253"/>
            <a:ext cx="0" cy="15588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Freeform: Shape 95">
            <a:extLst>
              <a:ext uri="{FF2B5EF4-FFF2-40B4-BE49-F238E27FC236}">
                <a16:creationId xmlns:a16="http://schemas.microsoft.com/office/drawing/2014/main" id="{1884EA8A-8E58-D7EE-E3AE-48DCECC62151}"/>
              </a:ext>
            </a:extLst>
          </p:cNvPr>
          <p:cNvSpPr/>
          <p:nvPr/>
        </p:nvSpPr>
        <p:spPr>
          <a:xfrm>
            <a:off x="6527056" y="2802194"/>
            <a:ext cx="1653408" cy="0"/>
          </a:xfrm>
          <a:custGeom>
            <a:avLst/>
            <a:gdLst>
              <a:gd name="csX0" fmla="*/ 0 w 1573161"/>
              <a:gd name="csY0" fmla="*/ 0 h 0"/>
              <a:gd name="csX1" fmla="*/ 1573161 w 1573161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573161">
                <a:moveTo>
                  <a:pt x="0" y="0"/>
                </a:moveTo>
                <a:lnTo>
                  <a:pt x="1573161" y="0"/>
                </a:lnTo>
              </a:path>
            </a:pathLst>
          </a:custGeom>
          <a:noFill/>
          <a:ln>
            <a:solidFill>
              <a:schemeClr val="bg1">
                <a:lumMod val="75000"/>
              </a:schemeClr>
            </a:solidFill>
            <a:headEnd type="oval"/>
            <a:tailEnd type="non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7" name="Freeform: Shape 96">
            <a:extLst>
              <a:ext uri="{FF2B5EF4-FFF2-40B4-BE49-F238E27FC236}">
                <a16:creationId xmlns:a16="http://schemas.microsoft.com/office/drawing/2014/main" id="{20404617-7929-D8DF-951A-6E799B736289}"/>
              </a:ext>
            </a:extLst>
          </p:cNvPr>
          <p:cNvSpPr/>
          <p:nvPr/>
        </p:nvSpPr>
        <p:spPr>
          <a:xfrm>
            <a:off x="7556237" y="5116674"/>
            <a:ext cx="629265" cy="0"/>
          </a:xfrm>
          <a:custGeom>
            <a:avLst/>
            <a:gdLst>
              <a:gd name="csX0" fmla="*/ 0 w 629265"/>
              <a:gd name="csY0" fmla="*/ 0 h 0"/>
              <a:gd name="csX1" fmla="*/ 629265 w 629265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9265">
                <a:moveTo>
                  <a:pt x="0" y="0"/>
                </a:moveTo>
                <a:lnTo>
                  <a:pt x="629265" y="0"/>
                </a:lnTo>
              </a:path>
            </a:pathLst>
          </a:custGeom>
          <a:noFill/>
          <a:ln>
            <a:solidFill>
              <a:schemeClr val="bg1">
                <a:lumMod val="75000"/>
              </a:schemeClr>
            </a:solidFill>
            <a:headEnd type="oval"/>
            <a:tailEnd type="non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17008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thinkcell data - do not delete" hidden="1">
            <a:extLst>
              <a:ext uri="{FF2B5EF4-FFF2-40B4-BE49-F238E27FC236}">
                <a16:creationId xmlns:a16="http://schemas.microsoft.com/office/drawing/2014/main" id="{BB8B7108-BBE3-2798-C0DB-DB92A1777F66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754741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473" imgH="473" progId="TCLayout.ActiveDocument.1">
                  <p:embed/>
                </p:oleObj>
              </mc:Choice>
              <mc:Fallback>
                <p:oleObj name="thinkcell Slide" r:id="rId3" imgW="473" imgH="47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F1856AFB-C57B-D87B-3B99-3380664E6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>
            <a:spAutoFit/>
          </a:bodyPr>
          <a:lstStyle/>
          <a:p>
            <a:r>
              <a:rPr lang="en-IN" dirty="0"/>
              <a:t>Fee during the developed phase vs scale up phase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B899DD-FC2E-1502-58AD-0D11C6F687A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Note:</a:t>
            </a:r>
            <a:r>
              <a:rPr lang="en-US" b="0" dirty="0"/>
              <a:t> This is a self-initiated presentation design using illustrative data.</a:t>
            </a:r>
            <a:endParaRPr lang="en-IN" b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75B431-B7ED-4341-CCBB-1FE83ED930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Source: </a:t>
            </a:r>
            <a:r>
              <a:rPr lang="en-US" b="0" dirty="0"/>
              <a:t>Content taken from random online source.</a:t>
            </a:r>
            <a:endParaRPr lang="en-IN" b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96D4BE4-C24F-496E-FDF6-A742B6116CCB}"/>
              </a:ext>
            </a:extLst>
          </p:cNvPr>
          <p:cNvSpPr/>
          <p:nvPr/>
        </p:nvSpPr>
        <p:spPr>
          <a:xfrm>
            <a:off x="761172" y="2263378"/>
            <a:ext cx="5937532" cy="3292730"/>
          </a:xfrm>
          <a:custGeom>
            <a:avLst/>
            <a:gdLst>
              <a:gd name="csX0" fmla="*/ 5937494 w 5937532"/>
              <a:gd name="csY0" fmla="*/ 207093 h 2884755"/>
              <a:gd name="csX1" fmla="*/ 5925451 w 5937532"/>
              <a:gd name="csY1" fmla="*/ 271906 h 2884755"/>
              <a:gd name="csX2" fmla="*/ 5570463 w 5937532"/>
              <a:gd name="csY2" fmla="*/ 1261704 h 2884755"/>
              <a:gd name="csX3" fmla="*/ 5455312 w 5937532"/>
              <a:gd name="csY3" fmla="*/ 1582863 h 2884755"/>
              <a:gd name="csX4" fmla="*/ 5102896 w 5937532"/>
              <a:gd name="csY4" fmla="*/ 2565624 h 2884755"/>
              <a:gd name="csX5" fmla="*/ 4789788 w 5937532"/>
              <a:gd name="csY5" fmla="*/ 2863849 h 2884755"/>
              <a:gd name="csX6" fmla="*/ 4649336 w 5937532"/>
              <a:gd name="csY6" fmla="*/ 2884755 h 2884755"/>
              <a:gd name="csX7" fmla="*/ 203434 w 5937532"/>
              <a:gd name="csY7" fmla="*/ 2884755 h 2884755"/>
              <a:gd name="csX8" fmla="*/ 12105 w 5937532"/>
              <a:gd name="csY8" fmla="*/ 2612849 h 2884755"/>
              <a:gd name="csX9" fmla="*/ 496585 w 5937532"/>
              <a:gd name="csY9" fmla="*/ 1261704 h 2884755"/>
              <a:gd name="csX10" fmla="*/ 838784 w 5937532"/>
              <a:gd name="csY10" fmla="*/ 307427 h 2884755"/>
              <a:gd name="csX11" fmla="*/ 889186 w 5937532"/>
              <a:gd name="csY11" fmla="*/ 207093 h 2884755"/>
              <a:gd name="csX12" fmla="*/ 1275700 w 5937532"/>
              <a:gd name="csY12" fmla="*/ 0 h 2884755"/>
              <a:gd name="csX13" fmla="*/ 5734049 w 5937532"/>
              <a:gd name="csY13" fmla="*/ 0 h 2884755"/>
              <a:gd name="csX14" fmla="*/ 5937494 w 5937532"/>
              <a:gd name="csY14" fmla="*/ 207093 h 28847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5937532" h="2884755">
                <a:moveTo>
                  <a:pt x="5937494" y="207093"/>
                </a:moveTo>
                <a:cubicBezTo>
                  <a:pt x="5937088" y="228405"/>
                  <a:pt x="5933233" y="250256"/>
                  <a:pt x="5925451" y="271906"/>
                </a:cubicBezTo>
                <a:lnTo>
                  <a:pt x="5570463" y="1261704"/>
                </a:lnTo>
                <a:lnTo>
                  <a:pt x="5455312" y="1582863"/>
                </a:lnTo>
                <a:lnTo>
                  <a:pt x="5102896" y="2565624"/>
                </a:lnTo>
                <a:cubicBezTo>
                  <a:pt x="5050599" y="2711489"/>
                  <a:pt x="4932879" y="2820278"/>
                  <a:pt x="4789788" y="2863849"/>
                </a:cubicBezTo>
                <a:cubicBezTo>
                  <a:pt x="4745000" y="2877516"/>
                  <a:pt x="4697778" y="2884755"/>
                  <a:pt x="4649336" y="2884755"/>
                </a:cubicBezTo>
                <a:lnTo>
                  <a:pt x="203434" y="2884755"/>
                </a:lnTo>
                <a:cubicBezTo>
                  <a:pt x="62778" y="2884755"/>
                  <a:pt x="-35389" y="2745319"/>
                  <a:pt x="12105" y="2612849"/>
                </a:cubicBezTo>
                <a:lnTo>
                  <a:pt x="496585" y="1261704"/>
                </a:lnTo>
                <a:lnTo>
                  <a:pt x="838784" y="307427"/>
                </a:lnTo>
                <a:cubicBezTo>
                  <a:pt x="851637" y="271504"/>
                  <a:pt x="868688" y="237878"/>
                  <a:pt x="889186" y="207093"/>
                </a:cubicBezTo>
                <a:cubicBezTo>
                  <a:pt x="973823" y="79766"/>
                  <a:pt x="1117929" y="0"/>
                  <a:pt x="1275700" y="0"/>
                </a:cubicBezTo>
                <a:lnTo>
                  <a:pt x="5734049" y="0"/>
                </a:lnTo>
                <a:cubicBezTo>
                  <a:pt x="5851775" y="0"/>
                  <a:pt x="5939658" y="97627"/>
                  <a:pt x="5937494" y="207093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 w="3048" cap="flat">
            <a:noFill/>
            <a:prstDash val="solid"/>
            <a:miter/>
          </a:ln>
        </p:spPr>
        <p:txBody>
          <a:bodyPr/>
          <a:lstStyle/>
          <a:p>
            <a:endParaRPr lang="en-US" sz="240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60C37C5-7267-98BC-1ED6-63A7719613EB}"/>
              </a:ext>
            </a:extLst>
          </p:cNvPr>
          <p:cNvSpPr/>
          <p:nvPr/>
        </p:nvSpPr>
        <p:spPr>
          <a:xfrm>
            <a:off x="5402329" y="4028462"/>
            <a:ext cx="814124" cy="1503806"/>
          </a:xfrm>
          <a:custGeom>
            <a:avLst/>
            <a:gdLst>
              <a:gd name="csX0" fmla="*/ 814125 w 814124"/>
              <a:gd name="csY0" fmla="*/ 36466 h 1317482"/>
              <a:gd name="csX1" fmla="*/ 461714 w 814124"/>
              <a:gd name="csY1" fmla="*/ 1019211 h 1317482"/>
              <a:gd name="csX2" fmla="*/ 148615 w 814124"/>
              <a:gd name="csY2" fmla="*/ 1317483 h 1317482"/>
              <a:gd name="csX3" fmla="*/ 148441 w 814124"/>
              <a:gd name="csY3" fmla="*/ 1317483 h 1317482"/>
              <a:gd name="csX4" fmla="*/ 3271 w 814124"/>
              <a:gd name="csY4" fmla="*/ 927314 h 1317482"/>
              <a:gd name="csX5" fmla="*/ 461282 w 814124"/>
              <a:gd name="csY5" fmla="*/ 0 h 1317482"/>
              <a:gd name="csX6" fmla="*/ 814125 w 814124"/>
              <a:gd name="csY6" fmla="*/ 36466 h 131748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814124" h="1317482">
                <a:moveTo>
                  <a:pt x="814125" y="36466"/>
                </a:moveTo>
                <a:lnTo>
                  <a:pt x="461714" y="1019211"/>
                </a:lnTo>
                <a:cubicBezTo>
                  <a:pt x="409475" y="1165071"/>
                  <a:pt x="291715" y="1273863"/>
                  <a:pt x="148615" y="1317483"/>
                </a:cubicBezTo>
                <a:lnTo>
                  <a:pt x="148441" y="1317483"/>
                </a:lnTo>
                <a:cubicBezTo>
                  <a:pt x="-34747" y="1182917"/>
                  <a:pt x="3271" y="927314"/>
                  <a:pt x="3271" y="927314"/>
                </a:cubicBezTo>
                <a:lnTo>
                  <a:pt x="461282" y="0"/>
                </a:lnTo>
                <a:lnTo>
                  <a:pt x="814125" y="36466"/>
                </a:lnTo>
                <a:close/>
              </a:path>
            </a:pathLst>
          </a:custGeom>
          <a:solidFill>
            <a:srgbClr val="000000">
              <a:alpha val="15000"/>
            </a:srgbClr>
          </a:solidFill>
          <a:ln w="3048" cap="flat">
            <a:noFill/>
            <a:prstDash val="solid"/>
            <a:miter/>
          </a:ln>
        </p:spPr>
        <p:txBody>
          <a:bodyPr/>
          <a:lstStyle/>
          <a:p>
            <a:endParaRPr lang="en-US" sz="240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38E1C21-BBFF-BF8E-F9F1-3002481B708F}"/>
              </a:ext>
            </a:extLst>
          </p:cNvPr>
          <p:cNvSpPr/>
          <p:nvPr/>
        </p:nvSpPr>
        <p:spPr>
          <a:xfrm>
            <a:off x="1257756" y="2499759"/>
            <a:ext cx="5440908" cy="1203759"/>
          </a:xfrm>
          <a:custGeom>
            <a:avLst/>
            <a:gdLst>
              <a:gd name="csX0" fmla="*/ 5440909 w 5440908"/>
              <a:gd name="csY0" fmla="*/ 0 h 1054611"/>
              <a:gd name="csX1" fmla="*/ 5428866 w 5440908"/>
              <a:gd name="csY1" fmla="*/ 64813 h 1054611"/>
              <a:gd name="csX2" fmla="*/ 5073878 w 5440908"/>
              <a:gd name="csY2" fmla="*/ 1054611 h 1054611"/>
              <a:gd name="csX3" fmla="*/ 0 w 5440908"/>
              <a:gd name="csY3" fmla="*/ 1054611 h 1054611"/>
              <a:gd name="csX4" fmla="*/ 342199 w 5440908"/>
              <a:gd name="csY4" fmla="*/ 100334 h 1054611"/>
              <a:gd name="csX5" fmla="*/ 392601 w 5440908"/>
              <a:gd name="csY5" fmla="*/ 0 h 1054611"/>
              <a:gd name="csX6" fmla="*/ 5440909 w 5440908"/>
              <a:gd name="csY6" fmla="*/ 0 h 105461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5440908" h="1054611">
                <a:moveTo>
                  <a:pt x="5440909" y="0"/>
                </a:moveTo>
                <a:cubicBezTo>
                  <a:pt x="5440503" y="21312"/>
                  <a:pt x="5436648" y="43163"/>
                  <a:pt x="5428866" y="64813"/>
                </a:cubicBezTo>
                <a:lnTo>
                  <a:pt x="5073878" y="1054611"/>
                </a:lnTo>
                <a:lnTo>
                  <a:pt x="0" y="1054611"/>
                </a:lnTo>
                <a:lnTo>
                  <a:pt x="342199" y="100334"/>
                </a:lnTo>
                <a:cubicBezTo>
                  <a:pt x="355052" y="64410"/>
                  <a:pt x="372103" y="30785"/>
                  <a:pt x="392601" y="0"/>
                </a:cubicBezTo>
                <a:lnTo>
                  <a:pt x="5440909" y="0"/>
                </a:lnTo>
                <a:close/>
              </a:path>
            </a:pathLst>
          </a:custGeom>
          <a:solidFill>
            <a:srgbClr val="000000">
              <a:alpha val="10000"/>
            </a:srgbClr>
          </a:solidFill>
          <a:ln w="3048" cap="flat">
            <a:noFill/>
            <a:prstDash val="solid"/>
            <a:miter/>
          </a:ln>
        </p:spPr>
        <p:txBody>
          <a:bodyPr/>
          <a:lstStyle/>
          <a:p>
            <a:endParaRPr lang="en-US" sz="240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6673231-CEDB-74C9-BE8A-53D8010EBAF7}"/>
              </a:ext>
            </a:extLst>
          </p:cNvPr>
          <p:cNvSpPr/>
          <p:nvPr/>
        </p:nvSpPr>
        <p:spPr>
          <a:xfrm>
            <a:off x="5405636" y="1794170"/>
            <a:ext cx="6022807" cy="3292730"/>
          </a:xfrm>
          <a:custGeom>
            <a:avLst/>
            <a:gdLst>
              <a:gd name="csX0" fmla="*/ 6018886 w 6022807"/>
              <a:gd name="csY0" fmla="*/ 242408 h 2884755"/>
              <a:gd name="csX1" fmla="*/ 6010766 w 6022807"/>
              <a:gd name="csY1" fmla="*/ 271906 h 2884755"/>
              <a:gd name="csX2" fmla="*/ 5643196 w 6022807"/>
              <a:gd name="csY2" fmla="*/ 1297019 h 2884755"/>
              <a:gd name="csX3" fmla="*/ 5188282 w 6022807"/>
              <a:gd name="csY3" fmla="*/ 2565557 h 2884755"/>
              <a:gd name="csX4" fmla="*/ 4734721 w 6022807"/>
              <a:gd name="csY4" fmla="*/ 2884755 h 2884755"/>
              <a:gd name="csX5" fmla="*/ 0 w 6022807"/>
              <a:gd name="csY5" fmla="*/ 2884755 h 2884755"/>
              <a:gd name="csX6" fmla="*/ 569321 w 6022807"/>
              <a:gd name="csY6" fmla="*/ 1297022 h 2884755"/>
              <a:gd name="csX7" fmla="*/ 924172 w 6022807"/>
              <a:gd name="csY7" fmla="*/ 307427 h 2884755"/>
              <a:gd name="csX8" fmla="*/ 953265 w 6022807"/>
              <a:gd name="csY8" fmla="*/ 242411 h 2884755"/>
              <a:gd name="csX9" fmla="*/ 1361024 w 6022807"/>
              <a:gd name="csY9" fmla="*/ 0 h 2884755"/>
              <a:gd name="csX10" fmla="*/ 5819440 w 6022807"/>
              <a:gd name="csY10" fmla="*/ 0 h 2884755"/>
              <a:gd name="csX11" fmla="*/ 6018886 w 6022807"/>
              <a:gd name="csY11" fmla="*/ 242408 h 28847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6022807" h="2884755">
                <a:moveTo>
                  <a:pt x="6018886" y="242408"/>
                </a:moveTo>
                <a:cubicBezTo>
                  <a:pt x="6016990" y="252216"/>
                  <a:pt x="6014284" y="262095"/>
                  <a:pt x="6010766" y="271906"/>
                </a:cubicBezTo>
                <a:lnTo>
                  <a:pt x="5643196" y="1297019"/>
                </a:lnTo>
                <a:lnTo>
                  <a:pt x="5188282" y="2565557"/>
                </a:lnTo>
                <a:cubicBezTo>
                  <a:pt x="5119610" y="2757020"/>
                  <a:pt x="4938159" y="2884755"/>
                  <a:pt x="4734721" y="2884755"/>
                </a:cubicBezTo>
                <a:lnTo>
                  <a:pt x="0" y="2884755"/>
                </a:lnTo>
                <a:lnTo>
                  <a:pt x="569321" y="1297022"/>
                </a:lnTo>
                <a:lnTo>
                  <a:pt x="924172" y="307427"/>
                </a:lnTo>
                <a:cubicBezTo>
                  <a:pt x="932292" y="284763"/>
                  <a:pt x="942033" y="263113"/>
                  <a:pt x="953265" y="242411"/>
                </a:cubicBezTo>
                <a:cubicBezTo>
                  <a:pt x="1033571" y="94653"/>
                  <a:pt x="1189177" y="0"/>
                  <a:pt x="1361024" y="0"/>
                </a:cubicBezTo>
                <a:lnTo>
                  <a:pt x="5819440" y="0"/>
                </a:lnTo>
                <a:cubicBezTo>
                  <a:pt x="5949742" y="-3"/>
                  <a:pt x="6043443" y="119546"/>
                  <a:pt x="6018886" y="242408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 w="3048" cap="flat">
            <a:noFill/>
            <a:prstDash val="solid"/>
            <a:miter/>
          </a:ln>
        </p:spPr>
        <p:txBody>
          <a:bodyPr/>
          <a:lstStyle/>
          <a:p>
            <a:endParaRPr lang="en-US" sz="240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DDCC75EC-4D52-9831-6C81-9D9C960B6BAC}"/>
              </a:ext>
            </a:extLst>
          </p:cNvPr>
          <p:cNvSpPr/>
          <p:nvPr/>
        </p:nvSpPr>
        <p:spPr>
          <a:xfrm>
            <a:off x="5974954" y="2070860"/>
            <a:ext cx="5449568" cy="1203758"/>
          </a:xfrm>
          <a:custGeom>
            <a:avLst/>
            <a:gdLst>
              <a:gd name="csX0" fmla="*/ 5449568 w 5449568"/>
              <a:gd name="csY0" fmla="*/ 0 h 1054610"/>
              <a:gd name="csX1" fmla="*/ 5441448 w 5449568"/>
              <a:gd name="csY1" fmla="*/ 29498 h 1054610"/>
              <a:gd name="csX2" fmla="*/ 5073878 w 5449568"/>
              <a:gd name="csY2" fmla="*/ 1054611 h 1054610"/>
              <a:gd name="csX3" fmla="*/ 0 w 5449568"/>
              <a:gd name="csY3" fmla="*/ 1054611 h 1054610"/>
              <a:gd name="csX4" fmla="*/ 354851 w 5449568"/>
              <a:gd name="csY4" fmla="*/ 65017 h 1054610"/>
              <a:gd name="csX5" fmla="*/ 383945 w 5449568"/>
              <a:gd name="csY5" fmla="*/ 0 h 1054610"/>
              <a:gd name="csX6" fmla="*/ 5449568 w 5449568"/>
              <a:gd name="csY6" fmla="*/ 0 h 10546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5449568" h="1054610">
                <a:moveTo>
                  <a:pt x="5449568" y="0"/>
                </a:moveTo>
                <a:cubicBezTo>
                  <a:pt x="5447672" y="9809"/>
                  <a:pt x="5444966" y="19687"/>
                  <a:pt x="5441448" y="29498"/>
                </a:cubicBezTo>
                <a:lnTo>
                  <a:pt x="5073878" y="1054611"/>
                </a:lnTo>
                <a:lnTo>
                  <a:pt x="0" y="1054611"/>
                </a:lnTo>
                <a:lnTo>
                  <a:pt x="354851" y="65017"/>
                </a:lnTo>
                <a:cubicBezTo>
                  <a:pt x="362971" y="42352"/>
                  <a:pt x="372713" y="20702"/>
                  <a:pt x="383945" y="0"/>
                </a:cubicBezTo>
                <a:lnTo>
                  <a:pt x="5449568" y="0"/>
                </a:lnTo>
                <a:close/>
              </a:path>
            </a:pathLst>
          </a:custGeom>
          <a:solidFill>
            <a:srgbClr val="000000">
              <a:alpha val="10000"/>
            </a:srgbClr>
          </a:solidFill>
          <a:ln w="3048" cap="flat">
            <a:noFill/>
            <a:prstDash val="solid"/>
            <a:miter/>
          </a:ln>
        </p:spPr>
        <p:txBody>
          <a:bodyPr/>
          <a:lstStyle/>
          <a:p>
            <a:endParaRPr lang="en-US" sz="24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92CFB8C-53E3-000A-D691-BCF5EDECC288}"/>
              </a:ext>
            </a:extLst>
          </p:cNvPr>
          <p:cNvSpPr/>
          <p:nvPr/>
        </p:nvSpPr>
        <p:spPr>
          <a:xfrm>
            <a:off x="1793280" y="2886196"/>
            <a:ext cx="3360757" cy="430887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2800" b="1" dirty="0">
                <a:solidFill>
                  <a:schemeClr val="bg1"/>
                </a:solidFill>
              </a:rPr>
              <a:t>Development phase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547A7B0-D688-FC4B-3230-C4653E2ED72E}"/>
              </a:ext>
            </a:extLst>
          </p:cNvPr>
          <p:cNvSpPr/>
          <p:nvPr/>
        </p:nvSpPr>
        <p:spPr>
          <a:xfrm>
            <a:off x="1793280" y="3884254"/>
            <a:ext cx="3360757" cy="1046440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2800" dirty="0"/>
              <a:t>SAR </a:t>
            </a:r>
            <a:br>
              <a:rPr lang="en-US" sz="2800" dirty="0"/>
            </a:br>
            <a:r>
              <a:rPr lang="en-US" sz="4000" dirty="0"/>
              <a:t>19.8</a:t>
            </a:r>
            <a:r>
              <a:rPr lang="en-US" sz="2800" dirty="0"/>
              <a:t> </a:t>
            </a:r>
            <a:r>
              <a:rPr lang="en-US" sz="2800" dirty="0" err="1"/>
              <a:t>mn</a:t>
            </a:r>
            <a:r>
              <a:rPr lang="en-US" sz="2800" dirty="0"/>
              <a:t> fees</a:t>
            </a:r>
            <a:endParaRPr lang="en-US" sz="2800" dirty="0">
              <a:solidFill>
                <a:srgbClr val="FFFFFF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C426372-1E9B-12CC-20BE-8380E2A8F860}"/>
              </a:ext>
            </a:extLst>
          </p:cNvPr>
          <p:cNvSpPr/>
          <p:nvPr/>
        </p:nvSpPr>
        <p:spPr>
          <a:xfrm>
            <a:off x="6878511" y="2457296"/>
            <a:ext cx="3360757" cy="430887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2800" b="1" dirty="0">
                <a:solidFill>
                  <a:schemeClr val="bg1"/>
                </a:solidFill>
              </a:rPr>
              <a:t>Scale up phase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AED0D3F-CFF5-AA3E-3E45-1A9C993B2938}"/>
              </a:ext>
            </a:extLst>
          </p:cNvPr>
          <p:cNvSpPr/>
          <p:nvPr/>
        </p:nvSpPr>
        <p:spPr>
          <a:xfrm>
            <a:off x="6878511" y="3565206"/>
            <a:ext cx="3360757" cy="861774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2800" dirty="0">
                <a:solidFill>
                  <a:srgbClr val="FFFFFF"/>
                </a:solidFill>
              </a:rPr>
              <a:t>Fees to be agreed as per Client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83A5C136-EF97-564C-AAE4-794160C228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88103" y="2765633"/>
            <a:ext cx="534212" cy="534212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BA3377AE-423A-6426-B707-283DC63666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245941" y="2432213"/>
            <a:ext cx="481052" cy="481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2918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Picture 50">
            <a:extLst>
              <a:ext uri="{FF2B5EF4-FFF2-40B4-BE49-F238E27FC236}">
                <a16:creationId xmlns:a16="http://schemas.microsoft.com/office/drawing/2014/main" id="{CBB027D1-0B9F-220D-ACE0-1265F113E2D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</a:blip>
          <a:srcRect t="-4023" b="4023"/>
          <a:stretch>
            <a:fillRect/>
          </a:stretch>
        </p:blipFill>
        <p:spPr>
          <a:xfrm>
            <a:off x="0" y="3176"/>
            <a:ext cx="12192000" cy="6854824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886DE9F6-83F6-8360-1B7D-10CD4F545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Vision and Mission</a:t>
            </a:r>
            <a:endParaRPr lang="en-IN" dirty="0"/>
          </a:p>
        </p:txBody>
      </p:sp>
      <p:sp>
        <p:nvSpPr>
          <p:cNvPr id="8" name="Rectangle: Top Corners Rounded 7">
            <a:extLst>
              <a:ext uri="{FF2B5EF4-FFF2-40B4-BE49-F238E27FC236}">
                <a16:creationId xmlns:a16="http://schemas.microsoft.com/office/drawing/2014/main" id="{461092A0-5BBD-4B70-001E-1074D66B1E89}"/>
              </a:ext>
            </a:extLst>
          </p:cNvPr>
          <p:cNvSpPr>
            <a:spLocks/>
          </p:cNvSpPr>
          <p:nvPr/>
        </p:nvSpPr>
        <p:spPr>
          <a:xfrm>
            <a:off x="8903889" y="1442091"/>
            <a:ext cx="2801356" cy="2940183"/>
          </a:xfrm>
          <a:prstGeom prst="round2SameRect">
            <a:avLst>
              <a:gd name="adj1" fmla="val 3057"/>
              <a:gd name="adj2" fmla="val 0"/>
            </a:avLst>
          </a:prstGeom>
          <a:gradFill flip="none" rotWithShape="1">
            <a:gsLst>
              <a:gs pos="76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 w="6350" cap="sq">
            <a:noFill/>
            <a:miter lim="800000"/>
          </a:ln>
          <a:effectLst>
            <a:outerShdw blurRad="635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25831D0-E448-F497-AC9B-8B2AC9431F9E}"/>
              </a:ext>
            </a:extLst>
          </p:cNvPr>
          <p:cNvSpPr>
            <a:spLocks/>
          </p:cNvSpPr>
          <p:nvPr/>
        </p:nvSpPr>
        <p:spPr>
          <a:xfrm>
            <a:off x="9081380" y="2686929"/>
            <a:ext cx="2446374" cy="1554272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cs"/>
              </a:rPr>
              <a:t>Mission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To simplify complexity, and deliver professional presentations with 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“creativity and clarity”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592E8D6-3C57-71B4-5084-35E78ED90309}"/>
              </a:ext>
            </a:extLst>
          </p:cNvPr>
          <p:cNvSpPr>
            <a:spLocks/>
          </p:cNvSpPr>
          <p:nvPr/>
        </p:nvSpPr>
        <p:spPr>
          <a:xfrm>
            <a:off x="8988468" y="1560035"/>
            <a:ext cx="2632198" cy="2704294"/>
          </a:xfrm>
          <a:prstGeom prst="roundRect">
            <a:avLst>
              <a:gd name="adj" fmla="val 3352"/>
            </a:avLst>
          </a:prstGeom>
          <a:noFill/>
          <a:ln w="6350" cap="sq">
            <a:gradFill>
              <a:gsLst>
                <a:gs pos="0">
                  <a:schemeClr val="accent1">
                    <a:lumMod val="20000"/>
                    <a:lumOff val="80000"/>
                    <a:alpha val="50000"/>
                  </a:schemeClr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5400000" scaled="1"/>
            </a:gra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1" name="Rectangle: Rounded Corners 122">
            <a:extLst>
              <a:ext uri="{FF2B5EF4-FFF2-40B4-BE49-F238E27FC236}">
                <a16:creationId xmlns:a16="http://schemas.microsoft.com/office/drawing/2014/main" id="{52D63FFD-AFDA-C2D2-C564-5DA58888C952}"/>
              </a:ext>
            </a:extLst>
          </p:cNvPr>
          <p:cNvSpPr>
            <a:spLocks/>
          </p:cNvSpPr>
          <p:nvPr/>
        </p:nvSpPr>
        <p:spPr>
          <a:xfrm>
            <a:off x="9588500" y="5373165"/>
            <a:ext cx="1627439" cy="711330"/>
          </a:xfrm>
          <a:prstGeom prst="roundRect">
            <a:avLst>
              <a:gd name="adj" fmla="val 8549"/>
            </a:avLst>
          </a:prstGeom>
          <a:solidFill>
            <a:schemeClr val="bg1"/>
          </a:solidFill>
          <a:ln w="6350" cap="sq">
            <a:noFill/>
            <a:miter lim="800000"/>
          </a:ln>
          <a:effectLst>
            <a:outerShdw blurRad="254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72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cs"/>
              </a:rPr>
              <a:t>Drive meaningful decisions</a:t>
            </a:r>
          </a:p>
        </p:txBody>
      </p:sp>
      <p:sp>
        <p:nvSpPr>
          <p:cNvPr id="12" name="Rectangle: Rounded Corners 124">
            <a:extLst>
              <a:ext uri="{FF2B5EF4-FFF2-40B4-BE49-F238E27FC236}">
                <a16:creationId xmlns:a16="http://schemas.microsoft.com/office/drawing/2014/main" id="{C6E65FC5-A8E2-DB39-0C1A-D3EF1DA35113}"/>
              </a:ext>
            </a:extLst>
          </p:cNvPr>
          <p:cNvSpPr>
            <a:spLocks/>
          </p:cNvSpPr>
          <p:nvPr/>
        </p:nvSpPr>
        <p:spPr>
          <a:xfrm>
            <a:off x="7874245" y="5373165"/>
            <a:ext cx="1627439" cy="711330"/>
          </a:xfrm>
          <a:prstGeom prst="roundRect">
            <a:avLst>
              <a:gd name="adj" fmla="val 8549"/>
            </a:avLst>
          </a:prstGeom>
          <a:solidFill>
            <a:schemeClr val="bg1"/>
          </a:solidFill>
          <a:ln w="6350" cap="sq">
            <a:noFill/>
            <a:miter lim="800000"/>
          </a:ln>
          <a:effectLst>
            <a:outerShdw blurRad="254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72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cs"/>
              </a:rPr>
              <a:t>Strengthen communication</a:t>
            </a:r>
          </a:p>
        </p:txBody>
      </p:sp>
      <p:sp>
        <p:nvSpPr>
          <p:cNvPr id="13" name="Rectangle: Rounded Corners 131">
            <a:extLst>
              <a:ext uri="{FF2B5EF4-FFF2-40B4-BE49-F238E27FC236}">
                <a16:creationId xmlns:a16="http://schemas.microsoft.com/office/drawing/2014/main" id="{5212C0EA-BD69-3605-9D97-ED5CDFB937D2}"/>
              </a:ext>
            </a:extLst>
          </p:cNvPr>
          <p:cNvSpPr>
            <a:spLocks/>
          </p:cNvSpPr>
          <p:nvPr/>
        </p:nvSpPr>
        <p:spPr>
          <a:xfrm>
            <a:off x="6159991" y="5373165"/>
            <a:ext cx="1627439" cy="711330"/>
          </a:xfrm>
          <a:prstGeom prst="roundRect">
            <a:avLst>
              <a:gd name="adj" fmla="val 8549"/>
            </a:avLst>
          </a:prstGeom>
          <a:solidFill>
            <a:schemeClr val="bg1"/>
          </a:solidFill>
          <a:ln w="6350" cap="sq">
            <a:noFill/>
            <a:miter lim="800000"/>
          </a:ln>
          <a:effectLst>
            <a:outerShdw blurRad="254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72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cs"/>
              </a:rPr>
              <a:t>Inspire clarity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7B2C32A-84FD-2B30-A3BE-AD92D97E0217}"/>
              </a:ext>
            </a:extLst>
          </p:cNvPr>
          <p:cNvSpPr>
            <a:spLocks/>
          </p:cNvSpPr>
          <p:nvPr/>
        </p:nvSpPr>
        <p:spPr>
          <a:xfrm>
            <a:off x="6556412" y="4674076"/>
            <a:ext cx="4028605" cy="276999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+mn-ea"/>
                <a:cs typeface="+mn-cs"/>
              </a:rPr>
              <a:t>Three objectives</a:t>
            </a:r>
          </a:p>
        </p:txBody>
      </p:sp>
      <p:sp>
        <p:nvSpPr>
          <p:cNvPr id="15" name="Freeform 5">
            <a:extLst>
              <a:ext uri="{FF2B5EF4-FFF2-40B4-BE49-F238E27FC236}">
                <a16:creationId xmlns:a16="http://schemas.microsoft.com/office/drawing/2014/main" id="{9D037703-EFCF-5184-D310-753DF53690FA}"/>
              </a:ext>
            </a:extLst>
          </p:cNvPr>
          <p:cNvSpPr/>
          <p:nvPr/>
        </p:nvSpPr>
        <p:spPr bwMode="auto">
          <a:xfrm>
            <a:off x="0" y="1542301"/>
            <a:ext cx="11507674" cy="4902186"/>
          </a:xfrm>
          <a:custGeom>
            <a:avLst/>
            <a:gdLst>
              <a:gd name="T0" fmla="*/ 2153 w 2153"/>
              <a:gd name="T1" fmla="*/ 0 h 686"/>
              <a:gd name="T2" fmla="*/ 0 w 2153"/>
              <a:gd name="T3" fmla="*/ 519 h 686"/>
              <a:gd name="T4" fmla="*/ 0 w 2153"/>
              <a:gd name="T5" fmla="*/ 686 h 686"/>
              <a:gd name="T6" fmla="*/ 514 w 2153"/>
              <a:gd name="T7" fmla="*/ 686 h 686"/>
              <a:gd name="T8" fmla="*/ 1743 w 2153"/>
              <a:gd name="T9" fmla="*/ 149 h 686"/>
              <a:gd name="T10" fmla="*/ 2153 w 2153"/>
              <a:gd name="T11" fmla="*/ 0 h 6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153" h="686">
                <a:moveTo>
                  <a:pt x="2153" y="0"/>
                </a:moveTo>
                <a:cubicBezTo>
                  <a:pt x="1484" y="143"/>
                  <a:pt x="755" y="313"/>
                  <a:pt x="0" y="519"/>
                </a:cubicBezTo>
                <a:cubicBezTo>
                  <a:pt x="0" y="686"/>
                  <a:pt x="0" y="686"/>
                  <a:pt x="0" y="686"/>
                </a:cubicBezTo>
                <a:cubicBezTo>
                  <a:pt x="514" y="686"/>
                  <a:pt x="514" y="686"/>
                  <a:pt x="514" y="686"/>
                </a:cubicBezTo>
                <a:cubicBezTo>
                  <a:pt x="928" y="481"/>
                  <a:pt x="1336" y="303"/>
                  <a:pt x="1743" y="149"/>
                </a:cubicBezTo>
                <a:cubicBezTo>
                  <a:pt x="1876" y="99"/>
                  <a:pt x="2012" y="49"/>
                  <a:pt x="2153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endParaRPr lang="en-US" sz="120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1A083DD-24B1-4BFC-1552-6B5A5EA1BC81}"/>
              </a:ext>
            </a:extLst>
          </p:cNvPr>
          <p:cNvCxnSpPr>
            <a:cxnSpLocks/>
            <a:stCxn id="15" idx="2"/>
          </p:cNvCxnSpPr>
          <p:nvPr/>
        </p:nvCxnSpPr>
        <p:spPr>
          <a:xfrm flipV="1">
            <a:off x="0" y="5384525"/>
            <a:ext cx="1998013" cy="1059962"/>
          </a:xfrm>
          <a:prstGeom prst="line">
            <a:avLst/>
          </a:prstGeom>
          <a:ln w="571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7E8B9B9-18A7-9DDC-EDE3-1E62C726F9BB}"/>
              </a:ext>
            </a:extLst>
          </p:cNvPr>
          <p:cNvCxnSpPr/>
          <p:nvPr/>
        </p:nvCxnSpPr>
        <p:spPr>
          <a:xfrm flipV="1">
            <a:off x="2306772" y="4173242"/>
            <a:ext cx="2303813" cy="1045029"/>
          </a:xfrm>
          <a:prstGeom prst="line">
            <a:avLst/>
          </a:prstGeom>
          <a:ln w="571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8B456B4-B544-FEBD-33B1-8ADC22F53625}"/>
              </a:ext>
            </a:extLst>
          </p:cNvPr>
          <p:cNvCxnSpPr/>
          <p:nvPr/>
        </p:nvCxnSpPr>
        <p:spPr>
          <a:xfrm flipV="1">
            <a:off x="4872821" y="3175716"/>
            <a:ext cx="2267207" cy="899324"/>
          </a:xfrm>
          <a:prstGeom prst="line">
            <a:avLst/>
          </a:prstGeom>
          <a:ln w="571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9F904F0-D5F4-76CA-F0D5-661CC2FE1B6B}"/>
              </a:ext>
            </a:extLst>
          </p:cNvPr>
          <p:cNvCxnSpPr/>
          <p:nvPr/>
        </p:nvCxnSpPr>
        <p:spPr>
          <a:xfrm flipV="1">
            <a:off x="7770609" y="2285065"/>
            <a:ext cx="1685108" cy="681126"/>
          </a:xfrm>
          <a:prstGeom prst="line">
            <a:avLst/>
          </a:prstGeom>
          <a:ln w="571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BB724380-7574-112B-A3B0-2E7E7AD90D46}"/>
              </a:ext>
            </a:extLst>
          </p:cNvPr>
          <p:cNvSpPr/>
          <p:nvPr/>
        </p:nvSpPr>
        <p:spPr>
          <a:xfrm>
            <a:off x="769722" y="5381682"/>
            <a:ext cx="932073" cy="93207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</a:defRPr>
            </a:lvl9pPr>
          </a:lstStyle>
          <a:p>
            <a:pPr algn="ctr"/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132320A-3CD2-92F7-D552-20F446EDCBC1}"/>
              </a:ext>
            </a:extLst>
          </p:cNvPr>
          <p:cNvSpPr/>
          <p:nvPr/>
        </p:nvSpPr>
        <p:spPr>
          <a:xfrm>
            <a:off x="9838531" y="1661054"/>
            <a:ext cx="932073" cy="932073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lt1"/>
                </a:solidFill>
                <a:uLnTx/>
                <a:uFillTx/>
              </a:defRPr>
            </a:lvl9pPr>
          </a:lstStyle>
          <a:p>
            <a:pPr algn="ctr"/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BA6D6C2-7553-FA3A-02BB-C5987AA4F8A1}"/>
              </a:ext>
            </a:extLst>
          </p:cNvPr>
          <p:cNvSpPr txBox="1"/>
          <p:nvPr/>
        </p:nvSpPr>
        <p:spPr>
          <a:xfrm>
            <a:off x="554736" y="4173242"/>
            <a:ext cx="1292567" cy="578882"/>
          </a:xfrm>
          <a:prstGeom prst="wedgeRoundRectCallout">
            <a:avLst>
              <a:gd name="adj1" fmla="val -24764"/>
              <a:gd name="adj2" fmla="val 130289"/>
              <a:gd name="adj3" fmla="val 16667"/>
            </a:avLst>
          </a:prstGeom>
          <a:solidFill>
            <a:schemeClr val="accent1"/>
          </a:solidFill>
          <a:ln w="6350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Today</a:t>
            </a:r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4C27911D-C10A-4373-A76C-2CE4DFC50F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0483" y="5612444"/>
            <a:ext cx="470551" cy="470549"/>
          </a:xfrm>
          <a:prstGeom prst="rect">
            <a:avLst/>
          </a:prstGeom>
        </p:spPr>
      </p:pic>
      <p:sp>
        <p:nvSpPr>
          <p:cNvPr id="24" name="Graphic 7">
            <a:extLst>
              <a:ext uri="{FF2B5EF4-FFF2-40B4-BE49-F238E27FC236}">
                <a16:creationId xmlns:a16="http://schemas.microsoft.com/office/drawing/2014/main" id="{7EE8D9FA-528A-CA9C-6AD9-2647866E4AFC}"/>
              </a:ext>
            </a:extLst>
          </p:cNvPr>
          <p:cNvSpPr/>
          <p:nvPr/>
        </p:nvSpPr>
        <p:spPr>
          <a:xfrm>
            <a:off x="10034228" y="1856751"/>
            <a:ext cx="540679" cy="540679"/>
          </a:xfrm>
          <a:custGeom>
            <a:avLst/>
            <a:gdLst>
              <a:gd name="connsiteX0" fmla="*/ 831650 w 866775"/>
              <a:gd name="connsiteY0" fmla="*/ 860447 h 866775"/>
              <a:gd name="connsiteX1" fmla="*/ 856876 w 866775"/>
              <a:gd name="connsiteY1" fmla="*/ 846196 h 866775"/>
              <a:gd name="connsiteX2" fmla="*/ 857732 w 866775"/>
              <a:gd name="connsiteY2" fmla="*/ 817249 h 866775"/>
              <a:gd name="connsiteX3" fmla="*/ 825249 w 866775"/>
              <a:gd name="connsiteY3" fmla="*/ 755411 h 866775"/>
              <a:gd name="connsiteX4" fmla="*/ 811855 w 866775"/>
              <a:gd name="connsiteY4" fmla="*/ 751244 h 866775"/>
              <a:gd name="connsiteX5" fmla="*/ 807688 w 866775"/>
              <a:gd name="connsiteY5" fmla="*/ 764638 h 866775"/>
              <a:gd name="connsiteX6" fmla="*/ 840170 w 866775"/>
              <a:gd name="connsiteY6" fmla="*/ 826476 h 866775"/>
              <a:gd name="connsiteX7" fmla="*/ 839910 w 866775"/>
              <a:gd name="connsiteY7" fmla="*/ 835926 h 866775"/>
              <a:gd name="connsiteX8" fmla="*/ 831650 w 866775"/>
              <a:gd name="connsiteY8" fmla="*/ 840577 h 866775"/>
              <a:gd name="connsiteX9" fmla="*/ 763449 w 866775"/>
              <a:gd name="connsiteY9" fmla="*/ 840577 h 866775"/>
              <a:gd name="connsiteX10" fmla="*/ 735134 w 866775"/>
              <a:gd name="connsiteY10" fmla="*/ 769251 h 866775"/>
              <a:gd name="connsiteX11" fmla="*/ 722260 w 866775"/>
              <a:gd name="connsiteY11" fmla="*/ 763670 h 866775"/>
              <a:gd name="connsiteX12" fmla="*/ 716679 w 866775"/>
              <a:gd name="connsiteY12" fmla="*/ 776544 h 866775"/>
              <a:gd name="connsiteX13" fmla="*/ 742055 w 866775"/>
              <a:gd name="connsiteY13" fmla="*/ 840541 h 866775"/>
              <a:gd name="connsiteX14" fmla="*/ 569004 w 866775"/>
              <a:gd name="connsiteY14" fmla="*/ 840541 h 866775"/>
              <a:gd name="connsiteX15" fmla="*/ 594380 w 866775"/>
              <a:gd name="connsiteY15" fmla="*/ 776544 h 866775"/>
              <a:gd name="connsiteX16" fmla="*/ 588799 w 866775"/>
              <a:gd name="connsiteY16" fmla="*/ 763670 h 866775"/>
              <a:gd name="connsiteX17" fmla="*/ 575925 w 866775"/>
              <a:gd name="connsiteY17" fmla="*/ 769251 h 866775"/>
              <a:gd name="connsiteX18" fmla="*/ 547610 w 866775"/>
              <a:gd name="connsiteY18" fmla="*/ 840577 h 866775"/>
              <a:gd name="connsiteX19" fmla="*/ 479447 w 866775"/>
              <a:gd name="connsiteY19" fmla="*/ 840577 h 866775"/>
              <a:gd name="connsiteX20" fmla="*/ 479410 w 866775"/>
              <a:gd name="connsiteY20" fmla="*/ 840577 h 866775"/>
              <a:gd name="connsiteX21" fmla="*/ 471150 w 866775"/>
              <a:gd name="connsiteY21" fmla="*/ 835926 h 866775"/>
              <a:gd name="connsiteX22" fmla="*/ 470852 w 866775"/>
              <a:gd name="connsiteY22" fmla="*/ 826439 h 866775"/>
              <a:gd name="connsiteX23" fmla="*/ 573360 w 866775"/>
              <a:gd name="connsiteY23" fmla="*/ 631290 h 866775"/>
              <a:gd name="connsiteX24" fmla="*/ 591815 w 866775"/>
              <a:gd name="connsiteY24" fmla="*/ 637616 h 866775"/>
              <a:gd name="connsiteX25" fmla="*/ 614437 w 866775"/>
              <a:gd name="connsiteY25" fmla="*/ 627718 h 866775"/>
              <a:gd name="connsiteX26" fmla="*/ 623664 w 866775"/>
              <a:gd name="connsiteY26" fmla="*/ 623030 h 866775"/>
              <a:gd name="connsiteX27" fmla="*/ 632854 w 866775"/>
              <a:gd name="connsiteY27" fmla="*/ 627718 h 866775"/>
              <a:gd name="connsiteX28" fmla="*/ 655476 w 866775"/>
              <a:gd name="connsiteY28" fmla="*/ 637616 h 866775"/>
              <a:gd name="connsiteX29" fmla="*/ 678098 w 866775"/>
              <a:gd name="connsiteY29" fmla="*/ 627718 h 866775"/>
              <a:gd name="connsiteX30" fmla="*/ 687288 w 866775"/>
              <a:gd name="connsiteY30" fmla="*/ 623030 h 866775"/>
              <a:gd name="connsiteX31" fmla="*/ 696478 w 866775"/>
              <a:gd name="connsiteY31" fmla="*/ 627718 h 866775"/>
              <a:gd name="connsiteX32" fmla="*/ 719100 w 866775"/>
              <a:gd name="connsiteY32" fmla="*/ 637616 h 866775"/>
              <a:gd name="connsiteX33" fmla="*/ 737555 w 866775"/>
              <a:gd name="connsiteY33" fmla="*/ 631290 h 866775"/>
              <a:gd name="connsiteX34" fmla="*/ 749610 w 866775"/>
              <a:gd name="connsiteY34" fmla="*/ 654248 h 866775"/>
              <a:gd name="connsiteX35" fmla="*/ 763004 w 866775"/>
              <a:gd name="connsiteY35" fmla="*/ 658415 h 866775"/>
              <a:gd name="connsiteX36" fmla="*/ 767171 w 866775"/>
              <a:gd name="connsiteY36" fmla="*/ 645021 h 866775"/>
              <a:gd name="connsiteX37" fmla="*/ 700831 w 866775"/>
              <a:gd name="connsiteY37" fmla="*/ 518814 h 866775"/>
              <a:gd name="connsiteX38" fmla="*/ 655439 w 866775"/>
              <a:gd name="connsiteY38" fmla="*/ 493439 h 866775"/>
              <a:gd name="connsiteX39" fmla="*/ 626975 w 866775"/>
              <a:gd name="connsiteY39" fmla="*/ 501922 h 866775"/>
              <a:gd name="connsiteX40" fmla="*/ 523277 w 866775"/>
              <a:gd name="connsiteY40" fmla="*/ 304650 h 866775"/>
              <a:gd name="connsiteX41" fmla="*/ 496934 w 866775"/>
              <a:gd name="connsiteY41" fmla="*/ 278382 h 866775"/>
              <a:gd name="connsiteX42" fmla="*/ 496860 w 866775"/>
              <a:gd name="connsiteY42" fmla="*/ 216172 h 866775"/>
              <a:gd name="connsiteX43" fmla="*/ 703400 w 866775"/>
              <a:gd name="connsiteY43" fmla="*/ 216172 h 866775"/>
              <a:gd name="connsiteX44" fmla="*/ 712255 w 866775"/>
              <a:gd name="connsiteY44" fmla="*/ 210703 h 866775"/>
              <a:gd name="connsiteX45" fmla="*/ 711325 w 866775"/>
              <a:gd name="connsiteY45" fmla="*/ 200322 h 866775"/>
              <a:gd name="connsiteX46" fmla="*/ 656296 w 866775"/>
              <a:gd name="connsiteY46" fmla="*/ 126689 h 866775"/>
              <a:gd name="connsiteX47" fmla="*/ 711325 w 866775"/>
              <a:gd name="connsiteY47" fmla="*/ 53056 h 866775"/>
              <a:gd name="connsiteX48" fmla="*/ 712255 w 866775"/>
              <a:gd name="connsiteY48" fmla="*/ 42676 h 866775"/>
              <a:gd name="connsiteX49" fmla="*/ 703400 w 866775"/>
              <a:gd name="connsiteY49" fmla="*/ 37207 h 866775"/>
              <a:gd name="connsiteX50" fmla="*/ 494479 w 866775"/>
              <a:gd name="connsiteY50" fmla="*/ 37207 h 866775"/>
              <a:gd name="connsiteX51" fmla="*/ 453662 w 866775"/>
              <a:gd name="connsiteY51" fmla="*/ 7144 h 866775"/>
              <a:gd name="connsiteX52" fmla="*/ 410688 w 866775"/>
              <a:gd name="connsiteY52" fmla="*/ 49895 h 866775"/>
              <a:gd name="connsiteX53" fmla="*/ 410390 w 866775"/>
              <a:gd name="connsiteY53" fmla="*/ 278457 h 866775"/>
              <a:gd name="connsiteX54" fmla="*/ 383713 w 866775"/>
              <a:gd name="connsiteY54" fmla="*/ 305246 h 866775"/>
              <a:gd name="connsiteX55" fmla="*/ 264841 w 866775"/>
              <a:gd name="connsiteY55" fmla="*/ 531541 h 866775"/>
              <a:gd name="connsiteX56" fmla="*/ 258181 w 866775"/>
              <a:gd name="connsiteY56" fmla="*/ 518891 h 866775"/>
              <a:gd name="connsiteX57" fmla="*/ 212788 w 866775"/>
              <a:gd name="connsiteY57" fmla="*/ 493515 h 866775"/>
              <a:gd name="connsiteX58" fmla="*/ 167061 w 866775"/>
              <a:gd name="connsiteY58" fmla="*/ 519486 h 866775"/>
              <a:gd name="connsiteX59" fmla="*/ 10565 w 866775"/>
              <a:gd name="connsiteY59" fmla="*/ 817295 h 866775"/>
              <a:gd name="connsiteX60" fmla="*/ 11421 w 866775"/>
              <a:gd name="connsiteY60" fmla="*/ 846242 h 866775"/>
              <a:gd name="connsiteX61" fmla="*/ 36647 w 866775"/>
              <a:gd name="connsiteY61" fmla="*/ 860492 h 866775"/>
              <a:gd name="connsiteX62" fmla="*/ 831460 w 866775"/>
              <a:gd name="connsiteY62" fmla="*/ 860492 h 866775"/>
              <a:gd name="connsiteX63" fmla="*/ 453364 w 866775"/>
              <a:gd name="connsiteY63" fmla="*/ 817249 h 866775"/>
              <a:gd name="connsiteX64" fmla="*/ 451765 w 866775"/>
              <a:gd name="connsiteY64" fmla="*/ 840615 h 866775"/>
              <a:gd name="connsiteX65" fmla="*/ 300927 w 866775"/>
              <a:gd name="connsiteY65" fmla="*/ 840615 h 866775"/>
              <a:gd name="connsiteX66" fmla="*/ 346506 w 866775"/>
              <a:gd name="connsiteY66" fmla="*/ 725724 h 866775"/>
              <a:gd name="connsiteX67" fmla="*/ 340925 w 866775"/>
              <a:gd name="connsiteY67" fmla="*/ 712850 h 866775"/>
              <a:gd name="connsiteX68" fmla="*/ 328051 w 866775"/>
              <a:gd name="connsiteY68" fmla="*/ 718431 h 866775"/>
              <a:gd name="connsiteX69" fmla="*/ 279570 w 866775"/>
              <a:gd name="connsiteY69" fmla="*/ 840618 h 866775"/>
              <a:gd name="connsiteX70" fmla="*/ 162222 w 866775"/>
              <a:gd name="connsiteY70" fmla="*/ 840618 h 866775"/>
              <a:gd name="connsiteX71" fmla="*/ 162185 w 866775"/>
              <a:gd name="connsiteY71" fmla="*/ 840618 h 866775"/>
              <a:gd name="connsiteX72" fmla="*/ 142949 w 866775"/>
              <a:gd name="connsiteY72" fmla="*/ 829754 h 866775"/>
              <a:gd name="connsiteX73" fmla="*/ 142280 w 866775"/>
              <a:gd name="connsiteY73" fmla="*/ 807653 h 866775"/>
              <a:gd name="connsiteX74" fmla="*/ 315854 w 866775"/>
              <a:gd name="connsiteY74" fmla="*/ 477326 h 866775"/>
              <a:gd name="connsiteX75" fmla="*/ 348373 w 866775"/>
              <a:gd name="connsiteY75" fmla="*/ 491502 h 866775"/>
              <a:gd name="connsiteX76" fmla="*/ 381450 w 866775"/>
              <a:gd name="connsiteY76" fmla="*/ 476805 h 866775"/>
              <a:gd name="connsiteX77" fmla="*/ 401096 w 866775"/>
              <a:gd name="connsiteY77" fmla="*/ 467317 h 866775"/>
              <a:gd name="connsiteX78" fmla="*/ 420741 w 866775"/>
              <a:gd name="connsiteY78" fmla="*/ 476805 h 866775"/>
              <a:gd name="connsiteX79" fmla="*/ 453819 w 866775"/>
              <a:gd name="connsiteY79" fmla="*/ 491502 h 866775"/>
              <a:gd name="connsiteX80" fmla="*/ 486896 w 866775"/>
              <a:gd name="connsiteY80" fmla="*/ 476805 h 866775"/>
              <a:gd name="connsiteX81" fmla="*/ 506541 w 866775"/>
              <a:gd name="connsiteY81" fmla="*/ 467317 h 866775"/>
              <a:gd name="connsiteX82" fmla="*/ 526187 w 866775"/>
              <a:gd name="connsiteY82" fmla="*/ 476805 h 866775"/>
              <a:gd name="connsiteX83" fmla="*/ 559264 w 866775"/>
              <a:gd name="connsiteY83" fmla="*/ 491502 h 866775"/>
              <a:gd name="connsiteX84" fmla="*/ 591783 w 866775"/>
              <a:gd name="connsiteY84" fmla="*/ 477326 h 866775"/>
              <a:gd name="connsiteX85" fmla="*/ 612210 w 866775"/>
              <a:gd name="connsiteY85" fmla="*/ 516170 h 866775"/>
              <a:gd name="connsiteX86" fmla="*/ 609903 w 866775"/>
              <a:gd name="connsiteY86" fmla="*/ 519444 h 866775"/>
              <a:gd name="connsiteX87" fmla="*/ 453407 w 866775"/>
              <a:gd name="connsiteY87" fmla="*/ 817253 h 866775"/>
              <a:gd name="connsiteX88" fmla="*/ 683717 w 866775"/>
              <a:gd name="connsiteY88" fmla="*/ 528708 h 866775"/>
              <a:gd name="connsiteX89" fmla="*/ 728217 w 866775"/>
              <a:gd name="connsiteY89" fmla="*/ 613354 h 866775"/>
              <a:gd name="connsiteX90" fmla="*/ 719213 w 866775"/>
              <a:gd name="connsiteY90" fmla="*/ 617819 h 866775"/>
              <a:gd name="connsiteX91" fmla="*/ 710023 w 866775"/>
              <a:gd name="connsiteY91" fmla="*/ 613131 h 866775"/>
              <a:gd name="connsiteX92" fmla="*/ 687401 w 866775"/>
              <a:gd name="connsiteY92" fmla="*/ 603233 h 866775"/>
              <a:gd name="connsiteX93" fmla="*/ 664779 w 866775"/>
              <a:gd name="connsiteY93" fmla="*/ 613131 h 866775"/>
              <a:gd name="connsiteX94" fmla="*/ 655589 w 866775"/>
              <a:gd name="connsiteY94" fmla="*/ 617819 h 866775"/>
              <a:gd name="connsiteX95" fmla="*/ 646399 w 866775"/>
              <a:gd name="connsiteY95" fmla="*/ 613131 h 866775"/>
              <a:gd name="connsiteX96" fmla="*/ 623777 w 866775"/>
              <a:gd name="connsiteY96" fmla="*/ 603233 h 866775"/>
              <a:gd name="connsiteX97" fmla="*/ 601155 w 866775"/>
              <a:gd name="connsiteY97" fmla="*/ 613131 h 866775"/>
              <a:gd name="connsiteX98" fmla="*/ 591965 w 866775"/>
              <a:gd name="connsiteY98" fmla="*/ 617819 h 866775"/>
              <a:gd name="connsiteX99" fmla="*/ 582961 w 866775"/>
              <a:gd name="connsiteY99" fmla="*/ 613354 h 866775"/>
              <a:gd name="connsiteX100" fmla="*/ 627125 w 866775"/>
              <a:gd name="connsiteY100" fmla="*/ 529266 h 866775"/>
              <a:gd name="connsiteX101" fmla="*/ 655589 w 866775"/>
              <a:gd name="connsiteY101" fmla="*/ 513341 h 866775"/>
              <a:gd name="connsiteX102" fmla="*/ 683754 w 866775"/>
              <a:gd name="connsiteY102" fmla="*/ 528708 h 866775"/>
              <a:gd name="connsiteX103" fmla="*/ 636092 w 866775"/>
              <a:gd name="connsiteY103" fmla="*/ 120809 h 866775"/>
              <a:gd name="connsiteX104" fmla="*/ 636092 w 866775"/>
              <a:gd name="connsiteY104" fmla="*/ 132679 h 866775"/>
              <a:gd name="connsiteX105" fmla="*/ 683717 w 866775"/>
              <a:gd name="connsiteY105" fmla="*/ 196377 h 866775"/>
              <a:gd name="connsiteX106" fmla="*/ 496979 w 866775"/>
              <a:gd name="connsiteY106" fmla="*/ 196377 h 866775"/>
              <a:gd name="connsiteX107" fmla="*/ 496793 w 866775"/>
              <a:gd name="connsiteY107" fmla="*/ 57112 h 866775"/>
              <a:gd name="connsiteX108" fmla="*/ 683722 w 866775"/>
              <a:gd name="connsiteY108" fmla="*/ 57112 h 866775"/>
              <a:gd name="connsiteX109" fmla="*/ 430714 w 866775"/>
              <a:gd name="connsiteY109" fmla="*/ 49930 h 866775"/>
              <a:gd name="connsiteX110" fmla="*/ 453820 w 866775"/>
              <a:gd name="connsiteY110" fmla="*/ 27048 h 866775"/>
              <a:gd name="connsiteX111" fmla="*/ 476925 w 866775"/>
              <a:gd name="connsiteY111" fmla="*/ 49967 h 866775"/>
              <a:gd name="connsiteX112" fmla="*/ 477223 w 866775"/>
              <a:gd name="connsiteY112" fmla="*/ 269376 h 866775"/>
              <a:gd name="connsiteX113" fmla="*/ 453820 w 866775"/>
              <a:gd name="connsiteY113" fmla="*/ 265767 h 866775"/>
              <a:gd name="connsiteX114" fmla="*/ 430417 w 866775"/>
              <a:gd name="connsiteY114" fmla="*/ 269376 h 866775"/>
              <a:gd name="connsiteX115" fmla="*/ 401097 w 866775"/>
              <a:gd name="connsiteY115" fmla="*/ 315106 h 866775"/>
              <a:gd name="connsiteX116" fmla="*/ 453820 w 866775"/>
              <a:gd name="connsiteY116" fmla="*/ 285638 h 866775"/>
              <a:gd name="connsiteX117" fmla="*/ 506207 w 866775"/>
              <a:gd name="connsiteY117" fmla="*/ 314548 h 866775"/>
              <a:gd name="connsiteX118" fmla="*/ 582296 w 866775"/>
              <a:gd name="connsiteY118" fmla="*/ 459357 h 866775"/>
              <a:gd name="connsiteX119" fmla="*/ 578947 w 866775"/>
              <a:gd name="connsiteY119" fmla="*/ 462259 h 866775"/>
              <a:gd name="connsiteX120" fmla="*/ 559265 w 866775"/>
              <a:gd name="connsiteY120" fmla="*/ 471746 h 866775"/>
              <a:gd name="connsiteX121" fmla="*/ 539619 w 866775"/>
              <a:gd name="connsiteY121" fmla="*/ 462259 h 866775"/>
              <a:gd name="connsiteX122" fmla="*/ 506542 w 866775"/>
              <a:gd name="connsiteY122" fmla="*/ 447562 h 866775"/>
              <a:gd name="connsiteX123" fmla="*/ 473464 w 866775"/>
              <a:gd name="connsiteY123" fmla="*/ 462259 h 866775"/>
              <a:gd name="connsiteX124" fmla="*/ 453819 w 866775"/>
              <a:gd name="connsiteY124" fmla="*/ 471746 h 866775"/>
              <a:gd name="connsiteX125" fmla="*/ 434174 w 866775"/>
              <a:gd name="connsiteY125" fmla="*/ 462259 h 866775"/>
              <a:gd name="connsiteX126" fmla="*/ 401096 w 866775"/>
              <a:gd name="connsiteY126" fmla="*/ 447562 h 866775"/>
              <a:gd name="connsiteX127" fmla="*/ 368019 w 866775"/>
              <a:gd name="connsiteY127" fmla="*/ 462259 h 866775"/>
              <a:gd name="connsiteX128" fmla="*/ 348374 w 866775"/>
              <a:gd name="connsiteY128" fmla="*/ 471746 h 866775"/>
              <a:gd name="connsiteX129" fmla="*/ 328654 w 866775"/>
              <a:gd name="connsiteY129" fmla="*/ 462259 h 866775"/>
              <a:gd name="connsiteX130" fmla="*/ 325305 w 866775"/>
              <a:gd name="connsiteY130" fmla="*/ 459394 h 866775"/>
              <a:gd name="connsiteX131" fmla="*/ 401096 w 866775"/>
              <a:gd name="connsiteY131" fmla="*/ 315176 h 866775"/>
              <a:gd name="connsiteX132" fmla="*/ 184441 w 866775"/>
              <a:gd name="connsiteY132" fmla="*/ 529266 h 866775"/>
              <a:gd name="connsiteX133" fmla="*/ 212905 w 866775"/>
              <a:gd name="connsiteY133" fmla="*/ 513341 h 866775"/>
              <a:gd name="connsiteX134" fmla="*/ 241070 w 866775"/>
              <a:gd name="connsiteY134" fmla="*/ 528708 h 866775"/>
              <a:gd name="connsiteX135" fmla="*/ 253758 w 866775"/>
              <a:gd name="connsiteY135" fmla="*/ 552893 h 866775"/>
              <a:gd name="connsiteX136" fmla="*/ 222057 w 866775"/>
              <a:gd name="connsiteY136" fmla="*/ 613242 h 866775"/>
              <a:gd name="connsiteX137" fmla="*/ 212904 w 866775"/>
              <a:gd name="connsiteY137" fmla="*/ 617893 h 866775"/>
              <a:gd name="connsiteX138" fmla="*/ 203714 w 866775"/>
              <a:gd name="connsiteY138" fmla="*/ 613205 h 866775"/>
              <a:gd name="connsiteX139" fmla="*/ 181093 w 866775"/>
              <a:gd name="connsiteY139" fmla="*/ 603308 h 866775"/>
              <a:gd name="connsiteX140" fmla="*/ 158471 w 866775"/>
              <a:gd name="connsiteY140" fmla="*/ 613205 h 866775"/>
              <a:gd name="connsiteX141" fmla="*/ 149281 w 866775"/>
              <a:gd name="connsiteY141" fmla="*/ 617893 h 866775"/>
              <a:gd name="connsiteX142" fmla="*/ 140276 w 866775"/>
              <a:gd name="connsiteY142" fmla="*/ 613429 h 866775"/>
              <a:gd name="connsiteX143" fmla="*/ 184441 w 866775"/>
              <a:gd name="connsiteY143" fmla="*/ 529341 h 866775"/>
              <a:gd name="connsiteX144" fmla="*/ 28584 w 866775"/>
              <a:gd name="connsiteY144" fmla="*/ 835962 h 866775"/>
              <a:gd name="connsiteX145" fmla="*/ 28323 w 866775"/>
              <a:gd name="connsiteY145" fmla="*/ 826511 h 866775"/>
              <a:gd name="connsiteX146" fmla="*/ 130831 w 866775"/>
              <a:gd name="connsiteY146" fmla="*/ 631363 h 866775"/>
              <a:gd name="connsiteX147" fmla="*/ 149286 w 866775"/>
              <a:gd name="connsiteY147" fmla="*/ 637688 h 866775"/>
              <a:gd name="connsiteX148" fmla="*/ 171908 w 866775"/>
              <a:gd name="connsiteY148" fmla="*/ 627791 h 866775"/>
              <a:gd name="connsiteX149" fmla="*/ 181135 w 866775"/>
              <a:gd name="connsiteY149" fmla="*/ 623103 h 866775"/>
              <a:gd name="connsiteX150" fmla="*/ 190325 w 866775"/>
              <a:gd name="connsiteY150" fmla="*/ 627791 h 866775"/>
              <a:gd name="connsiteX151" fmla="*/ 209450 w 866775"/>
              <a:gd name="connsiteY151" fmla="*/ 637278 h 866775"/>
              <a:gd name="connsiteX152" fmla="*/ 124767 w 866775"/>
              <a:gd name="connsiteY152" fmla="*/ 798460 h 866775"/>
              <a:gd name="connsiteX153" fmla="*/ 125995 w 866775"/>
              <a:gd name="connsiteY153" fmla="*/ 840021 h 866775"/>
              <a:gd name="connsiteX154" fmla="*/ 126404 w 866775"/>
              <a:gd name="connsiteY154" fmla="*/ 840616 h 866775"/>
              <a:gd name="connsiteX155" fmla="*/ 36847 w 866775"/>
              <a:gd name="connsiteY155" fmla="*/ 840616 h 866775"/>
              <a:gd name="connsiteX156" fmla="*/ 28587 w 866775"/>
              <a:gd name="connsiteY156" fmla="*/ 835965 h 866775"/>
              <a:gd name="connsiteX157" fmla="*/ 782135 w 866775"/>
              <a:gd name="connsiteY157" fmla="*/ 715966 h 866775"/>
              <a:gd name="connsiteX158" fmla="*/ 790916 w 866775"/>
              <a:gd name="connsiteY158" fmla="*/ 721286 h 866775"/>
              <a:gd name="connsiteX159" fmla="*/ 795530 w 866775"/>
              <a:gd name="connsiteY159" fmla="*/ 720133 h 866775"/>
              <a:gd name="connsiteX160" fmla="*/ 799697 w 866775"/>
              <a:gd name="connsiteY160" fmla="*/ 706739 h 866775"/>
              <a:gd name="connsiteX161" fmla="*/ 792888 w 866775"/>
              <a:gd name="connsiteY161" fmla="*/ 693716 h 866775"/>
              <a:gd name="connsiteX162" fmla="*/ 779494 w 866775"/>
              <a:gd name="connsiteY162" fmla="*/ 689549 h 866775"/>
              <a:gd name="connsiteX163" fmla="*/ 775327 w 866775"/>
              <a:gd name="connsiteY163" fmla="*/ 702943 h 86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</a:cxnLst>
            <a:rect l="l" t="t" r="r" b="b"/>
            <a:pathLst>
              <a:path w="866775" h="866775">
                <a:moveTo>
                  <a:pt x="831650" y="860447"/>
                </a:moveTo>
                <a:cubicBezTo>
                  <a:pt x="842068" y="860447"/>
                  <a:pt x="851518" y="855126"/>
                  <a:pt x="856876" y="846196"/>
                </a:cubicBezTo>
                <a:cubicBezTo>
                  <a:pt x="862271" y="837304"/>
                  <a:pt x="862606" y="826440"/>
                  <a:pt x="857732" y="817249"/>
                </a:cubicBezTo>
                <a:lnTo>
                  <a:pt x="825249" y="755411"/>
                </a:lnTo>
                <a:cubicBezTo>
                  <a:pt x="822719" y="750574"/>
                  <a:pt x="816692" y="748676"/>
                  <a:pt x="811855" y="751244"/>
                </a:cubicBezTo>
                <a:cubicBezTo>
                  <a:pt x="807018" y="753811"/>
                  <a:pt x="805121" y="759801"/>
                  <a:pt x="807688" y="764638"/>
                </a:cubicBezTo>
                <a:lnTo>
                  <a:pt x="840170" y="826476"/>
                </a:lnTo>
                <a:cubicBezTo>
                  <a:pt x="842440" y="830829"/>
                  <a:pt x="840729" y="834550"/>
                  <a:pt x="839910" y="835926"/>
                </a:cubicBezTo>
                <a:cubicBezTo>
                  <a:pt x="839054" y="837340"/>
                  <a:pt x="836561" y="840577"/>
                  <a:pt x="831650" y="840577"/>
                </a:cubicBezTo>
                <a:lnTo>
                  <a:pt x="763449" y="840577"/>
                </a:lnTo>
                <a:lnTo>
                  <a:pt x="735134" y="769251"/>
                </a:lnTo>
                <a:cubicBezTo>
                  <a:pt x="733125" y="764154"/>
                  <a:pt x="727358" y="761698"/>
                  <a:pt x="722260" y="763670"/>
                </a:cubicBezTo>
                <a:cubicBezTo>
                  <a:pt x="717163" y="765679"/>
                  <a:pt x="714670" y="771446"/>
                  <a:pt x="716679" y="776544"/>
                </a:cubicBezTo>
                <a:lnTo>
                  <a:pt x="742055" y="840541"/>
                </a:lnTo>
                <a:lnTo>
                  <a:pt x="569004" y="840541"/>
                </a:lnTo>
                <a:lnTo>
                  <a:pt x="594380" y="776544"/>
                </a:lnTo>
                <a:cubicBezTo>
                  <a:pt x="596389" y="771447"/>
                  <a:pt x="593896" y="765680"/>
                  <a:pt x="588799" y="763670"/>
                </a:cubicBezTo>
                <a:cubicBezTo>
                  <a:pt x="583664" y="761661"/>
                  <a:pt x="577935" y="764154"/>
                  <a:pt x="575925" y="769251"/>
                </a:cubicBezTo>
                <a:lnTo>
                  <a:pt x="547610" y="840577"/>
                </a:lnTo>
                <a:lnTo>
                  <a:pt x="479447" y="840577"/>
                </a:lnTo>
                <a:lnTo>
                  <a:pt x="479410" y="840577"/>
                </a:lnTo>
                <a:cubicBezTo>
                  <a:pt x="474498" y="840577"/>
                  <a:pt x="472006" y="837340"/>
                  <a:pt x="471150" y="835926"/>
                </a:cubicBezTo>
                <a:cubicBezTo>
                  <a:pt x="470294" y="834513"/>
                  <a:pt x="468583" y="830792"/>
                  <a:pt x="470852" y="826439"/>
                </a:cubicBezTo>
                <a:lnTo>
                  <a:pt x="573360" y="631290"/>
                </a:lnTo>
                <a:cubicBezTo>
                  <a:pt x="577565" y="634565"/>
                  <a:pt x="583182" y="637616"/>
                  <a:pt x="591815" y="637616"/>
                </a:cubicBezTo>
                <a:cubicBezTo>
                  <a:pt x="603610" y="637616"/>
                  <a:pt x="609860" y="631886"/>
                  <a:pt x="614437" y="627718"/>
                </a:cubicBezTo>
                <a:cubicBezTo>
                  <a:pt x="618232" y="624221"/>
                  <a:pt x="619757" y="623030"/>
                  <a:pt x="623664" y="623030"/>
                </a:cubicBezTo>
                <a:cubicBezTo>
                  <a:pt x="627571" y="623030"/>
                  <a:pt x="629059" y="624258"/>
                  <a:pt x="632854" y="627718"/>
                </a:cubicBezTo>
                <a:cubicBezTo>
                  <a:pt x="637394" y="631885"/>
                  <a:pt x="643644" y="637616"/>
                  <a:pt x="655476" y="637616"/>
                </a:cubicBezTo>
                <a:cubicBezTo>
                  <a:pt x="667308" y="637616"/>
                  <a:pt x="673521" y="631886"/>
                  <a:pt x="678098" y="627718"/>
                </a:cubicBezTo>
                <a:cubicBezTo>
                  <a:pt x="681893" y="624221"/>
                  <a:pt x="683419" y="623030"/>
                  <a:pt x="687288" y="623030"/>
                </a:cubicBezTo>
                <a:cubicBezTo>
                  <a:pt x="691195" y="623030"/>
                  <a:pt x="692683" y="624258"/>
                  <a:pt x="696478" y="627718"/>
                </a:cubicBezTo>
                <a:cubicBezTo>
                  <a:pt x="701017" y="631885"/>
                  <a:pt x="707268" y="637616"/>
                  <a:pt x="719100" y="637616"/>
                </a:cubicBezTo>
                <a:cubicBezTo>
                  <a:pt x="727732" y="637616"/>
                  <a:pt x="733350" y="634565"/>
                  <a:pt x="737555" y="631290"/>
                </a:cubicBezTo>
                <a:lnTo>
                  <a:pt x="749610" y="654248"/>
                </a:lnTo>
                <a:cubicBezTo>
                  <a:pt x="752140" y="659085"/>
                  <a:pt x="758167" y="660982"/>
                  <a:pt x="763004" y="658415"/>
                </a:cubicBezTo>
                <a:cubicBezTo>
                  <a:pt x="767840" y="655848"/>
                  <a:pt x="769738" y="649857"/>
                  <a:pt x="767171" y="645021"/>
                </a:cubicBezTo>
                <a:lnTo>
                  <a:pt x="700831" y="518814"/>
                </a:lnTo>
                <a:cubicBezTo>
                  <a:pt x="691232" y="503151"/>
                  <a:pt x="673819" y="493439"/>
                  <a:pt x="655439" y="493439"/>
                </a:cubicBezTo>
                <a:cubicBezTo>
                  <a:pt x="645281" y="493439"/>
                  <a:pt x="635458" y="496527"/>
                  <a:pt x="626975" y="501922"/>
                </a:cubicBezTo>
                <a:lnTo>
                  <a:pt x="523277" y="304650"/>
                </a:lnTo>
                <a:cubicBezTo>
                  <a:pt x="516616" y="293823"/>
                  <a:pt x="507463" y="284967"/>
                  <a:pt x="496934" y="278382"/>
                </a:cubicBezTo>
                <a:lnTo>
                  <a:pt x="496860" y="216172"/>
                </a:lnTo>
                <a:lnTo>
                  <a:pt x="703400" y="216172"/>
                </a:lnTo>
                <a:cubicBezTo>
                  <a:pt x="707158" y="216172"/>
                  <a:pt x="710581" y="214051"/>
                  <a:pt x="712255" y="210703"/>
                </a:cubicBezTo>
                <a:cubicBezTo>
                  <a:pt x="713930" y="207354"/>
                  <a:pt x="713557" y="203336"/>
                  <a:pt x="711325" y="200322"/>
                </a:cubicBezTo>
                <a:lnTo>
                  <a:pt x="656296" y="126689"/>
                </a:lnTo>
                <a:lnTo>
                  <a:pt x="711325" y="53056"/>
                </a:lnTo>
                <a:cubicBezTo>
                  <a:pt x="713595" y="50043"/>
                  <a:pt x="713930" y="46024"/>
                  <a:pt x="712255" y="42676"/>
                </a:cubicBezTo>
                <a:cubicBezTo>
                  <a:pt x="710581" y="39327"/>
                  <a:pt x="707121" y="37207"/>
                  <a:pt x="703400" y="37207"/>
                </a:cubicBezTo>
                <a:lnTo>
                  <a:pt x="494479" y="37207"/>
                </a:lnTo>
                <a:cubicBezTo>
                  <a:pt x="489009" y="19831"/>
                  <a:pt x="472899" y="7144"/>
                  <a:pt x="453662" y="7144"/>
                </a:cubicBezTo>
                <a:cubicBezTo>
                  <a:pt x="429961" y="7144"/>
                  <a:pt x="410688" y="26305"/>
                  <a:pt x="410688" y="49895"/>
                </a:cubicBezTo>
                <a:lnTo>
                  <a:pt x="410390" y="278457"/>
                </a:lnTo>
                <a:cubicBezTo>
                  <a:pt x="399786" y="285117"/>
                  <a:pt x="390522" y="294121"/>
                  <a:pt x="383713" y="305246"/>
                </a:cubicBezTo>
                <a:lnTo>
                  <a:pt x="264841" y="531541"/>
                </a:lnTo>
                <a:lnTo>
                  <a:pt x="258181" y="518891"/>
                </a:lnTo>
                <a:cubicBezTo>
                  <a:pt x="248581" y="503227"/>
                  <a:pt x="231169" y="493515"/>
                  <a:pt x="212788" y="493515"/>
                </a:cubicBezTo>
                <a:cubicBezTo>
                  <a:pt x="194408" y="493515"/>
                  <a:pt x="177032" y="503226"/>
                  <a:pt x="167061" y="519486"/>
                </a:cubicBezTo>
                <a:lnTo>
                  <a:pt x="10565" y="817295"/>
                </a:lnTo>
                <a:cubicBezTo>
                  <a:pt x="5728" y="826522"/>
                  <a:pt x="6026" y="837349"/>
                  <a:pt x="11421" y="846242"/>
                </a:cubicBezTo>
                <a:cubicBezTo>
                  <a:pt x="16816" y="855172"/>
                  <a:pt x="26229" y="860492"/>
                  <a:pt x="36647" y="860492"/>
                </a:cubicBezTo>
                <a:lnTo>
                  <a:pt x="831460" y="860492"/>
                </a:lnTo>
                <a:close/>
                <a:moveTo>
                  <a:pt x="453364" y="817249"/>
                </a:moveTo>
                <a:cubicBezTo>
                  <a:pt x="449495" y="824616"/>
                  <a:pt x="449086" y="832987"/>
                  <a:pt x="451765" y="840615"/>
                </a:cubicBezTo>
                <a:lnTo>
                  <a:pt x="300927" y="840615"/>
                </a:lnTo>
                <a:lnTo>
                  <a:pt x="346506" y="725724"/>
                </a:lnTo>
                <a:cubicBezTo>
                  <a:pt x="348515" y="720627"/>
                  <a:pt x="346022" y="714860"/>
                  <a:pt x="340925" y="712850"/>
                </a:cubicBezTo>
                <a:cubicBezTo>
                  <a:pt x="335790" y="710841"/>
                  <a:pt x="330060" y="713334"/>
                  <a:pt x="328051" y="718431"/>
                </a:cubicBezTo>
                <a:lnTo>
                  <a:pt x="279570" y="840618"/>
                </a:lnTo>
                <a:lnTo>
                  <a:pt x="162222" y="840618"/>
                </a:lnTo>
                <a:lnTo>
                  <a:pt x="162185" y="840618"/>
                </a:lnTo>
                <a:cubicBezTo>
                  <a:pt x="154223" y="840618"/>
                  <a:pt x="147042" y="836562"/>
                  <a:pt x="142949" y="829754"/>
                </a:cubicBezTo>
                <a:cubicBezTo>
                  <a:pt x="138857" y="822945"/>
                  <a:pt x="138596" y="814685"/>
                  <a:pt x="142280" y="807653"/>
                </a:cubicBezTo>
                <a:lnTo>
                  <a:pt x="315854" y="477326"/>
                </a:lnTo>
                <a:cubicBezTo>
                  <a:pt x="322923" y="483763"/>
                  <a:pt x="331778" y="491502"/>
                  <a:pt x="348373" y="491502"/>
                </a:cubicBezTo>
                <a:cubicBezTo>
                  <a:pt x="365414" y="491502"/>
                  <a:pt x="374307" y="483354"/>
                  <a:pt x="381450" y="476805"/>
                </a:cubicBezTo>
                <a:cubicBezTo>
                  <a:pt x="387664" y="471112"/>
                  <a:pt x="391794" y="467317"/>
                  <a:pt x="401096" y="467317"/>
                </a:cubicBezTo>
                <a:cubicBezTo>
                  <a:pt x="410397" y="467317"/>
                  <a:pt x="414528" y="471075"/>
                  <a:pt x="420741" y="476805"/>
                </a:cubicBezTo>
                <a:cubicBezTo>
                  <a:pt x="427885" y="483353"/>
                  <a:pt x="436777" y="491502"/>
                  <a:pt x="453819" y="491502"/>
                </a:cubicBezTo>
                <a:cubicBezTo>
                  <a:pt x="470860" y="491502"/>
                  <a:pt x="479752" y="483354"/>
                  <a:pt x="486896" y="476805"/>
                </a:cubicBezTo>
                <a:cubicBezTo>
                  <a:pt x="493110" y="471112"/>
                  <a:pt x="497239" y="467317"/>
                  <a:pt x="506541" y="467317"/>
                </a:cubicBezTo>
                <a:cubicBezTo>
                  <a:pt x="515843" y="467317"/>
                  <a:pt x="519973" y="471075"/>
                  <a:pt x="526187" y="476805"/>
                </a:cubicBezTo>
                <a:cubicBezTo>
                  <a:pt x="533330" y="483353"/>
                  <a:pt x="542223" y="491502"/>
                  <a:pt x="559264" y="491502"/>
                </a:cubicBezTo>
                <a:cubicBezTo>
                  <a:pt x="575896" y="491502"/>
                  <a:pt x="584751" y="483763"/>
                  <a:pt x="591783" y="477326"/>
                </a:cubicBezTo>
                <a:lnTo>
                  <a:pt x="612210" y="516170"/>
                </a:lnTo>
                <a:cubicBezTo>
                  <a:pt x="611428" y="517249"/>
                  <a:pt x="610610" y="518291"/>
                  <a:pt x="609903" y="519444"/>
                </a:cubicBezTo>
                <a:lnTo>
                  <a:pt x="453407" y="817253"/>
                </a:lnTo>
                <a:close/>
                <a:moveTo>
                  <a:pt x="683717" y="528708"/>
                </a:moveTo>
                <a:lnTo>
                  <a:pt x="728217" y="613354"/>
                </a:lnTo>
                <a:cubicBezTo>
                  <a:pt x="724608" y="616665"/>
                  <a:pt x="723045" y="617819"/>
                  <a:pt x="719213" y="617819"/>
                </a:cubicBezTo>
                <a:cubicBezTo>
                  <a:pt x="715306" y="617819"/>
                  <a:pt x="713818" y="616591"/>
                  <a:pt x="710023" y="613131"/>
                </a:cubicBezTo>
                <a:cubicBezTo>
                  <a:pt x="705483" y="608963"/>
                  <a:pt x="699233" y="603233"/>
                  <a:pt x="687401" y="603233"/>
                </a:cubicBezTo>
                <a:cubicBezTo>
                  <a:pt x="675569" y="603233"/>
                  <a:pt x="669356" y="608963"/>
                  <a:pt x="664779" y="613131"/>
                </a:cubicBezTo>
                <a:cubicBezTo>
                  <a:pt x="660984" y="616628"/>
                  <a:pt x="659458" y="617819"/>
                  <a:pt x="655589" y="617819"/>
                </a:cubicBezTo>
                <a:cubicBezTo>
                  <a:pt x="651682" y="617819"/>
                  <a:pt x="650194" y="616591"/>
                  <a:pt x="646399" y="613131"/>
                </a:cubicBezTo>
                <a:cubicBezTo>
                  <a:pt x="641860" y="608963"/>
                  <a:pt x="635609" y="603233"/>
                  <a:pt x="623777" y="603233"/>
                </a:cubicBezTo>
                <a:cubicBezTo>
                  <a:pt x="611945" y="603233"/>
                  <a:pt x="605695" y="608963"/>
                  <a:pt x="601155" y="613131"/>
                </a:cubicBezTo>
                <a:cubicBezTo>
                  <a:pt x="597360" y="616628"/>
                  <a:pt x="595834" y="617819"/>
                  <a:pt x="591965" y="617819"/>
                </a:cubicBezTo>
                <a:cubicBezTo>
                  <a:pt x="588170" y="617819"/>
                  <a:pt x="586570" y="616628"/>
                  <a:pt x="582961" y="613354"/>
                </a:cubicBezTo>
                <a:lnTo>
                  <a:pt x="627125" y="529266"/>
                </a:lnTo>
                <a:cubicBezTo>
                  <a:pt x="633153" y="519444"/>
                  <a:pt x="644054" y="513341"/>
                  <a:pt x="655589" y="513341"/>
                </a:cubicBezTo>
                <a:cubicBezTo>
                  <a:pt x="667123" y="513341"/>
                  <a:pt x="678025" y="519443"/>
                  <a:pt x="683754" y="528708"/>
                </a:cubicBezTo>
                <a:close/>
                <a:moveTo>
                  <a:pt x="636092" y="120809"/>
                </a:moveTo>
                <a:cubicBezTo>
                  <a:pt x="633450" y="124344"/>
                  <a:pt x="633450" y="129181"/>
                  <a:pt x="636092" y="132679"/>
                </a:cubicBezTo>
                <a:lnTo>
                  <a:pt x="683717" y="196377"/>
                </a:lnTo>
                <a:lnTo>
                  <a:pt x="496979" y="196377"/>
                </a:lnTo>
                <a:lnTo>
                  <a:pt x="496793" y="57112"/>
                </a:lnTo>
                <a:lnTo>
                  <a:pt x="683722" y="57112"/>
                </a:lnTo>
                <a:close/>
                <a:moveTo>
                  <a:pt x="430714" y="49930"/>
                </a:moveTo>
                <a:cubicBezTo>
                  <a:pt x="430714" y="37317"/>
                  <a:pt x="441094" y="27048"/>
                  <a:pt x="453820" y="27048"/>
                </a:cubicBezTo>
                <a:cubicBezTo>
                  <a:pt x="466581" y="27048"/>
                  <a:pt x="476925" y="37317"/>
                  <a:pt x="476925" y="49967"/>
                </a:cubicBezTo>
                <a:lnTo>
                  <a:pt x="477223" y="269376"/>
                </a:lnTo>
                <a:cubicBezTo>
                  <a:pt x="469707" y="267106"/>
                  <a:pt x="461819" y="265767"/>
                  <a:pt x="453820" y="265767"/>
                </a:cubicBezTo>
                <a:cubicBezTo>
                  <a:pt x="445821" y="265767"/>
                  <a:pt x="437970" y="267106"/>
                  <a:pt x="430417" y="269376"/>
                </a:cubicBezTo>
                <a:close/>
                <a:moveTo>
                  <a:pt x="401097" y="315106"/>
                </a:moveTo>
                <a:cubicBezTo>
                  <a:pt x="412259" y="296911"/>
                  <a:pt x="432463" y="285638"/>
                  <a:pt x="453820" y="285638"/>
                </a:cubicBezTo>
                <a:cubicBezTo>
                  <a:pt x="475140" y="285638"/>
                  <a:pt x="495343" y="296911"/>
                  <a:pt x="506207" y="314548"/>
                </a:cubicBezTo>
                <a:lnTo>
                  <a:pt x="582296" y="459357"/>
                </a:lnTo>
                <a:cubicBezTo>
                  <a:pt x="581180" y="460324"/>
                  <a:pt x="580026" y="461254"/>
                  <a:pt x="578947" y="462259"/>
                </a:cubicBezTo>
                <a:cubicBezTo>
                  <a:pt x="572696" y="467951"/>
                  <a:pt x="568604" y="471746"/>
                  <a:pt x="559265" y="471746"/>
                </a:cubicBezTo>
                <a:cubicBezTo>
                  <a:pt x="549926" y="471746"/>
                  <a:pt x="545833" y="467989"/>
                  <a:pt x="539619" y="462259"/>
                </a:cubicBezTo>
                <a:cubicBezTo>
                  <a:pt x="532476" y="455710"/>
                  <a:pt x="523583" y="447562"/>
                  <a:pt x="506542" y="447562"/>
                </a:cubicBezTo>
                <a:cubicBezTo>
                  <a:pt x="489501" y="447562"/>
                  <a:pt x="480608" y="455710"/>
                  <a:pt x="473464" y="462259"/>
                </a:cubicBezTo>
                <a:cubicBezTo>
                  <a:pt x="467251" y="467951"/>
                  <a:pt x="463121" y="471746"/>
                  <a:pt x="453819" y="471746"/>
                </a:cubicBezTo>
                <a:cubicBezTo>
                  <a:pt x="444517" y="471746"/>
                  <a:pt x="440387" y="467989"/>
                  <a:pt x="434174" y="462259"/>
                </a:cubicBezTo>
                <a:cubicBezTo>
                  <a:pt x="427030" y="455710"/>
                  <a:pt x="418138" y="447562"/>
                  <a:pt x="401096" y="447562"/>
                </a:cubicBezTo>
                <a:cubicBezTo>
                  <a:pt x="384055" y="447562"/>
                  <a:pt x="375163" y="455710"/>
                  <a:pt x="368019" y="462259"/>
                </a:cubicBezTo>
                <a:cubicBezTo>
                  <a:pt x="361805" y="467951"/>
                  <a:pt x="357676" y="471746"/>
                  <a:pt x="348374" y="471746"/>
                </a:cubicBezTo>
                <a:cubicBezTo>
                  <a:pt x="339071" y="471746"/>
                  <a:pt x="334904" y="467989"/>
                  <a:pt x="328654" y="462259"/>
                </a:cubicBezTo>
                <a:cubicBezTo>
                  <a:pt x="327575" y="461254"/>
                  <a:pt x="326384" y="460361"/>
                  <a:pt x="325305" y="459394"/>
                </a:cubicBezTo>
                <a:lnTo>
                  <a:pt x="401096" y="315176"/>
                </a:lnTo>
                <a:close/>
                <a:moveTo>
                  <a:pt x="184441" y="529266"/>
                </a:moveTo>
                <a:cubicBezTo>
                  <a:pt x="190469" y="519444"/>
                  <a:pt x="201370" y="513341"/>
                  <a:pt x="212905" y="513341"/>
                </a:cubicBezTo>
                <a:cubicBezTo>
                  <a:pt x="224439" y="513341"/>
                  <a:pt x="235341" y="519443"/>
                  <a:pt x="241070" y="528708"/>
                </a:cubicBezTo>
                <a:lnTo>
                  <a:pt x="253758" y="552893"/>
                </a:lnTo>
                <a:lnTo>
                  <a:pt x="222057" y="613242"/>
                </a:lnTo>
                <a:cubicBezTo>
                  <a:pt x="218300" y="616665"/>
                  <a:pt x="216774" y="617893"/>
                  <a:pt x="212904" y="617893"/>
                </a:cubicBezTo>
                <a:cubicBezTo>
                  <a:pt x="208998" y="617893"/>
                  <a:pt x="207509" y="616665"/>
                  <a:pt x="203714" y="613205"/>
                </a:cubicBezTo>
                <a:cubicBezTo>
                  <a:pt x="199175" y="609038"/>
                  <a:pt x="192924" y="603308"/>
                  <a:pt x="181093" y="603308"/>
                </a:cubicBezTo>
                <a:cubicBezTo>
                  <a:pt x="169261" y="603308"/>
                  <a:pt x="163010" y="609038"/>
                  <a:pt x="158471" y="613205"/>
                </a:cubicBezTo>
                <a:cubicBezTo>
                  <a:pt x="154675" y="616703"/>
                  <a:pt x="153150" y="617893"/>
                  <a:pt x="149281" y="617893"/>
                </a:cubicBezTo>
                <a:cubicBezTo>
                  <a:pt x="145485" y="617893"/>
                  <a:pt x="143885" y="616703"/>
                  <a:pt x="140276" y="613429"/>
                </a:cubicBezTo>
                <a:lnTo>
                  <a:pt x="184441" y="529341"/>
                </a:lnTo>
                <a:close/>
                <a:moveTo>
                  <a:pt x="28584" y="835962"/>
                </a:moveTo>
                <a:cubicBezTo>
                  <a:pt x="27728" y="834548"/>
                  <a:pt x="26016" y="830827"/>
                  <a:pt x="28323" y="826511"/>
                </a:cubicBezTo>
                <a:lnTo>
                  <a:pt x="130831" y="631363"/>
                </a:lnTo>
                <a:cubicBezTo>
                  <a:pt x="135036" y="634637"/>
                  <a:pt x="140654" y="637688"/>
                  <a:pt x="149286" y="637688"/>
                </a:cubicBezTo>
                <a:cubicBezTo>
                  <a:pt x="161118" y="637688"/>
                  <a:pt x="167331" y="631958"/>
                  <a:pt x="171908" y="627791"/>
                </a:cubicBezTo>
                <a:cubicBezTo>
                  <a:pt x="175703" y="624293"/>
                  <a:pt x="177228" y="623103"/>
                  <a:pt x="181135" y="623103"/>
                </a:cubicBezTo>
                <a:cubicBezTo>
                  <a:pt x="185042" y="623103"/>
                  <a:pt x="186530" y="624330"/>
                  <a:pt x="190325" y="627791"/>
                </a:cubicBezTo>
                <a:cubicBezTo>
                  <a:pt x="194381" y="631511"/>
                  <a:pt x="199999" y="636237"/>
                  <a:pt x="209450" y="637278"/>
                </a:cubicBezTo>
                <a:lnTo>
                  <a:pt x="124767" y="798460"/>
                </a:lnTo>
                <a:cubicBezTo>
                  <a:pt x="117809" y="811706"/>
                  <a:pt x="118293" y="827221"/>
                  <a:pt x="125995" y="840021"/>
                </a:cubicBezTo>
                <a:cubicBezTo>
                  <a:pt x="126106" y="840244"/>
                  <a:pt x="126292" y="840430"/>
                  <a:pt x="126404" y="840616"/>
                </a:cubicBezTo>
                <a:lnTo>
                  <a:pt x="36847" y="840616"/>
                </a:lnTo>
                <a:cubicBezTo>
                  <a:pt x="31936" y="840616"/>
                  <a:pt x="29443" y="837342"/>
                  <a:pt x="28587" y="835965"/>
                </a:cubicBezTo>
                <a:close/>
                <a:moveTo>
                  <a:pt x="782135" y="715966"/>
                </a:moveTo>
                <a:cubicBezTo>
                  <a:pt x="783921" y="719352"/>
                  <a:pt x="787344" y="721286"/>
                  <a:pt x="790916" y="721286"/>
                </a:cubicBezTo>
                <a:cubicBezTo>
                  <a:pt x="792479" y="721286"/>
                  <a:pt x="794041" y="720914"/>
                  <a:pt x="795530" y="720133"/>
                </a:cubicBezTo>
                <a:cubicBezTo>
                  <a:pt x="800367" y="717566"/>
                  <a:pt x="802264" y="711575"/>
                  <a:pt x="799697" y="706739"/>
                </a:cubicBezTo>
                <a:lnTo>
                  <a:pt x="792888" y="693716"/>
                </a:lnTo>
                <a:cubicBezTo>
                  <a:pt x="790358" y="688879"/>
                  <a:pt x="784330" y="686982"/>
                  <a:pt x="779494" y="689549"/>
                </a:cubicBezTo>
                <a:cubicBezTo>
                  <a:pt x="774657" y="692116"/>
                  <a:pt x="772759" y="698107"/>
                  <a:pt x="775327" y="702943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9DD6D98-F9C4-2E6F-2D24-C97BD2F3B19E}"/>
              </a:ext>
            </a:extLst>
          </p:cNvPr>
          <p:cNvSpPr>
            <a:spLocks/>
          </p:cNvSpPr>
          <p:nvPr/>
        </p:nvSpPr>
        <p:spPr>
          <a:xfrm>
            <a:off x="2949068" y="1511553"/>
            <a:ext cx="2665394" cy="2940183"/>
          </a:xfrm>
          <a:prstGeom prst="roundRect">
            <a:avLst>
              <a:gd name="adj" fmla="val 3057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0" scaled="1"/>
            <a:tileRect/>
          </a:gra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C745852-0EEC-9CC9-5F3F-803D2A59BE0F}"/>
              </a:ext>
            </a:extLst>
          </p:cNvPr>
          <p:cNvSpPr>
            <a:spLocks/>
          </p:cNvSpPr>
          <p:nvPr/>
        </p:nvSpPr>
        <p:spPr>
          <a:xfrm>
            <a:off x="3066369" y="1629498"/>
            <a:ext cx="2430791" cy="2704294"/>
          </a:xfrm>
          <a:prstGeom prst="roundRect">
            <a:avLst>
              <a:gd name="adj" fmla="val 3352"/>
            </a:avLst>
          </a:prstGeom>
          <a:noFill/>
          <a:ln w="6350" cap="sq">
            <a:gradFill>
              <a:gsLst>
                <a:gs pos="0">
                  <a:schemeClr val="bg1">
                    <a:alpha val="25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</a:gra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23F50B6-035D-7142-3810-6EB693EAB0D5}"/>
              </a:ext>
            </a:extLst>
          </p:cNvPr>
          <p:cNvSpPr>
            <a:spLocks/>
          </p:cNvSpPr>
          <p:nvPr/>
        </p:nvSpPr>
        <p:spPr>
          <a:xfrm>
            <a:off x="3185840" y="2570256"/>
            <a:ext cx="2191850" cy="1615827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Vision</a:t>
            </a:r>
          </a:p>
          <a:p>
            <a:pPr lvl="0" algn="ctr">
              <a:spcBef>
                <a:spcPts val="300"/>
              </a:spcBef>
              <a:spcAft>
                <a:spcPts val="300"/>
              </a:spcAft>
              <a:defRPr/>
            </a:pPr>
            <a:r>
              <a:rPr lang="en-US" dirty="0"/>
              <a:t>To turn information into inspiration through impactful visual communication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8E9E3F65-4C02-661C-C99F-7325BBA297BC}"/>
              </a:ext>
            </a:extLst>
          </p:cNvPr>
          <p:cNvSpPr>
            <a:spLocks/>
          </p:cNvSpPr>
          <p:nvPr/>
        </p:nvSpPr>
        <p:spPr>
          <a:xfrm>
            <a:off x="3824382" y="1744942"/>
            <a:ext cx="914766" cy="850548"/>
          </a:xfrm>
          <a:custGeom>
            <a:avLst/>
            <a:gdLst>
              <a:gd name="csX0" fmla="*/ 721547 w 1443099"/>
              <a:gd name="csY0" fmla="*/ 0 h 1443095"/>
              <a:gd name="csX1" fmla="*/ 721863 w 1443099"/>
              <a:gd name="csY1" fmla="*/ 5320 h 1443095"/>
              <a:gd name="csX2" fmla="*/ 722183 w 1443099"/>
              <a:gd name="csY2" fmla="*/ 10639 h 1443095"/>
              <a:gd name="csX3" fmla="*/ 722501 w 1443099"/>
              <a:gd name="csY3" fmla="*/ 15959 h 1443095"/>
              <a:gd name="csX4" fmla="*/ 722819 w 1443099"/>
              <a:gd name="csY4" fmla="*/ 21279 h 1443095"/>
              <a:gd name="csX5" fmla="*/ 723135 w 1443099"/>
              <a:gd name="csY5" fmla="*/ 26598 h 1443095"/>
              <a:gd name="csX6" fmla="*/ 723451 w 1443099"/>
              <a:gd name="csY6" fmla="*/ 31918 h 1443095"/>
              <a:gd name="csX7" fmla="*/ 723767 w 1443099"/>
              <a:gd name="csY7" fmla="*/ 37237 h 1443095"/>
              <a:gd name="csX8" fmla="*/ 724087 w 1443099"/>
              <a:gd name="csY8" fmla="*/ 42557 h 1443095"/>
              <a:gd name="csX9" fmla="*/ 724405 w 1443099"/>
              <a:gd name="csY9" fmla="*/ 47877 h 1443095"/>
              <a:gd name="csX10" fmla="*/ 724721 w 1443099"/>
              <a:gd name="csY10" fmla="*/ 53196 h 1443095"/>
              <a:gd name="csX11" fmla="*/ 725039 w 1443099"/>
              <a:gd name="csY11" fmla="*/ 58516 h 1443095"/>
              <a:gd name="csX12" fmla="*/ 725355 w 1443099"/>
              <a:gd name="csY12" fmla="*/ 63836 h 1443095"/>
              <a:gd name="csX13" fmla="*/ 725675 w 1443099"/>
              <a:gd name="csY13" fmla="*/ 69155 h 1443095"/>
              <a:gd name="csX14" fmla="*/ 725991 w 1443099"/>
              <a:gd name="csY14" fmla="*/ 74475 h 1443095"/>
              <a:gd name="csX15" fmla="*/ 726307 w 1443099"/>
              <a:gd name="csY15" fmla="*/ 79795 h 1443095"/>
              <a:gd name="csX16" fmla="*/ 726625 w 1443099"/>
              <a:gd name="csY16" fmla="*/ 85114 h 1443095"/>
              <a:gd name="csX17" fmla="*/ 726945 w 1443099"/>
              <a:gd name="csY17" fmla="*/ 90434 h 1443095"/>
              <a:gd name="csX18" fmla="*/ 727263 w 1443099"/>
              <a:gd name="csY18" fmla="*/ 95753 h 1443095"/>
              <a:gd name="csX19" fmla="*/ 727579 w 1443099"/>
              <a:gd name="csY19" fmla="*/ 101073 h 1443095"/>
              <a:gd name="csX20" fmla="*/ 727895 w 1443099"/>
              <a:gd name="csY20" fmla="*/ 106393 h 1443095"/>
              <a:gd name="csX21" fmla="*/ 728211 w 1443099"/>
              <a:gd name="csY21" fmla="*/ 111712 h 1443095"/>
              <a:gd name="csX22" fmla="*/ 728527 w 1443099"/>
              <a:gd name="csY22" fmla="*/ 117035 h 1443095"/>
              <a:gd name="csX23" fmla="*/ 728847 w 1443099"/>
              <a:gd name="csY23" fmla="*/ 122355 h 1443095"/>
              <a:gd name="csX24" fmla="*/ 729165 w 1443099"/>
              <a:gd name="csY24" fmla="*/ 127674 h 1443095"/>
              <a:gd name="csX25" fmla="*/ 729483 w 1443099"/>
              <a:gd name="csY25" fmla="*/ 132991 h 1443095"/>
              <a:gd name="csX26" fmla="*/ 729799 w 1443099"/>
              <a:gd name="csY26" fmla="*/ 138314 h 1443095"/>
              <a:gd name="csX27" fmla="*/ 730115 w 1443099"/>
              <a:gd name="csY27" fmla="*/ 143633 h 1443095"/>
              <a:gd name="csX28" fmla="*/ 730435 w 1443099"/>
              <a:gd name="csY28" fmla="*/ 148953 h 1443095"/>
              <a:gd name="csX29" fmla="*/ 730751 w 1443099"/>
              <a:gd name="csY29" fmla="*/ 154273 h 1443095"/>
              <a:gd name="csX30" fmla="*/ 731069 w 1443099"/>
              <a:gd name="csY30" fmla="*/ 159592 h 1443095"/>
              <a:gd name="csX31" fmla="*/ 731387 w 1443099"/>
              <a:gd name="csY31" fmla="*/ 164912 h 1443095"/>
              <a:gd name="csX32" fmla="*/ 731705 w 1443099"/>
              <a:gd name="csY32" fmla="*/ 170232 h 1443095"/>
              <a:gd name="csX33" fmla="*/ 732023 w 1443099"/>
              <a:gd name="csY33" fmla="*/ 175551 h 1443095"/>
              <a:gd name="csX34" fmla="*/ 732339 w 1443099"/>
              <a:gd name="csY34" fmla="*/ 180871 h 1443095"/>
              <a:gd name="csX35" fmla="*/ 732655 w 1443099"/>
              <a:gd name="csY35" fmla="*/ 186191 h 1443095"/>
              <a:gd name="csX36" fmla="*/ 732971 w 1443099"/>
              <a:gd name="csY36" fmla="*/ 191510 h 1443095"/>
              <a:gd name="csX37" fmla="*/ 733291 w 1443099"/>
              <a:gd name="csY37" fmla="*/ 196830 h 1443095"/>
              <a:gd name="csX38" fmla="*/ 733609 w 1443099"/>
              <a:gd name="csY38" fmla="*/ 202149 h 1443095"/>
              <a:gd name="csX39" fmla="*/ 733927 w 1443099"/>
              <a:gd name="csY39" fmla="*/ 207469 h 1443095"/>
              <a:gd name="csX40" fmla="*/ 734243 w 1443099"/>
              <a:gd name="csY40" fmla="*/ 212789 h 1443095"/>
              <a:gd name="csX41" fmla="*/ 734559 w 1443099"/>
              <a:gd name="csY41" fmla="*/ 218108 h 1443095"/>
              <a:gd name="csX42" fmla="*/ 734875 w 1443099"/>
              <a:gd name="csY42" fmla="*/ 223428 h 1443095"/>
              <a:gd name="csX43" fmla="*/ 735195 w 1443099"/>
              <a:gd name="csY43" fmla="*/ 228748 h 1443095"/>
              <a:gd name="csX44" fmla="*/ 735513 w 1443099"/>
              <a:gd name="csY44" fmla="*/ 234067 h 1443095"/>
              <a:gd name="csX45" fmla="*/ 735829 w 1443099"/>
              <a:gd name="csY45" fmla="*/ 239387 h 1443095"/>
              <a:gd name="csX46" fmla="*/ 736147 w 1443099"/>
              <a:gd name="csY46" fmla="*/ 244706 h 1443095"/>
              <a:gd name="csX47" fmla="*/ 736463 w 1443099"/>
              <a:gd name="csY47" fmla="*/ 250026 h 1443095"/>
              <a:gd name="csX48" fmla="*/ 736783 w 1443099"/>
              <a:gd name="csY48" fmla="*/ 255346 h 1443095"/>
              <a:gd name="csX49" fmla="*/ 737099 w 1443099"/>
              <a:gd name="csY49" fmla="*/ 260665 h 1443095"/>
              <a:gd name="csX50" fmla="*/ 737415 w 1443099"/>
              <a:gd name="csY50" fmla="*/ 265985 h 1443095"/>
              <a:gd name="csX51" fmla="*/ 737733 w 1443099"/>
              <a:gd name="csY51" fmla="*/ 271305 h 1443095"/>
              <a:gd name="csX52" fmla="*/ 738053 w 1443099"/>
              <a:gd name="csY52" fmla="*/ 276624 h 1443095"/>
              <a:gd name="csX53" fmla="*/ 738371 w 1443099"/>
              <a:gd name="csY53" fmla="*/ 281944 h 1443095"/>
              <a:gd name="csX54" fmla="*/ 738687 w 1443099"/>
              <a:gd name="csY54" fmla="*/ 287264 h 1443095"/>
              <a:gd name="csX55" fmla="*/ 739003 w 1443099"/>
              <a:gd name="csY55" fmla="*/ 292583 h 1443095"/>
              <a:gd name="csX56" fmla="*/ 739319 w 1443099"/>
              <a:gd name="csY56" fmla="*/ 297903 h 1443095"/>
              <a:gd name="csX57" fmla="*/ 739639 w 1443099"/>
              <a:gd name="csY57" fmla="*/ 303223 h 1443095"/>
              <a:gd name="csX58" fmla="*/ 739955 w 1443099"/>
              <a:gd name="csY58" fmla="*/ 308542 h 1443095"/>
              <a:gd name="csX59" fmla="*/ 740273 w 1443099"/>
              <a:gd name="csY59" fmla="*/ 313862 h 1443095"/>
              <a:gd name="csX60" fmla="*/ 740591 w 1443099"/>
              <a:gd name="csY60" fmla="*/ 319181 h 1443095"/>
              <a:gd name="csX61" fmla="*/ 740907 w 1443099"/>
              <a:gd name="csY61" fmla="*/ 324501 h 1443095"/>
              <a:gd name="csX62" fmla="*/ 741223 w 1443099"/>
              <a:gd name="csY62" fmla="*/ 329824 h 1443095"/>
              <a:gd name="csX63" fmla="*/ 741543 w 1443099"/>
              <a:gd name="csY63" fmla="*/ 335144 h 1443095"/>
              <a:gd name="csX64" fmla="*/ 741859 w 1443099"/>
              <a:gd name="csY64" fmla="*/ 340463 h 1443095"/>
              <a:gd name="csX65" fmla="*/ 742177 w 1443099"/>
              <a:gd name="csY65" fmla="*/ 345783 h 1443095"/>
              <a:gd name="csX66" fmla="*/ 742493 w 1443099"/>
              <a:gd name="csY66" fmla="*/ 351102 h 1443095"/>
              <a:gd name="csX67" fmla="*/ 742811 w 1443099"/>
              <a:gd name="csY67" fmla="*/ 356422 h 1443095"/>
              <a:gd name="csX68" fmla="*/ 743131 w 1443099"/>
              <a:gd name="csY68" fmla="*/ 361742 h 1443095"/>
              <a:gd name="csX69" fmla="*/ 743447 w 1443099"/>
              <a:gd name="csY69" fmla="*/ 367061 h 1443095"/>
              <a:gd name="csX70" fmla="*/ 743763 w 1443099"/>
              <a:gd name="csY70" fmla="*/ 372381 h 1443095"/>
              <a:gd name="csX71" fmla="*/ 744079 w 1443099"/>
              <a:gd name="csY71" fmla="*/ 377701 h 1443095"/>
              <a:gd name="csX72" fmla="*/ 744397 w 1443099"/>
              <a:gd name="csY72" fmla="*/ 383020 h 1443095"/>
              <a:gd name="csX73" fmla="*/ 744717 w 1443099"/>
              <a:gd name="csY73" fmla="*/ 388340 h 1443095"/>
              <a:gd name="csX74" fmla="*/ 745033 w 1443099"/>
              <a:gd name="csY74" fmla="*/ 393660 h 1443095"/>
              <a:gd name="csX75" fmla="*/ 745351 w 1443099"/>
              <a:gd name="csY75" fmla="*/ 398979 h 1443095"/>
              <a:gd name="csX76" fmla="*/ 745667 w 1443099"/>
              <a:gd name="csY76" fmla="*/ 404299 h 1443095"/>
              <a:gd name="csX77" fmla="*/ 745983 w 1443099"/>
              <a:gd name="csY77" fmla="*/ 409618 h 1443095"/>
              <a:gd name="csX78" fmla="*/ 746303 w 1443099"/>
              <a:gd name="csY78" fmla="*/ 414938 h 1443095"/>
              <a:gd name="csX79" fmla="*/ 746619 w 1443099"/>
              <a:gd name="csY79" fmla="*/ 420258 h 1443095"/>
              <a:gd name="csX80" fmla="*/ 746937 w 1443099"/>
              <a:gd name="csY80" fmla="*/ 425577 h 1443095"/>
              <a:gd name="csX81" fmla="*/ 747255 w 1443099"/>
              <a:gd name="csY81" fmla="*/ 430897 h 1443095"/>
              <a:gd name="csX82" fmla="*/ 747571 w 1443099"/>
              <a:gd name="csY82" fmla="*/ 436217 h 1443095"/>
              <a:gd name="csX83" fmla="*/ 747891 w 1443099"/>
              <a:gd name="csY83" fmla="*/ 441536 h 1443095"/>
              <a:gd name="csX84" fmla="*/ 748207 w 1443099"/>
              <a:gd name="csY84" fmla="*/ 446856 h 1443095"/>
              <a:gd name="csX85" fmla="*/ 748523 w 1443099"/>
              <a:gd name="csY85" fmla="*/ 452176 h 1443095"/>
              <a:gd name="csX86" fmla="*/ 748841 w 1443099"/>
              <a:gd name="csY86" fmla="*/ 457495 h 1443095"/>
              <a:gd name="csX87" fmla="*/ 749157 w 1443099"/>
              <a:gd name="csY87" fmla="*/ 462815 h 1443095"/>
              <a:gd name="csX88" fmla="*/ 749477 w 1443099"/>
              <a:gd name="csY88" fmla="*/ 468134 h 1443095"/>
              <a:gd name="csX89" fmla="*/ 749795 w 1443099"/>
              <a:gd name="csY89" fmla="*/ 473454 h 1443095"/>
              <a:gd name="csX90" fmla="*/ 750111 w 1443099"/>
              <a:gd name="csY90" fmla="*/ 478774 h 1443095"/>
              <a:gd name="csX91" fmla="*/ 750427 w 1443099"/>
              <a:gd name="csY91" fmla="*/ 484093 h 1443095"/>
              <a:gd name="csX92" fmla="*/ 750743 w 1443099"/>
              <a:gd name="csY92" fmla="*/ 489413 h 1443095"/>
              <a:gd name="csX93" fmla="*/ 751063 w 1443099"/>
              <a:gd name="csY93" fmla="*/ 494733 h 1443095"/>
              <a:gd name="csX94" fmla="*/ 751381 w 1443099"/>
              <a:gd name="csY94" fmla="*/ 500052 h 1443095"/>
              <a:gd name="csX95" fmla="*/ 751697 w 1443099"/>
              <a:gd name="csY95" fmla="*/ 505372 h 1443095"/>
              <a:gd name="csX96" fmla="*/ 752015 w 1443099"/>
              <a:gd name="csY96" fmla="*/ 510692 h 1443095"/>
              <a:gd name="csX97" fmla="*/ 752331 w 1443099"/>
              <a:gd name="csY97" fmla="*/ 516011 h 1443095"/>
              <a:gd name="csX98" fmla="*/ 752651 w 1443099"/>
              <a:gd name="csY98" fmla="*/ 521331 h 1443095"/>
              <a:gd name="csX99" fmla="*/ 752967 w 1443099"/>
              <a:gd name="csY99" fmla="*/ 526651 h 1443095"/>
              <a:gd name="csX100" fmla="*/ 753285 w 1443099"/>
              <a:gd name="csY100" fmla="*/ 531970 h 1443095"/>
              <a:gd name="csX101" fmla="*/ 753601 w 1443099"/>
              <a:gd name="csY101" fmla="*/ 537290 h 1443095"/>
              <a:gd name="csX102" fmla="*/ 753919 w 1443099"/>
              <a:gd name="csY102" fmla="*/ 542609 h 1443095"/>
              <a:gd name="csX103" fmla="*/ 754239 w 1443099"/>
              <a:gd name="csY103" fmla="*/ 547932 h 1443095"/>
              <a:gd name="csX104" fmla="*/ 754555 w 1443099"/>
              <a:gd name="csY104" fmla="*/ 553252 h 1443095"/>
              <a:gd name="csX105" fmla="*/ 754871 w 1443099"/>
              <a:gd name="csY105" fmla="*/ 558572 h 1443095"/>
              <a:gd name="csX106" fmla="*/ 755187 w 1443099"/>
              <a:gd name="csY106" fmla="*/ 563891 h 1443095"/>
              <a:gd name="csX107" fmla="*/ 755505 w 1443099"/>
              <a:gd name="csY107" fmla="*/ 569211 h 1443095"/>
              <a:gd name="csX108" fmla="*/ 755825 w 1443099"/>
              <a:gd name="csY108" fmla="*/ 574530 h 1443095"/>
              <a:gd name="csX109" fmla="*/ 756141 w 1443099"/>
              <a:gd name="csY109" fmla="*/ 579850 h 1443095"/>
              <a:gd name="csX110" fmla="*/ 756459 w 1443099"/>
              <a:gd name="csY110" fmla="*/ 585170 h 1443095"/>
              <a:gd name="csX111" fmla="*/ 756775 w 1443099"/>
              <a:gd name="csY111" fmla="*/ 590489 h 1443095"/>
              <a:gd name="csX112" fmla="*/ 757091 w 1443099"/>
              <a:gd name="csY112" fmla="*/ 595809 h 1443095"/>
              <a:gd name="csX113" fmla="*/ 757411 w 1443099"/>
              <a:gd name="csY113" fmla="*/ 601129 h 1443095"/>
              <a:gd name="csX114" fmla="*/ 757727 w 1443099"/>
              <a:gd name="csY114" fmla="*/ 606448 h 1443095"/>
              <a:gd name="csX115" fmla="*/ 758045 w 1443099"/>
              <a:gd name="csY115" fmla="*/ 611768 h 1443095"/>
              <a:gd name="csX116" fmla="*/ 758363 w 1443099"/>
              <a:gd name="csY116" fmla="*/ 617088 h 1443095"/>
              <a:gd name="csX117" fmla="*/ 758679 w 1443099"/>
              <a:gd name="csY117" fmla="*/ 622407 h 1443095"/>
              <a:gd name="csX118" fmla="*/ 758999 w 1443099"/>
              <a:gd name="csY118" fmla="*/ 627727 h 1443095"/>
              <a:gd name="csX119" fmla="*/ 759315 w 1443099"/>
              <a:gd name="csY119" fmla="*/ 633046 h 1443095"/>
              <a:gd name="csX120" fmla="*/ 759631 w 1443099"/>
              <a:gd name="csY120" fmla="*/ 638366 h 1443095"/>
              <a:gd name="csX121" fmla="*/ 759949 w 1443099"/>
              <a:gd name="csY121" fmla="*/ 643686 h 1443095"/>
              <a:gd name="csX122" fmla="*/ 760265 w 1443099"/>
              <a:gd name="csY122" fmla="*/ 649005 h 1443095"/>
              <a:gd name="csX123" fmla="*/ 760415 w 1443099"/>
              <a:gd name="csY123" fmla="*/ 651506 h 1443095"/>
              <a:gd name="csX124" fmla="*/ 761019 w 1443099"/>
              <a:gd name="csY124" fmla="*/ 650970 h 1443095"/>
              <a:gd name="csX125" fmla="*/ 763483 w 1443099"/>
              <a:gd name="csY125" fmla="*/ 648782 h 1443095"/>
              <a:gd name="csX126" fmla="*/ 765951 w 1443099"/>
              <a:gd name="csY126" fmla="*/ 646591 h 1443095"/>
              <a:gd name="csX127" fmla="*/ 768419 w 1443099"/>
              <a:gd name="csY127" fmla="*/ 644403 h 1443095"/>
              <a:gd name="csX128" fmla="*/ 770885 w 1443099"/>
              <a:gd name="csY128" fmla="*/ 642215 h 1443095"/>
              <a:gd name="csX129" fmla="*/ 773351 w 1443099"/>
              <a:gd name="csY129" fmla="*/ 640027 h 1443095"/>
              <a:gd name="csX130" fmla="*/ 775817 w 1443099"/>
              <a:gd name="csY130" fmla="*/ 637836 h 1443095"/>
              <a:gd name="csX131" fmla="*/ 778287 w 1443099"/>
              <a:gd name="csY131" fmla="*/ 635648 h 1443095"/>
              <a:gd name="csX132" fmla="*/ 780751 w 1443099"/>
              <a:gd name="csY132" fmla="*/ 633460 h 1443095"/>
              <a:gd name="csX133" fmla="*/ 783219 w 1443099"/>
              <a:gd name="csY133" fmla="*/ 631269 h 1443095"/>
              <a:gd name="csX134" fmla="*/ 785687 w 1443099"/>
              <a:gd name="csY134" fmla="*/ 629081 h 1443095"/>
              <a:gd name="csX135" fmla="*/ 788153 w 1443099"/>
              <a:gd name="csY135" fmla="*/ 626893 h 1443095"/>
              <a:gd name="csX136" fmla="*/ 790619 w 1443099"/>
              <a:gd name="csY136" fmla="*/ 624702 h 1443095"/>
              <a:gd name="csX137" fmla="*/ 793085 w 1443099"/>
              <a:gd name="csY137" fmla="*/ 622514 h 1443095"/>
              <a:gd name="csX138" fmla="*/ 795555 w 1443099"/>
              <a:gd name="csY138" fmla="*/ 620326 h 1443095"/>
              <a:gd name="csX139" fmla="*/ 798019 w 1443099"/>
              <a:gd name="csY139" fmla="*/ 618135 h 1443095"/>
              <a:gd name="csX140" fmla="*/ 800487 w 1443099"/>
              <a:gd name="csY140" fmla="*/ 615947 h 1443095"/>
              <a:gd name="csX141" fmla="*/ 802951 w 1443099"/>
              <a:gd name="csY141" fmla="*/ 613759 h 1443095"/>
              <a:gd name="csX142" fmla="*/ 805421 w 1443099"/>
              <a:gd name="csY142" fmla="*/ 611568 h 1443095"/>
              <a:gd name="csX143" fmla="*/ 807887 w 1443099"/>
              <a:gd name="csY143" fmla="*/ 609380 h 1443095"/>
              <a:gd name="csX144" fmla="*/ 810353 w 1443099"/>
              <a:gd name="csY144" fmla="*/ 607192 h 1443095"/>
              <a:gd name="csX145" fmla="*/ 812819 w 1443099"/>
              <a:gd name="csY145" fmla="*/ 605000 h 1443095"/>
              <a:gd name="csX146" fmla="*/ 815287 w 1443099"/>
              <a:gd name="csY146" fmla="*/ 602812 h 1443095"/>
              <a:gd name="csX147" fmla="*/ 817755 w 1443099"/>
              <a:gd name="csY147" fmla="*/ 600624 h 1443095"/>
              <a:gd name="csX148" fmla="*/ 820219 w 1443099"/>
              <a:gd name="csY148" fmla="*/ 598433 h 1443095"/>
              <a:gd name="csX149" fmla="*/ 822687 w 1443099"/>
              <a:gd name="csY149" fmla="*/ 596245 h 1443095"/>
              <a:gd name="csX150" fmla="*/ 825155 w 1443099"/>
              <a:gd name="csY150" fmla="*/ 594057 h 1443095"/>
              <a:gd name="csX151" fmla="*/ 827621 w 1443099"/>
              <a:gd name="csY151" fmla="*/ 591869 h 1443095"/>
              <a:gd name="csX152" fmla="*/ 830087 w 1443099"/>
              <a:gd name="csY152" fmla="*/ 589678 h 1443095"/>
              <a:gd name="csX153" fmla="*/ 832551 w 1443099"/>
              <a:gd name="csY153" fmla="*/ 587490 h 1443095"/>
              <a:gd name="csX154" fmla="*/ 835023 w 1443099"/>
              <a:gd name="csY154" fmla="*/ 585302 h 1443095"/>
              <a:gd name="csX155" fmla="*/ 837487 w 1443099"/>
              <a:gd name="csY155" fmla="*/ 583111 h 1443095"/>
              <a:gd name="csX156" fmla="*/ 839953 w 1443099"/>
              <a:gd name="csY156" fmla="*/ 580923 h 1443095"/>
              <a:gd name="csX157" fmla="*/ 842419 w 1443099"/>
              <a:gd name="csY157" fmla="*/ 578735 h 1443095"/>
              <a:gd name="csX158" fmla="*/ 844887 w 1443099"/>
              <a:gd name="csY158" fmla="*/ 576544 h 1443095"/>
              <a:gd name="csX159" fmla="*/ 847355 w 1443099"/>
              <a:gd name="csY159" fmla="*/ 574356 h 1443095"/>
              <a:gd name="csX160" fmla="*/ 849819 w 1443099"/>
              <a:gd name="csY160" fmla="*/ 572168 h 1443095"/>
              <a:gd name="csX161" fmla="*/ 852287 w 1443099"/>
              <a:gd name="csY161" fmla="*/ 569977 h 1443095"/>
              <a:gd name="csX162" fmla="*/ 854755 w 1443099"/>
              <a:gd name="csY162" fmla="*/ 567789 h 1443095"/>
              <a:gd name="csX163" fmla="*/ 857221 w 1443099"/>
              <a:gd name="csY163" fmla="*/ 565601 h 1443095"/>
              <a:gd name="csX164" fmla="*/ 859687 w 1443099"/>
              <a:gd name="csY164" fmla="*/ 563410 h 1443095"/>
              <a:gd name="csX165" fmla="*/ 862153 w 1443099"/>
              <a:gd name="csY165" fmla="*/ 561222 h 1443095"/>
              <a:gd name="csX166" fmla="*/ 864623 w 1443099"/>
              <a:gd name="csY166" fmla="*/ 559034 h 1443095"/>
              <a:gd name="csX167" fmla="*/ 867087 w 1443099"/>
              <a:gd name="csY167" fmla="*/ 556843 h 1443095"/>
              <a:gd name="csX168" fmla="*/ 869555 w 1443099"/>
              <a:gd name="csY168" fmla="*/ 554655 h 1443095"/>
              <a:gd name="csX169" fmla="*/ 872023 w 1443099"/>
              <a:gd name="csY169" fmla="*/ 552467 h 1443095"/>
              <a:gd name="csX170" fmla="*/ 874489 w 1443099"/>
              <a:gd name="csY170" fmla="*/ 550275 h 1443095"/>
              <a:gd name="csX171" fmla="*/ 876955 w 1443099"/>
              <a:gd name="csY171" fmla="*/ 548087 h 1443095"/>
              <a:gd name="csX172" fmla="*/ 879421 w 1443099"/>
              <a:gd name="csY172" fmla="*/ 545900 h 1443095"/>
              <a:gd name="csX173" fmla="*/ 881891 w 1443099"/>
              <a:gd name="csY173" fmla="*/ 543712 h 1443095"/>
              <a:gd name="csX174" fmla="*/ 884355 w 1443099"/>
              <a:gd name="csY174" fmla="*/ 541520 h 1443095"/>
              <a:gd name="csX175" fmla="*/ 886823 w 1443099"/>
              <a:gd name="csY175" fmla="*/ 539332 h 1443095"/>
              <a:gd name="csX176" fmla="*/ 889287 w 1443099"/>
              <a:gd name="csY176" fmla="*/ 537144 h 1443095"/>
              <a:gd name="csX177" fmla="*/ 891757 w 1443099"/>
              <a:gd name="csY177" fmla="*/ 534953 h 1443095"/>
              <a:gd name="csX178" fmla="*/ 894223 w 1443099"/>
              <a:gd name="csY178" fmla="*/ 532765 h 1443095"/>
              <a:gd name="csX179" fmla="*/ 896687 w 1443099"/>
              <a:gd name="csY179" fmla="*/ 530577 h 1443095"/>
              <a:gd name="csX180" fmla="*/ 899155 w 1443099"/>
              <a:gd name="csY180" fmla="*/ 528386 h 1443095"/>
              <a:gd name="csX181" fmla="*/ 901623 w 1443099"/>
              <a:gd name="csY181" fmla="*/ 526198 h 1443095"/>
              <a:gd name="csX182" fmla="*/ 904091 w 1443099"/>
              <a:gd name="csY182" fmla="*/ 524010 h 1443095"/>
              <a:gd name="csX183" fmla="*/ 906555 w 1443099"/>
              <a:gd name="csY183" fmla="*/ 521819 h 1443095"/>
              <a:gd name="csX184" fmla="*/ 909023 w 1443099"/>
              <a:gd name="csY184" fmla="*/ 519631 h 1443095"/>
              <a:gd name="csX185" fmla="*/ 911491 w 1443099"/>
              <a:gd name="csY185" fmla="*/ 517443 h 1443095"/>
              <a:gd name="csX186" fmla="*/ 913955 w 1443099"/>
              <a:gd name="csY186" fmla="*/ 515252 h 1443095"/>
              <a:gd name="csX187" fmla="*/ 916423 w 1443099"/>
              <a:gd name="csY187" fmla="*/ 513064 h 1443095"/>
              <a:gd name="csX188" fmla="*/ 918887 w 1443099"/>
              <a:gd name="csY188" fmla="*/ 510876 h 1443095"/>
              <a:gd name="csX189" fmla="*/ 921357 w 1443099"/>
              <a:gd name="csY189" fmla="*/ 508688 h 1443095"/>
              <a:gd name="csX190" fmla="*/ 923823 w 1443099"/>
              <a:gd name="csY190" fmla="*/ 506497 h 1443095"/>
              <a:gd name="csX191" fmla="*/ 926289 w 1443099"/>
              <a:gd name="csY191" fmla="*/ 504309 h 1443095"/>
              <a:gd name="csX192" fmla="*/ 928755 w 1443099"/>
              <a:gd name="csY192" fmla="*/ 502118 h 1443095"/>
              <a:gd name="csX193" fmla="*/ 931223 w 1443099"/>
              <a:gd name="csY193" fmla="*/ 499930 h 1443095"/>
              <a:gd name="csX194" fmla="*/ 933691 w 1443099"/>
              <a:gd name="csY194" fmla="*/ 497742 h 1443095"/>
              <a:gd name="csX195" fmla="*/ 936155 w 1443099"/>
              <a:gd name="csY195" fmla="*/ 495554 h 1443095"/>
              <a:gd name="csX196" fmla="*/ 938625 w 1443099"/>
              <a:gd name="csY196" fmla="*/ 493362 h 1443095"/>
              <a:gd name="csX197" fmla="*/ 941091 w 1443099"/>
              <a:gd name="csY197" fmla="*/ 491174 h 1443095"/>
              <a:gd name="csX198" fmla="*/ 943557 w 1443099"/>
              <a:gd name="csY198" fmla="*/ 488986 h 1443095"/>
              <a:gd name="csX199" fmla="*/ 946023 w 1443099"/>
              <a:gd name="csY199" fmla="*/ 486795 h 1443095"/>
              <a:gd name="csX200" fmla="*/ 948491 w 1443099"/>
              <a:gd name="csY200" fmla="*/ 484607 h 1443095"/>
              <a:gd name="csX201" fmla="*/ 950959 w 1443099"/>
              <a:gd name="csY201" fmla="*/ 482419 h 1443095"/>
              <a:gd name="csX202" fmla="*/ 953423 w 1443099"/>
              <a:gd name="csY202" fmla="*/ 480228 h 1443095"/>
              <a:gd name="csX203" fmla="*/ 955891 w 1443099"/>
              <a:gd name="csY203" fmla="*/ 478040 h 1443095"/>
              <a:gd name="csX204" fmla="*/ 958359 w 1443099"/>
              <a:gd name="csY204" fmla="*/ 475852 h 1443095"/>
              <a:gd name="csX205" fmla="*/ 960825 w 1443099"/>
              <a:gd name="csY205" fmla="*/ 473661 h 1443095"/>
              <a:gd name="csX206" fmla="*/ 963291 w 1443099"/>
              <a:gd name="csY206" fmla="*/ 471473 h 1443095"/>
              <a:gd name="csX207" fmla="*/ 965755 w 1443099"/>
              <a:gd name="csY207" fmla="*/ 469285 h 1443095"/>
              <a:gd name="csX208" fmla="*/ 968227 w 1443099"/>
              <a:gd name="csY208" fmla="*/ 467094 h 1443095"/>
              <a:gd name="csX209" fmla="*/ 970691 w 1443099"/>
              <a:gd name="csY209" fmla="*/ 464906 h 1443095"/>
              <a:gd name="csX210" fmla="*/ 973157 w 1443099"/>
              <a:gd name="csY210" fmla="*/ 462718 h 1443095"/>
              <a:gd name="csX211" fmla="*/ 975623 w 1443099"/>
              <a:gd name="csY211" fmla="*/ 460530 h 1443095"/>
              <a:gd name="csX212" fmla="*/ 978091 w 1443099"/>
              <a:gd name="csY212" fmla="*/ 458339 h 1443095"/>
              <a:gd name="csX213" fmla="*/ 980559 w 1443099"/>
              <a:gd name="csY213" fmla="*/ 456151 h 1443095"/>
              <a:gd name="csX214" fmla="*/ 983023 w 1443099"/>
              <a:gd name="csY214" fmla="*/ 453963 h 1443095"/>
              <a:gd name="csX215" fmla="*/ 985493 w 1443099"/>
              <a:gd name="csY215" fmla="*/ 451772 h 1443095"/>
              <a:gd name="csX216" fmla="*/ 987959 w 1443099"/>
              <a:gd name="csY216" fmla="*/ 449584 h 1443095"/>
              <a:gd name="csX217" fmla="*/ 990425 w 1443099"/>
              <a:gd name="csY217" fmla="*/ 447396 h 1443095"/>
              <a:gd name="csX218" fmla="*/ 992891 w 1443099"/>
              <a:gd name="csY218" fmla="*/ 445204 h 1443095"/>
              <a:gd name="csX219" fmla="*/ 995359 w 1443099"/>
              <a:gd name="csY219" fmla="*/ 443017 h 1443095"/>
              <a:gd name="csX220" fmla="*/ 997827 w 1443099"/>
              <a:gd name="csY220" fmla="*/ 440829 h 1443095"/>
              <a:gd name="csX221" fmla="*/ 1000291 w 1443099"/>
              <a:gd name="csY221" fmla="*/ 438637 h 1443095"/>
              <a:gd name="csX222" fmla="*/ 1002759 w 1443099"/>
              <a:gd name="csY222" fmla="*/ 436449 h 1443095"/>
              <a:gd name="csX223" fmla="*/ 1005223 w 1443099"/>
              <a:gd name="csY223" fmla="*/ 434261 h 1443095"/>
              <a:gd name="csX224" fmla="*/ 1007693 w 1443099"/>
              <a:gd name="csY224" fmla="*/ 432070 h 1443095"/>
              <a:gd name="csX225" fmla="*/ 1010159 w 1443099"/>
              <a:gd name="csY225" fmla="*/ 429882 h 1443095"/>
              <a:gd name="csX226" fmla="*/ 1012625 w 1443099"/>
              <a:gd name="csY226" fmla="*/ 427694 h 1443095"/>
              <a:gd name="csX227" fmla="*/ 1015095 w 1443099"/>
              <a:gd name="csY227" fmla="*/ 425503 h 1443095"/>
              <a:gd name="csX228" fmla="*/ 1017559 w 1443099"/>
              <a:gd name="csY228" fmla="*/ 423315 h 1443095"/>
              <a:gd name="csX229" fmla="*/ 1020027 w 1443099"/>
              <a:gd name="csY229" fmla="*/ 421127 h 1443095"/>
              <a:gd name="csX230" fmla="*/ 1022491 w 1443099"/>
              <a:gd name="csY230" fmla="*/ 418936 h 1443095"/>
              <a:gd name="csX231" fmla="*/ 1024961 w 1443099"/>
              <a:gd name="csY231" fmla="*/ 416748 h 1443095"/>
              <a:gd name="csX232" fmla="*/ 1027427 w 1443099"/>
              <a:gd name="csY232" fmla="*/ 414560 h 1443095"/>
              <a:gd name="csX233" fmla="*/ 1029893 w 1443099"/>
              <a:gd name="csY233" fmla="*/ 412372 h 1443095"/>
              <a:gd name="csX234" fmla="*/ 1032359 w 1443099"/>
              <a:gd name="csY234" fmla="*/ 410181 h 1443095"/>
              <a:gd name="csX235" fmla="*/ 1034827 w 1443099"/>
              <a:gd name="csY235" fmla="*/ 407993 h 1443095"/>
              <a:gd name="csX236" fmla="*/ 1037295 w 1443099"/>
              <a:gd name="csY236" fmla="*/ 405805 h 1443095"/>
              <a:gd name="csX237" fmla="*/ 1035107 w 1443099"/>
              <a:gd name="csY237" fmla="*/ 408271 h 1443095"/>
              <a:gd name="csX238" fmla="*/ 1032915 w 1443099"/>
              <a:gd name="csY238" fmla="*/ 410737 h 1443095"/>
              <a:gd name="csX239" fmla="*/ 1030727 w 1443099"/>
              <a:gd name="csY239" fmla="*/ 413203 h 1443095"/>
              <a:gd name="csX240" fmla="*/ 1028539 w 1443099"/>
              <a:gd name="csY240" fmla="*/ 415672 h 1443095"/>
              <a:gd name="csX241" fmla="*/ 1026347 w 1443099"/>
              <a:gd name="csY241" fmla="*/ 418138 h 1443095"/>
              <a:gd name="csX242" fmla="*/ 1024159 w 1443099"/>
              <a:gd name="csY242" fmla="*/ 420604 h 1443095"/>
              <a:gd name="csX243" fmla="*/ 1021971 w 1443099"/>
              <a:gd name="csY243" fmla="*/ 423070 h 1443095"/>
              <a:gd name="csX244" fmla="*/ 1019779 w 1443099"/>
              <a:gd name="csY244" fmla="*/ 425539 h 1443095"/>
              <a:gd name="csX245" fmla="*/ 1017591 w 1443099"/>
              <a:gd name="csY245" fmla="*/ 428005 h 1443095"/>
              <a:gd name="csX246" fmla="*/ 1015403 w 1443099"/>
              <a:gd name="csY246" fmla="*/ 430470 h 1443095"/>
              <a:gd name="csX247" fmla="*/ 1013213 w 1443099"/>
              <a:gd name="csY247" fmla="*/ 432936 h 1443095"/>
              <a:gd name="csX248" fmla="*/ 1011025 w 1443099"/>
              <a:gd name="csY248" fmla="*/ 435406 h 1443095"/>
              <a:gd name="csX249" fmla="*/ 1008837 w 1443099"/>
              <a:gd name="csY249" fmla="*/ 437871 h 1443095"/>
              <a:gd name="csX250" fmla="*/ 1006647 w 1443099"/>
              <a:gd name="csY250" fmla="*/ 440337 h 1443095"/>
              <a:gd name="csX251" fmla="*/ 1004459 w 1443099"/>
              <a:gd name="csY251" fmla="*/ 442803 h 1443095"/>
              <a:gd name="csX252" fmla="*/ 1002271 w 1443099"/>
              <a:gd name="csY252" fmla="*/ 445272 h 1443095"/>
              <a:gd name="csX253" fmla="*/ 1000079 w 1443099"/>
              <a:gd name="csY253" fmla="*/ 447738 h 1443095"/>
              <a:gd name="csX254" fmla="*/ 997891 w 1443099"/>
              <a:gd name="csY254" fmla="*/ 450204 h 1443095"/>
              <a:gd name="csX255" fmla="*/ 995703 w 1443099"/>
              <a:gd name="csY255" fmla="*/ 452673 h 1443095"/>
              <a:gd name="csX256" fmla="*/ 993511 w 1443099"/>
              <a:gd name="csY256" fmla="*/ 455139 h 1443095"/>
              <a:gd name="csX257" fmla="*/ 991323 w 1443099"/>
              <a:gd name="csY257" fmla="*/ 457605 h 1443095"/>
              <a:gd name="csX258" fmla="*/ 989135 w 1443099"/>
              <a:gd name="csY258" fmla="*/ 460071 h 1443095"/>
              <a:gd name="csX259" fmla="*/ 986945 w 1443099"/>
              <a:gd name="csY259" fmla="*/ 462540 h 1443095"/>
              <a:gd name="csX260" fmla="*/ 984757 w 1443099"/>
              <a:gd name="csY260" fmla="*/ 465006 h 1443095"/>
              <a:gd name="csX261" fmla="*/ 982569 w 1443099"/>
              <a:gd name="csY261" fmla="*/ 467472 h 1443095"/>
              <a:gd name="csX262" fmla="*/ 980377 w 1443099"/>
              <a:gd name="csY262" fmla="*/ 469938 h 1443095"/>
              <a:gd name="csX263" fmla="*/ 978189 w 1443099"/>
              <a:gd name="csY263" fmla="*/ 472407 h 1443095"/>
              <a:gd name="csX264" fmla="*/ 976001 w 1443099"/>
              <a:gd name="csY264" fmla="*/ 474873 h 1443095"/>
              <a:gd name="csX265" fmla="*/ 973815 w 1443099"/>
              <a:gd name="csY265" fmla="*/ 477339 h 1443095"/>
              <a:gd name="csX266" fmla="*/ 971623 w 1443099"/>
              <a:gd name="csY266" fmla="*/ 479805 h 1443095"/>
              <a:gd name="csX267" fmla="*/ 969435 w 1443099"/>
              <a:gd name="csY267" fmla="*/ 482274 h 1443095"/>
              <a:gd name="csX268" fmla="*/ 967247 w 1443099"/>
              <a:gd name="csY268" fmla="*/ 484740 h 1443095"/>
              <a:gd name="csX269" fmla="*/ 965055 w 1443099"/>
              <a:gd name="csY269" fmla="*/ 487206 h 1443095"/>
              <a:gd name="csX270" fmla="*/ 962867 w 1443099"/>
              <a:gd name="csY270" fmla="*/ 489672 h 1443095"/>
              <a:gd name="csX271" fmla="*/ 960679 w 1443099"/>
              <a:gd name="csY271" fmla="*/ 492141 h 1443095"/>
              <a:gd name="csX272" fmla="*/ 958487 w 1443099"/>
              <a:gd name="csY272" fmla="*/ 494607 h 1443095"/>
              <a:gd name="csX273" fmla="*/ 956299 w 1443099"/>
              <a:gd name="csY273" fmla="*/ 497073 h 1443095"/>
              <a:gd name="csX274" fmla="*/ 954111 w 1443099"/>
              <a:gd name="csY274" fmla="*/ 499539 h 1443095"/>
              <a:gd name="csX275" fmla="*/ 951921 w 1443099"/>
              <a:gd name="csY275" fmla="*/ 502008 h 1443095"/>
              <a:gd name="csX276" fmla="*/ 949733 w 1443099"/>
              <a:gd name="csY276" fmla="*/ 504474 h 1443095"/>
              <a:gd name="csX277" fmla="*/ 947545 w 1443099"/>
              <a:gd name="csY277" fmla="*/ 506939 h 1443095"/>
              <a:gd name="csX278" fmla="*/ 945355 w 1443099"/>
              <a:gd name="csY278" fmla="*/ 509405 h 1443095"/>
              <a:gd name="csX279" fmla="*/ 943167 w 1443099"/>
              <a:gd name="csY279" fmla="*/ 511874 h 1443095"/>
              <a:gd name="csX280" fmla="*/ 940979 w 1443099"/>
              <a:gd name="csY280" fmla="*/ 514340 h 1443095"/>
              <a:gd name="csX281" fmla="*/ 938787 w 1443099"/>
              <a:gd name="csY281" fmla="*/ 516806 h 1443095"/>
              <a:gd name="csX282" fmla="*/ 936599 w 1443099"/>
              <a:gd name="csY282" fmla="*/ 519275 h 1443095"/>
              <a:gd name="csX283" fmla="*/ 934411 w 1443099"/>
              <a:gd name="csY283" fmla="*/ 521741 h 1443095"/>
              <a:gd name="csX284" fmla="*/ 932219 w 1443099"/>
              <a:gd name="csY284" fmla="*/ 524207 h 1443095"/>
              <a:gd name="csX285" fmla="*/ 930031 w 1443099"/>
              <a:gd name="csY285" fmla="*/ 526673 h 1443095"/>
              <a:gd name="csX286" fmla="*/ 927843 w 1443099"/>
              <a:gd name="csY286" fmla="*/ 529139 h 1443095"/>
              <a:gd name="csX287" fmla="*/ 925655 w 1443099"/>
              <a:gd name="csY287" fmla="*/ 531608 h 1443095"/>
              <a:gd name="csX288" fmla="*/ 923463 w 1443099"/>
              <a:gd name="csY288" fmla="*/ 534074 h 1443095"/>
              <a:gd name="csX289" fmla="*/ 921275 w 1443099"/>
              <a:gd name="csY289" fmla="*/ 536540 h 1443095"/>
              <a:gd name="csX290" fmla="*/ 919089 w 1443099"/>
              <a:gd name="csY290" fmla="*/ 539009 h 1443095"/>
              <a:gd name="csX291" fmla="*/ 916897 w 1443099"/>
              <a:gd name="csY291" fmla="*/ 541475 h 1443095"/>
              <a:gd name="csX292" fmla="*/ 914709 w 1443099"/>
              <a:gd name="csY292" fmla="*/ 543941 h 1443095"/>
              <a:gd name="csX293" fmla="*/ 912521 w 1443099"/>
              <a:gd name="csY293" fmla="*/ 546407 h 1443095"/>
              <a:gd name="csX294" fmla="*/ 910331 w 1443099"/>
              <a:gd name="csY294" fmla="*/ 548876 h 1443095"/>
              <a:gd name="csX295" fmla="*/ 908143 w 1443099"/>
              <a:gd name="csY295" fmla="*/ 551342 h 1443095"/>
              <a:gd name="csX296" fmla="*/ 905955 w 1443099"/>
              <a:gd name="csY296" fmla="*/ 553808 h 1443095"/>
              <a:gd name="csX297" fmla="*/ 903763 w 1443099"/>
              <a:gd name="csY297" fmla="*/ 556274 h 1443095"/>
              <a:gd name="csX298" fmla="*/ 901575 w 1443099"/>
              <a:gd name="csY298" fmla="*/ 558743 h 1443095"/>
              <a:gd name="csX299" fmla="*/ 899387 w 1443099"/>
              <a:gd name="csY299" fmla="*/ 561209 h 1443095"/>
              <a:gd name="csX300" fmla="*/ 897195 w 1443099"/>
              <a:gd name="csY300" fmla="*/ 563675 h 1443095"/>
              <a:gd name="csX301" fmla="*/ 895007 w 1443099"/>
              <a:gd name="csY301" fmla="*/ 566141 h 1443095"/>
              <a:gd name="csX302" fmla="*/ 892819 w 1443099"/>
              <a:gd name="csY302" fmla="*/ 568610 h 1443095"/>
              <a:gd name="csX303" fmla="*/ 890629 w 1443099"/>
              <a:gd name="csY303" fmla="*/ 571076 h 1443095"/>
              <a:gd name="csX304" fmla="*/ 888441 w 1443099"/>
              <a:gd name="csY304" fmla="*/ 573542 h 1443095"/>
              <a:gd name="csX305" fmla="*/ 886253 w 1443099"/>
              <a:gd name="csY305" fmla="*/ 576008 h 1443095"/>
              <a:gd name="csX306" fmla="*/ 884063 w 1443099"/>
              <a:gd name="csY306" fmla="*/ 578477 h 1443095"/>
              <a:gd name="csX307" fmla="*/ 881875 w 1443099"/>
              <a:gd name="csY307" fmla="*/ 580942 h 1443095"/>
              <a:gd name="csX308" fmla="*/ 879687 w 1443099"/>
              <a:gd name="csY308" fmla="*/ 583408 h 1443095"/>
              <a:gd name="csX309" fmla="*/ 877495 w 1443099"/>
              <a:gd name="csY309" fmla="*/ 585878 h 1443095"/>
              <a:gd name="csX310" fmla="*/ 875307 w 1443099"/>
              <a:gd name="csY310" fmla="*/ 588343 h 1443095"/>
              <a:gd name="csX311" fmla="*/ 873119 w 1443099"/>
              <a:gd name="csY311" fmla="*/ 590809 h 1443095"/>
              <a:gd name="csX312" fmla="*/ 870927 w 1443099"/>
              <a:gd name="csY312" fmla="*/ 593275 h 1443095"/>
              <a:gd name="csX313" fmla="*/ 868739 w 1443099"/>
              <a:gd name="csY313" fmla="*/ 595741 h 1443095"/>
              <a:gd name="csX314" fmla="*/ 866551 w 1443099"/>
              <a:gd name="csY314" fmla="*/ 598210 h 1443095"/>
              <a:gd name="csX315" fmla="*/ 864363 w 1443099"/>
              <a:gd name="csY315" fmla="*/ 600676 h 1443095"/>
              <a:gd name="csX316" fmla="*/ 862171 w 1443099"/>
              <a:gd name="csY316" fmla="*/ 603142 h 1443095"/>
              <a:gd name="csX317" fmla="*/ 859983 w 1443099"/>
              <a:gd name="csY317" fmla="*/ 605608 h 1443095"/>
              <a:gd name="csX318" fmla="*/ 857793 w 1443099"/>
              <a:gd name="csY318" fmla="*/ 608077 h 1443095"/>
              <a:gd name="csX319" fmla="*/ 855605 w 1443099"/>
              <a:gd name="csY319" fmla="*/ 610543 h 1443095"/>
              <a:gd name="csX320" fmla="*/ 853417 w 1443099"/>
              <a:gd name="csY320" fmla="*/ 613009 h 1443095"/>
              <a:gd name="csX321" fmla="*/ 851227 w 1443099"/>
              <a:gd name="csY321" fmla="*/ 615478 h 1443095"/>
              <a:gd name="csX322" fmla="*/ 849039 w 1443099"/>
              <a:gd name="csY322" fmla="*/ 617944 h 1443095"/>
              <a:gd name="csX323" fmla="*/ 846851 w 1443099"/>
              <a:gd name="csY323" fmla="*/ 620410 h 1443095"/>
              <a:gd name="csX324" fmla="*/ 844663 w 1443099"/>
              <a:gd name="csY324" fmla="*/ 622876 h 1443095"/>
              <a:gd name="csX325" fmla="*/ 842471 w 1443099"/>
              <a:gd name="csY325" fmla="*/ 625345 h 1443095"/>
              <a:gd name="csX326" fmla="*/ 840283 w 1443099"/>
              <a:gd name="csY326" fmla="*/ 627811 h 1443095"/>
              <a:gd name="csX327" fmla="*/ 838095 w 1443099"/>
              <a:gd name="csY327" fmla="*/ 630277 h 1443095"/>
              <a:gd name="csX328" fmla="*/ 835903 w 1443099"/>
              <a:gd name="csY328" fmla="*/ 632743 h 1443095"/>
              <a:gd name="csX329" fmla="*/ 833715 w 1443099"/>
              <a:gd name="csY329" fmla="*/ 635212 h 1443095"/>
              <a:gd name="csX330" fmla="*/ 831527 w 1443099"/>
              <a:gd name="csY330" fmla="*/ 637678 h 1443095"/>
              <a:gd name="csX331" fmla="*/ 829337 w 1443099"/>
              <a:gd name="csY331" fmla="*/ 640144 h 1443095"/>
              <a:gd name="csX332" fmla="*/ 827149 w 1443099"/>
              <a:gd name="csY332" fmla="*/ 642610 h 1443095"/>
              <a:gd name="csX333" fmla="*/ 824961 w 1443099"/>
              <a:gd name="csY333" fmla="*/ 645079 h 1443095"/>
              <a:gd name="csX334" fmla="*/ 822771 w 1443099"/>
              <a:gd name="csY334" fmla="*/ 647545 h 1443095"/>
              <a:gd name="csX335" fmla="*/ 820583 w 1443099"/>
              <a:gd name="csY335" fmla="*/ 650011 h 1443095"/>
              <a:gd name="csX336" fmla="*/ 818395 w 1443099"/>
              <a:gd name="csY336" fmla="*/ 652480 h 1443095"/>
              <a:gd name="csX337" fmla="*/ 816203 w 1443099"/>
              <a:gd name="csY337" fmla="*/ 654946 h 1443095"/>
              <a:gd name="csX338" fmla="*/ 814015 w 1443099"/>
              <a:gd name="csY338" fmla="*/ 657411 h 1443095"/>
              <a:gd name="csX339" fmla="*/ 811827 w 1443099"/>
              <a:gd name="csY339" fmla="*/ 659877 h 1443095"/>
              <a:gd name="csX340" fmla="*/ 809635 w 1443099"/>
              <a:gd name="csY340" fmla="*/ 662343 h 1443095"/>
              <a:gd name="csX341" fmla="*/ 807447 w 1443099"/>
              <a:gd name="csY341" fmla="*/ 664812 h 1443095"/>
              <a:gd name="csX342" fmla="*/ 805259 w 1443099"/>
              <a:gd name="csY342" fmla="*/ 667278 h 1443095"/>
              <a:gd name="csX343" fmla="*/ 803067 w 1443099"/>
              <a:gd name="csY343" fmla="*/ 669744 h 1443095"/>
              <a:gd name="csX344" fmla="*/ 800879 w 1443099"/>
              <a:gd name="csY344" fmla="*/ 672210 h 1443095"/>
              <a:gd name="csX345" fmla="*/ 798691 w 1443099"/>
              <a:gd name="csY345" fmla="*/ 674679 h 1443095"/>
              <a:gd name="csX346" fmla="*/ 796501 w 1443099"/>
              <a:gd name="csY346" fmla="*/ 677145 h 1443095"/>
              <a:gd name="csX347" fmla="*/ 794313 w 1443099"/>
              <a:gd name="csY347" fmla="*/ 679611 h 1443095"/>
              <a:gd name="csX348" fmla="*/ 792125 w 1443099"/>
              <a:gd name="csY348" fmla="*/ 682080 h 1443095"/>
              <a:gd name="csX349" fmla="*/ 791593 w 1443099"/>
              <a:gd name="csY349" fmla="*/ 682678 h 1443095"/>
              <a:gd name="csX350" fmla="*/ 794091 w 1443099"/>
              <a:gd name="csY350" fmla="*/ 682827 h 1443095"/>
              <a:gd name="csX351" fmla="*/ 799411 w 1443099"/>
              <a:gd name="csY351" fmla="*/ 683147 h 1443095"/>
              <a:gd name="csX352" fmla="*/ 804729 w 1443099"/>
              <a:gd name="csY352" fmla="*/ 683463 h 1443095"/>
              <a:gd name="csX353" fmla="*/ 810049 w 1443099"/>
              <a:gd name="csY353" fmla="*/ 683780 h 1443095"/>
              <a:gd name="csX354" fmla="*/ 815367 w 1443099"/>
              <a:gd name="csY354" fmla="*/ 684097 h 1443095"/>
              <a:gd name="csX355" fmla="*/ 820687 w 1443099"/>
              <a:gd name="csY355" fmla="*/ 684414 h 1443095"/>
              <a:gd name="csX356" fmla="*/ 826007 w 1443099"/>
              <a:gd name="csY356" fmla="*/ 684734 h 1443095"/>
              <a:gd name="csX357" fmla="*/ 831327 w 1443099"/>
              <a:gd name="csY357" fmla="*/ 685050 h 1443095"/>
              <a:gd name="csX358" fmla="*/ 836647 w 1443099"/>
              <a:gd name="csY358" fmla="*/ 685367 h 1443095"/>
              <a:gd name="csX359" fmla="*/ 841967 w 1443099"/>
              <a:gd name="csY359" fmla="*/ 685684 h 1443095"/>
              <a:gd name="csX360" fmla="*/ 847287 w 1443099"/>
              <a:gd name="csY360" fmla="*/ 686000 h 1443095"/>
              <a:gd name="csX361" fmla="*/ 852607 w 1443099"/>
              <a:gd name="csY361" fmla="*/ 686320 h 1443095"/>
              <a:gd name="csX362" fmla="*/ 857925 w 1443099"/>
              <a:gd name="csY362" fmla="*/ 686637 h 1443095"/>
              <a:gd name="csX363" fmla="*/ 863245 w 1443099"/>
              <a:gd name="csY363" fmla="*/ 686954 h 1443095"/>
              <a:gd name="csX364" fmla="*/ 868565 w 1443099"/>
              <a:gd name="csY364" fmla="*/ 687271 h 1443095"/>
              <a:gd name="csX365" fmla="*/ 873883 w 1443099"/>
              <a:gd name="csY365" fmla="*/ 687587 h 1443095"/>
              <a:gd name="csX366" fmla="*/ 879203 w 1443099"/>
              <a:gd name="csY366" fmla="*/ 687907 h 1443095"/>
              <a:gd name="csX367" fmla="*/ 884523 w 1443099"/>
              <a:gd name="csY367" fmla="*/ 688224 h 1443095"/>
              <a:gd name="csX368" fmla="*/ 889847 w 1443099"/>
              <a:gd name="csY368" fmla="*/ 688541 h 1443095"/>
              <a:gd name="csX369" fmla="*/ 895167 w 1443099"/>
              <a:gd name="csY369" fmla="*/ 688857 h 1443095"/>
              <a:gd name="csX370" fmla="*/ 900487 w 1443099"/>
              <a:gd name="csY370" fmla="*/ 689174 h 1443095"/>
              <a:gd name="csX371" fmla="*/ 905807 w 1443099"/>
              <a:gd name="csY371" fmla="*/ 689494 h 1443095"/>
              <a:gd name="csX372" fmla="*/ 911125 w 1443099"/>
              <a:gd name="csY372" fmla="*/ 689811 h 1443095"/>
              <a:gd name="csX373" fmla="*/ 916445 w 1443099"/>
              <a:gd name="csY373" fmla="*/ 690127 h 1443095"/>
              <a:gd name="csX374" fmla="*/ 921763 w 1443099"/>
              <a:gd name="csY374" fmla="*/ 690444 h 1443095"/>
              <a:gd name="csX375" fmla="*/ 927083 w 1443099"/>
              <a:gd name="csY375" fmla="*/ 690764 h 1443095"/>
              <a:gd name="csX376" fmla="*/ 932403 w 1443099"/>
              <a:gd name="csY376" fmla="*/ 691081 h 1443095"/>
              <a:gd name="csX377" fmla="*/ 937723 w 1443099"/>
              <a:gd name="csY377" fmla="*/ 691398 h 1443095"/>
              <a:gd name="csX378" fmla="*/ 943043 w 1443099"/>
              <a:gd name="csY378" fmla="*/ 691714 h 1443095"/>
              <a:gd name="csX379" fmla="*/ 948363 w 1443099"/>
              <a:gd name="csY379" fmla="*/ 692031 h 1443095"/>
              <a:gd name="csX380" fmla="*/ 953683 w 1443099"/>
              <a:gd name="csY380" fmla="*/ 692351 h 1443095"/>
              <a:gd name="csX381" fmla="*/ 959003 w 1443099"/>
              <a:gd name="csY381" fmla="*/ 692668 h 1443095"/>
              <a:gd name="csX382" fmla="*/ 964321 w 1443099"/>
              <a:gd name="csY382" fmla="*/ 692984 h 1443095"/>
              <a:gd name="csX383" fmla="*/ 969641 w 1443099"/>
              <a:gd name="csY383" fmla="*/ 693301 h 1443095"/>
              <a:gd name="csX384" fmla="*/ 974961 w 1443099"/>
              <a:gd name="csY384" fmla="*/ 693618 h 1443095"/>
              <a:gd name="csX385" fmla="*/ 980279 w 1443099"/>
              <a:gd name="csY385" fmla="*/ 693938 h 1443095"/>
              <a:gd name="csX386" fmla="*/ 985599 w 1443099"/>
              <a:gd name="csY386" fmla="*/ 694255 h 1443095"/>
              <a:gd name="csX387" fmla="*/ 990919 w 1443099"/>
              <a:gd name="csY387" fmla="*/ 694571 h 1443095"/>
              <a:gd name="csX388" fmla="*/ 996239 w 1443099"/>
              <a:gd name="csY388" fmla="*/ 694888 h 1443095"/>
              <a:gd name="csX389" fmla="*/ 1001559 w 1443099"/>
              <a:gd name="csY389" fmla="*/ 695205 h 1443095"/>
              <a:gd name="csX390" fmla="*/ 1006879 w 1443099"/>
              <a:gd name="csY390" fmla="*/ 695525 h 1443095"/>
              <a:gd name="csX391" fmla="*/ 1012199 w 1443099"/>
              <a:gd name="csY391" fmla="*/ 695841 h 1443095"/>
              <a:gd name="csX392" fmla="*/ 1017519 w 1443099"/>
              <a:gd name="csY392" fmla="*/ 696158 h 1443095"/>
              <a:gd name="csX393" fmla="*/ 1022837 w 1443099"/>
              <a:gd name="csY393" fmla="*/ 696475 h 1443095"/>
              <a:gd name="csX394" fmla="*/ 1028159 w 1443099"/>
              <a:gd name="csY394" fmla="*/ 696792 h 1443095"/>
              <a:gd name="csX395" fmla="*/ 1033479 w 1443099"/>
              <a:gd name="csY395" fmla="*/ 697112 h 1443095"/>
              <a:gd name="csX396" fmla="*/ 1038799 w 1443099"/>
              <a:gd name="csY396" fmla="*/ 697428 h 1443095"/>
              <a:gd name="csX397" fmla="*/ 1044119 w 1443099"/>
              <a:gd name="csY397" fmla="*/ 697745 h 1443095"/>
              <a:gd name="csX398" fmla="*/ 1049439 w 1443099"/>
              <a:gd name="csY398" fmla="*/ 698062 h 1443095"/>
              <a:gd name="csX399" fmla="*/ 1054759 w 1443099"/>
              <a:gd name="csY399" fmla="*/ 698382 h 1443095"/>
              <a:gd name="csX400" fmla="*/ 1060079 w 1443099"/>
              <a:gd name="csY400" fmla="*/ 698698 h 1443095"/>
              <a:gd name="csX401" fmla="*/ 1065399 w 1443099"/>
              <a:gd name="csY401" fmla="*/ 699015 h 1443095"/>
              <a:gd name="csX402" fmla="*/ 1070719 w 1443099"/>
              <a:gd name="csY402" fmla="*/ 699332 h 1443095"/>
              <a:gd name="csX403" fmla="*/ 1076037 w 1443099"/>
              <a:gd name="csY403" fmla="*/ 699649 h 1443095"/>
              <a:gd name="csX404" fmla="*/ 1081357 w 1443099"/>
              <a:gd name="csY404" fmla="*/ 699968 h 1443095"/>
              <a:gd name="csX405" fmla="*/ 1086675 w 1443099"/>
              <a:gd name="csY405" fmla="*/ 700285 h 1443095"/>
              <a:gd name="csX406" fmla="*/ 1091995 w 1443099"/>
              <a:gd name="csY406" fmla="*/ 700602 h 1443095"/>
              <a:gd name="csX407" fmla="*/ 1097315 w 1443099"/>
              <a:gd name="csY407" fmla="*/ 700919 h 1443095"/>
              <a:gd name="csX408" fmla="*/ 1102635 w 1443099"/>
              <a:gd name="csY408" fmla="*/ 701235 h 1443095"/>
              <a:gd name="csX409" fmla="*/ 1107955 w 1443099"/>
              <a:gd name="csY409" fmla="*/ 701555 h 1443095"/>
              <a:gd name="csX410" fmla="*/ 1113275 w 1443099"/>
              <a:gd name="csY410" fmla="*/ 701872 h 1443095"/>
              <a:gd name="csX411" fmla="*/ 1118595 w 1443099"/>
              <a:gd name="csY411" fmla="*/ 702189 h 1443095"/>
              <a:gd name="csX412" fmla="*/ 1123915 w 1443099"/>
              <a:gd name="csY412" fmla="*/ 702506 h 1443095"/>
              <a:gd name="csX413" fmla="*/ 1129233 w 1443099"/>
              <a:gd name="csY413" fmla="*/ 702822 h 1443095"/>
              <a:gd name="csX414" fmla="*/ 1134553 w 1443099"/>
              <a:gd name="csY414" fmla="*/ 703142 h 1443095"/>
              <a:gd name="csX415" fmla="*/ 1139873 w 1443099"/>
              <a:gd name="csY415" fmla="*/ 703459 h 1443095"/>
              <a:gd name="csX416" fmla="*/ 1145191 w 1443099"/>
              <a:gd name="csY416" fmla="*/ 703776 h 1443095"/>
              <a:gd name="csX417" fmla="*/ 1150511 w 1443099"/>
              <a:gd name="csY417" fmla="*/ 704092 h 1443095"/>
              <a:gd name="csX418" fmla="*/ 1155831 w 1443099"/>
              <a:gd name="csY418" fmla="*/ 704409 h 1443095"/>
              <a:gd name="csX419" fmla="*/ 1161151 w 1443099"/>
              <a:gd name="csY419" fmla="*/ 704729 h 1443095"/>
              <a:gd name="csX420" fmla="*/ 1166471 w 1443099"/>
              <a:gd name="csY420" fmla="*/ 705046 h 1443095"/>
              <a:gd name="csX421" fmla="*/ 1171795 w 1443099"/>
              <a:gd name="csY421" fmla="*/ 705362 h 1443095"/>
              <a:gd name="csX422" fmla="*/ 1177115 w 1443099"/>
              <a:gd name="csY422" fmla="*/ 705679 h 1443095"/>
              <a:gd name="csX423" fmla="*/ 1182433 w 1443099"/>
              <a:gd name="csY423" fmla="*/ 705996 h 1443095"/>
              <a:gd name="csX424" fmla="*/ 1187753 w 1443099"/>
              <a:gd name="csY424" fmla="*/ 706316 h 1443095"/>
              <a:gd name="csX425" fmla="*/ 1193071 w 1443099"/>
              <a:gd name="csY425" fmla="*/ 706633 h 1443095"/>
              <a:gd name="csX426" fmla="*/ 1198391 w 1443099"/>
              <a:gd name="csY426" fmla="*/ 706949 h 1443095"/>
              <a:gd name="csX427" fmla="*/ 1203711 w 1443099"/>
              <a:gd name="csY427" fmla="*/ 707266 h 1443095"/>
              <a:gd name="csX428" fmla="*/ 1209031 w 1443099"/>
              <a:gd name="csY428" fmla="*/ 707586 h 1443095"/>
              <a:gd name="csX429" fmla="*/ 1214351 w 1443099"/>
              <a:gd name="csY429" fmla="*/ 707903 h 1443095"/>
              <a:gd name="csX430" fmla="*/ 1219671 w 1443099"/>
              <a:gd name="csY430" fmla="*/ 708219 h 1443095"/>
              <a:gd name="csX431" fmla="*/ 1224991 w 1443099"/>
              <a:gd name="csY431" fmla="*/ 708536 h 1443095"/>
              <a:gd name="csX432" fmla="*/ 1230311 w 1443099"/>
              <a:gd name="csY432" fmla="*/ 708853 h 1443095"/>
              <a:gd name="csX433" fmla="*/ 1235629 w 1443099"/>
              <a:gd name="csY433" fmla="*/ 709173 h 1443095"/>
              <a:gd name="csX434" fmla="*/ 1240949 w 1443099"/>
              <a:gd name="csY434" fmla="*/ 709490 h 1443095"/>
              <a:gd name="csX435" fmla="*/ 1246269 w 1443099"/>
              <a:gd name="csY435" fmla="*/ 709806 h 1443095"/>
              <a:gd name="csX436" fmla="*/ 1251587 w 1443099"/>
              <a:gd name="csY436" fmla="*/ 710123 h 1443095"/>
              <a:gd name="csX437" fmla="*/ 1256907 w 1443099"/>
              <a:gd name="csY437" fmla="*/ 710440 h 1443095"/>
              <a:gd name="csX438" fmla="*/ 1262227 w 1443099"/>
              <a:gd name="csY438" fmla="*/ 710760 h 1443095"/>
              <a:gd name="csX439" fmla="*/ 1267547 w 1443099"/>
              <a:gd name="csY439" fmla="*/ 711076 h 1443095"/>
              <a:gd name="csX440" fmla="*/ 1272867 w 1443099"/>
              <a:gd name="csY440" fmla="*/ 711393 h 1443095"/>
              <a:gd name="csX441" fmla="*/ 1278187 w 1443099"/>
              <a:gd name="csY441" fmla="*/ 711710 h 1443095"/>
              <a:gd name="csX442" fmla="*/ 1283507 w 1443099"/>
              <a:gd name="csY442" fmla="*/ 712027 h 1443095"/>
              <a:gd name="csX443" fmla="*/ 1288827 w 1443099"/>
              <a:gd name="csY443" fmla="*/ 712343 h 1443095"/>
              <a:gd name="csX444" fmla="*/ 1294145 w 1443099"/>
              <a:gd name="csY444" fmla="*/ 712663 h 1443095"/>
              <a:gd name="csX445" fmla="*/ 1299465 w 1443099"/>
              <a:gd name="csY445" fmla="*/ 712980 h 1443095"/>
              <a:gd name="csX446" fmla="*/ 1304785 w 1443099"/>
              <a:gd name="csY446" fmla="*/ 713297 h 1443095"/>
              <a:gd name="csX447" fmla="*/ 1310107 w 1443099"/>
              <a:gd name="csY447" fmla="*/ 713613 h 1443095"/>
              <a:gd name="csX448" fmla="*/ 1315427 w 1443099"/>
              <a:gd name="csY448" fmla="*/ 713933 h 1443095"/>
              <a:gd name="csX449" fmla="*/ 1320747 w 1443099"/>
              <a:gd name="csY449" fmla="*/ 714250 h 1443095"/>
              <a:gd name="csX450" fmla="*/ 1326067 w 1443099"/>
              <a:gd name="csY450" fmla="*/ 714567 h 1443095"/>
              <a:gd name="csX451" fmla="*/ 1331387 w 1443099"/>
              <a:gd name="csY451" fmla="*/ 714883 h 1443095"/>
              <a:gd name="csX452" fmla="*/ 1336707 w 1443099"/>
              <a:gd name="csY452" fmla="*/ 715200 h 1443095"/>
              <a:gd name="csX453" fmla="*/ 1342025 w 1443099"/>
              <a:gd name="csY453" fmla="*/ 715520 h 1443095"/>
              <a:gd name="csX454" fmla="*/ 1347345 w 1443099"/>
              <a:gd name="csY454" fmla="*/ 715837 h 1443095"/>
              <a:gd name="csX455" fmla="*/ 1352665 w 1443099"/>
              <a:gd name="csY455" fmla="*/ 716154 h 1443095"/>
              <a:gd name="csX456" fmla="*/ 1357983 w 1443099"/>
              <a:gd name="csY456" fmla="*/ 716470 h 1443095"/>
              <a:gd name="csX457" fmla="*/ 1363303 w 1443099"/>
              <a:gd name="csY457" fmla="*/ 716787 h 1443095"/>
              <a:gd name="csX458" fmla="*/ 1368623 w 1443099"/>
              <a:gd name="csY458" fmla="*/ 717107 h 1443095"/>
              <a:gd name="csX459" fmla="*/ 1373943 w 1443099"/>
              <a:gd name="csY459" fmla="*/ 717424 h 1443095"/>
              <a:gd name="csX460" fmla="*/ 1379263 w 1443099"/>
              <a:gd name="csY460" fmla="*/ 717740 h 1443095"/>
              <a:gd name="csX461" fmla="*/ 1384583 w 1443099"/>
              <a:gd name="csY461" fmla="*/ 718057 h 1443095"/>
              <a:gd name="csX462" fmla="*/ 1389903 w 1443099"/>
              <a:gd name="csY462" fmla="*/ 718374 h 1443095"/>
              <a:gd name="csX463" fmla="*/ 1395223 w 1443099"/>
              <a:gd name="csY463" fmla="*/ 718694 h 1443095"/>
              <a:gd name="csX464" fmla="*/ 1400541 w 1443099"/>
              <a:gd name="csY464" fmla="*/ 719011 h 1443095"/>
              <a:gd name="csX465" fmla="*/ 1405861 w 1443099"/>
              <a:gd name="csY465" fmla="*/ 719327 h 1443095"/>
              <a:gd name="csX466" fmla="*/ 1411181 w 1443099"/>
              <a:gd name="csY466" fmla="*/ 719644 h 1443095"/>
              <a:gd name="csX467" fmla="*/ 1416499 w 1443099"/>
              <a:gd name="csY467" fmla="*/ 719961 h 1443095"/>
              <a:gd name="csX468" fmla="*/ 1421819 w 1443099"/>
              <a:gd name="csY468" fmla="*/ 720281 h 1443095"/>
              <a:gd name="csX469" fmla="*/ 1427139 w 1443099"/>
              <a:gd name="csY469" fmla="*/ 720597 h 1443095"/>
              <a:gd name="csX470" fmla="*/ 1432459 w 1443099"/>
              <a:gd name="csY470" fmla="*/ 720914 h 1443095"/>
              <a:gd name="csX471" fmla="*/ 1437779 w 1443099"/>
              <a:gd name="csY471" fmla="*/ 721231 h 1443095"/>
              <a:gd name="csX472" fmla="*/ 1443099 w 1443099"/>
              <a:gd name="csY472" fmla="*/ 721548 h 1443095"/>
              <a:gd name="csX473" fmla="*/ 1437779 w 1443099"/>
              <a:gd name="csY473" fmla="*/ 721868 h 1443095"/>
              <a:gd name="csX474" fmla="*/ 1432459 w 1443099"/>
              <a:gd name="csY474" fmla="*/ 722184 h 1443095"/>
              <a:gd name="csX475" fmla="*/ 1427139 w 1443099"/>
              <a:gd name="csY475" fmla="*/ 722501 h 1443095"/>
              <a:gd name="csX476" fmla="*/ 1421819 w 1443099"/>
              <a:gd name="csY476" fmla="*/ 722818 h 1443095"/>
              <a:gd name="csX477" fmla="*/ 1416499 w 1443099"/>
              <a:gd name="csY477" fmla="*/ 723134 h 1443095"/>
              <a:gd name="csX478" fmla="*/ 1411181 w 1443099"/>
              <a:gd name="csY478" fmla="*/ 723454 h 1443095"/>
              <a:gd name="csX479" fmla="*/ 1405861 w 1443099"/>
              <a:gd name="csY479" fmla="*/ 723771 h 1443095"/>
              <a:gd name="csX480" fmla="*/ 1400541 w 1443099"/>
              <a:gd name="csY480" fmla="*/ 724088 h 1443095"/>
              <a:gd name="csX481" fmla="*/ 1395223 w 1443099"/>
              <a:gd name="csY481" fmla="*/ 724405 h 1443095"/>
              <a:gd name="csX482" fmla="*/ 1389903 w 1443099"/>
              <a:gd name="csY482" fmla="*/ 724725 h 1443095"/>
              <a:gd name="csX483" fmla="*/ 1384583 w 1443099"/>
              <a:gd name="csY483" fmla="*/ 725041 h 1443095"/>
              <a:gd name="csX484" fmla="*/ 1379263 w 1443099"/>
              <a:gd name="csY484" fmla="*/ 725358 h 1443095"/>
              <a:gd name="csX485" fmla="*/ 1373943 w 1443099"/>
              <a:gd name="csY485" fmla="*/ 725675 h 1443095"/>
              <a:gd name="csX486" fmla="*/ 1368623 w 1443099"/>
              <a:gd name="csY486" fmla="*/ 725991 h 1443095"/>
              <a:gd name="csX487" fmla="*/ 1363303 w 1443099"/>
              <a:gd name="csY487" fmla="*/ 726311 h 1443095"/>
              <a:gd name="csX488" fmla="*/ 1357983 w 1443099"/>
              <a:gd name="csY488" fmla="*/ 726628 h 1443095"/>
              <a:gd name="csX489" fmla="*/ 1352665 w 1443099"/>
              <a:gd name="csY489" fmla="*/ 726945 h 1443095"/>
              <a:gd name="csX490" fmla="*/ 1347345 w 1443099"/>
              <a:gd name="csY490" fmla="*/ 727262 h 1443095"/>
              <a:gd name="csX491" fmla="*/ 1342025 w 1443099"/>
              <a:gd name="csY491" fmla="*/ 727578 h 1443095"/>
              <a:gd name="csX492" fmla="*/ 1336707 w 1443099"/>
              <a:gd name="csY492" fmla="*/ 727898 h 1443095"/>
              <a:gd name="csX493" fmla="*/ 1331387 w 1443099"/>
              <a:gd name="csY493" fmla="*/ 728215 h 1443095"/>
              <a:gd name="csX494" fmla="*/ 1326067 w 1443099"/>
              <a:gd name="csY494" fmla="*/ 728532 h 1443095"/>
              <a:gd name="csX495" fmla="*/ 1320747 w 1443099"/>
              <a:gd name="csY495" fmla="*/ 728848 h 1443095"/>
              <a:gd name="csX496" fmla="*/ 1315427 w 1443099"/>
              <a:gd name="csY496" fmla="*/ 729165 h 1443095"/>
              <a:gd name="csX497" fmla="*/ 1310107 w 1443099"/>
              <a:gd name="csY497" fmla="*/ 729485 h 1443095"/>
              <a:gd name="csX498" fmla="*/ 1304785 w 1443099"/>
              <a:gd name="csY498" fmla="*/ 729802 h 1443095"/>
              <a:gd name="csX499" fmla="*/ 1299465 w 1443099"/>
              <a:gd name="csY499" fmla="*/ 730119 h 1443095"/>
              <a:gd name="csX500" fmla="*/ 1294145 w 1443099"/>
              <a:gd name="csY500" fmla="*/ 730435 h 1443095"/>
              <a:gd name="csX501" fmla="*/ 1288827 w 1443099"/>
              <a:gd name="csY501" fmla="*/ 730752 h 1443095"/>
              <a:gd name="csX502" fmla="*/ 1283507 w 1443099"/>
              <a:gd name="csY502" fmla="*/ 731072 h 1443095"/>
              <a:gd name="csX503" fmla="*/ 1278187 w 1443099"/>
              <a:gd name="csY503" fmla="*/ 731389 h 1443095"/>
              <a:gd name="csX504" fmla="*/ 1272867 w 1443099"/>
              <a:gd name="csY504" fmla="*/ 731705 h 1443095"/>
              <a:gd name="csX505" fmla="*/ 1267547 w 1443099"/>
              <a:gd name="csY505" fmla="*/ 732022 h 1443095"/>
              <a:gd name="csX506" fmla="*/ 1262227 w 1443099"/>
              <a:gd name="csY506" fmla="*/ 732339 h 1443095"/>
              <a:gd name="csX507" fmla="*/ 1256907 w 1443099"/>
              <a:gd name="csY507" fmla="*/ 732659 h 1443095"/>
              <a:gd name="csX508" fmla="*/ 1251587 w 1443099"/>
              <a:gd name="csY508" fmla="*/ 732975 h 1443095"/>
              <a:gd name="csX509" fmla="*/ 1246269 w 1443099"/>
              <a:gd name="csY509" fmla="*/ 733292 h 1443095"/>
              <a:gd name="csX510" fmla="*/ 1240949 w 1443099"/>
              <a:gd name="csY510" fmla="*/ 733609 h 1443095"/>
              <a:gd name="csX511" fmla="*/ 1235629 w 1443099"/>
              <a:gd name="csY511" fmla="*/ 733926 h 1443095"/>
              <a:gd name="csX512" fmla="*/ 1230311 w 1443099"/>
              <a:gd name="csY512" fmla="*/ 734242 h 1443095"/>
              <a:gd name="csX513" fmla="*/ 1224991 w 1443099"/>
              <a:gd name="csY513" fmla="*/ 734562 h 1443095"/>
              <a:gd name="csX514" fmla="*/ 1219671 w 1443099"/>
              <a:gd name="csY514" fmla="*/ 734879 h 1443095"/>
              <a:gd name="csX515" fmla="*/ 1214351 w 1443099"/>
              <a:gd name="csY515" fmla="*/ 735196 h 1443095"/>
              <a:gd name="csX516" fmla="*/ 1209031 w 1443099"/>
              <a:gd name="csY516" fmla="*/ 735512 h 1443095"/>
              <a:gd name="csX517" fmla="*/ 1203711 w 1443099"/>
              <a:gd name="csY517" fmla="*/ 735829 h 1443095"/>
              <a:gd name="csX518" fmla="*/ 1198391 w 1443099"/>
              <a:gd name="csY518" fmla="*/ 736149 h 1443095"/>
              <a:gd name="csX519" fmla="*/ 1193071 w 1443099"/>
              <a:gd name="csY519" fmla="*/ 736466 h 1443095"/>
              <a:gd name="csX520" fmla="*/ 1187753 w 1443099"/>
              <a:gd name="csY520" fmla="*/ 736783 h 1443095"/>
              <a:gd name="csX521" fmla="*/ 1182433 w 1443099"/>
              <a:gd name="csY521" fmla="*/ 737099 h 1443095"/>
              <a:gd name="csX522" fmla="*/ 1177115 w 1443099"/>
              <a:gd name="csY522" fmla="*/ 737416 h 1443095"/>
              <a:gd name="csX523" fmla="*/ 1171795 w 1443099"/>
              <a:gd name="csY523" fmla="*/ 737736 h 1443095"/>
              <a:gd name="csX524" fmla="*/ 1166471 w 1443099"/>
              <a:gd name="csY524" fmla="*/ 738053 h 1443095"/>
              <a:gd name="csX525" fmla="*/ 1161151 w 1443099"/>
              <a:gd name="csY525" fmla="*/ 738369 h 1443095"/>
              <a:gd name="csX526" fmla="*/ 1155831 w 1443099"/>
              <a:gd name="csY526" fmla="*/ 738686 h 1443095"/>
              <a:gd name="csX527" fmla="*/ 1150511 w 1443099"/>
              <a:gd name="csY527" fmla="*/ 739003 h 1443095"/>
              <a:gd name="csX528" fmla="*/ 1145191 w 1443099"/>
              <a:gd name="csY528" fmla="*/ 739323 h 1443095"/>
              <a:gd name="csX529" fmla="*/ 1139873 w 1443099"/>
              <a:gd name="csY529" fmla="*/ 739640 h 1443095"/>
              <a:gd name="csX530" fmla="*/ 1134553 w 1443099"/>
              <a:gd name="csY530" fmla="*/ 739956 h 1443095"/>
              <a:gd name="csX531" fmla="*/ 1129233 w 1443099"/>
              <a:gd name="csY531" fmla="*/ 740273 h 1443095"/>
              <a:gd name="csX532" fmla="*/ 1123915 w 1443099"/>
              <a:gd name="csY532" fmla="*/ 740590 h 1443095"/>
              <a:gd name="csX533" fmla="*/ 1118595 w 1443099"/>
              <a:gd name="csY533" fmla="*/ 740910 h 1443095"/>
              <a:gd name="csX534" fmla="*/ 1113275 w 1443099"/>
              <a:gd name="csY534" fmla="*/ 741226 h 1443095"/>
              <a:gd name="csX535" fmla="*/ 1107955 w 1443099"/>
              <a:gd name="csY535" fmla="*/ 741543 h 1443095"/>
              <a:gd name="csX536" fmla="*/ 1102635 w 1443099"/>
              <a:gd name="csY536" fmla="*/ 741860 h 1443095"/>
              <a:gd name="csX537" fmla="*/ 1097315 w 1443099"/>
              <a:gd name="csY537" fmla="*/ 742177 h 1443095"/>
              <a:gd name="csX538" fmla="*/ 1091995 w 1443099"/>
              <a:gd name="csY538" fmla="*/ 742496 h 1443095"/>
              <a:gd name="csX539" fmla="*/ 1086675 w 1443099"/>
              <a:gd name="csY539" fmla="*/ 742813 h 1443095"/>
              <a:gd name="csX540" fmla="*/ 1081357 w 1443099"/>
              <a:gd name="csY540" fmla="*/ 743130 h 1443095"/>
              <a:gd name="csX541" fmla="*/ 1076037 w 1443099"/>
              <a:gd name="csY541" fmla="*/ 743447 h 1443095"/>
              <a:gd name="csX542" fmla="*/ 1070719 w 1443099"/>
              <a:gd name="csY542" fmla="*/ 743763 h 1443095"/>
              <a:gd name="csX543" fmla="*/ 1065399 w 1443099"/>
              <a:gd name="csY543" fmla="*/ 744083 h 1443095"/>
              <a:gd name="csX544" fmla="*/ 1060079 w 1443099"/>
              <a:gd name="csY544" fmla="*/ 744400 h 1443095"/>
              <a:gd name="csX545" fmla="*/ 1054759 w 1443099"/>
              <a:gd name="csY545" fmla="*/ 744717 h 1443095"/>
              <a:gd name="csX546" fmla="*/ 1049439 w 1443099"/>
              <a:gd name="csY546" fmla="*/ 745034 h 1443095"/>
              <a:gd name="csX547" fmla="*/ 1044119 w 1443099"/>
              <a:gd name="csY547" fmla="*/ 745350 h 1443095"/>
              <a:gd name="csX548" fmla="*/ 1038799 w 1443099"/>
              <a:gd name="csY548" fmla="*/ 745670 h 1443095"/>
              <a:gd name="csX549" fmla="*/ 1033479 w 1443099"/>
              <a:gd name="csY549" fmla="*/ 745987 h 1443095"/>
              <a:gd name="csX550" fmla="*/ 1028159 w 1443099"/>
              <a:gd name="csY550" fmla="*/ 746304 h 1443095"/>
              <a:gd name="csX551" fmla="*/ 1022837 w 1443099"/>
              <a:gd name="csY551" fmla="*/ 746620 h 1443095"/>
              <a:gd name="csX552" fmla="*/ 1017519 w 1443099"/>
              <a:gd name="csY552" fmla="*/ 746937 h 1443095"/>
              <a:gd name="csX553" fmla="*/ 1012199 w 1443099"/>
              <a:gd name="csY553" fmla="*/ 747257 h 1443095"/>
              <a:gd name="csX554" fmla="*/ 1006879 w 1443099"/>
              <a:gd name="csY554" fmla="*/ 747574 h 1443095"/>
              <a:gd name="csX555" fmla="*/ 1001559 w 1443099"/>
              <a:gd name="csY555" fmla="*/ 747890 h 1443095"/>
              <a:gd name="csX556" fmla="*/ 996239 w 1443099"/>
              <a:gd name="csY556" fmla="*/ 748207 h 1443095"/>
              <a:gd name="csX557" fmla="*/ 990919 w 1443099"/>
              <a:gd name="csY557" fmla="*/ 748524 h 1443095"/>
              <a:gd name="csX558" fmla="*/ 985599 w 1443099"/>
              <a:gd name="csY558" fmla="*/ 748844 h 1443095"/>
              <a:gd name="csX559" fmla="*/ 980279 w 1443099"/>
              <a:gd name="csY559" fmla="*/ 749161 h 1443095"/>
              <a:gd name="csX560" fmla="*/ 974961 w 1443099"/>
              <a:gd name="csY560" fmla="*/ 749477 h 1443095"/>
              <a:gd name="csX561" fmla="*/ 969641 w 1443099"/>
              <a:gd name="csY561" fmla="*/ 749794 h 1443095"/>
              <a:gd name="csX562" fmla="*/ 964321 w 1443099"/>
              <a:gd name="csY562" fmla="*/ 750111 h 1443095"/>
              <a:gd name="csX563" fmla="*/ 959003 w 1443099"/>
              <a:gd name="csY563" fmla="*/ 750431 h 1443095"/>
              <a:gd name="csX564" fmla="*/ 953683 w 1443099"/>
              <a:gd name="csY564" fmla="*/ 750747 h 1443095"/>
              <a:gd name="csX565" fmla="*/ 948363 w 1443099"/>
              <a:gd name="csY565" fmla="*/ 751064 h 1443095"/>
              <a:gd name="csX566" fmla="*/ 943043 w 1443099"/>
              <a:gd name="csY566" fmla="*/ 751381 h 1443095"/>
              <a:gd name="csX567" fmla="*/ 937723 w 1443099"/>
              <a:gd name="csY567" fmla="*/ 751698 h 1443095"/>
              <a:gd name="csX568" fmla="*/ 932403 w 1443099"/>
              <a:gd name="csY568" fmla="*/ 752018 h 1443095"/>
              <a:gd name="csX569" fmla="*/ 927083 w 1443099"/>
              <a:gd name="csY569" fmla="*/ 752334 h 1443095"/>
              <a:gd name="csX570" fmla="*/ 921763 w 1443099"/>
              <a:gd name="csY570" fmla="*/ 752651 h 1443095"/>
              <a:gd name="csX571" fmla="*/ 916445 w 1443099"/>
              <a:gd name="csY571" fmla="*/ 752968 h 1443095"/>
              <a:gd name="csX572" fmla="*/ 911125 w 1443099"/>
              <a:gd name="csY572" fmla="*/ 753284 h 1443095"/>
              <a:gd name="csX573" fmla="*/ 905807 w 1443099"/>
              <a:gd name="csY573" fmla="*/ 753604 h 1443095"/>
              <a:gd name="csX574" fmla="*/ 900487 w 1443099"/>
              <a:gd name="csY574" fmla="*/ 753921 h 1443095"/>
              <a:gd name="csX575" fmla="*/ 895167 w 1443099"/>
              <a:gd name="csY575" fmla="*/ 754238 h 1443095"/>
              <a:gd name="csX576" fmla="*/ 889847 w 1443099"/>
              <a:gd name="csY576" fmla="*/ 754555 h 1443095"/>
              <a:gd name="csX577" fmla="*/ 884523 w 1443099"/>
              <a:gd name="csY577" fmla="*/ 754871 h 1443095"/>
              <a:gd name="csX578" fmla="*/ 879203 w 1443099"/>
              <a:gd name="csY578" fmla="*/ 755191 h 1443095"/>
              <a:gd name="csX579" fmla="*/ 873883 w 1443099"/>
              <a:gd name="csY579" fmla="*/ 755508 h 1443095"/>
              <a:gd name="csX580" fmla="*/ 868565 w 1443099"/>
              <a:gd name="csY580" fmla="*/ 755825 h 1443095"/>
              <a:gd name="csX581" fmla="*/ 863245 w 1443099"/>
              <a:gd name="csY581" fmla="*/ 756141 h 1443095"/>
              <a:gd name="csX582" fmla="*/ 857925 w 1443099"/>
              <a:gd name="csY582" fmla="*/ 756458 h 1443095"/>
              <a:gd name="csX583" fmla="*/ 852607 w 1443099"/>
              <a:gd name="csY583" fmla="*/ 756778 h 1443095"/>
              <a:gd name="csX584" fmla="*/ 847287 w 1443099"/>
              <a:gd name="csY584" fmla="*/ 757095 h 1443095"/>
              <a:gd name="csX585" fmla="*/ 841967 w 1443099"/>
              <a:gd name="csY585" fmla="*/ 757411 h 1443095"/>
              <a:gd name="csX586" fmla="*/ 836647 w 1443099"/>
              <a:gd name="csY586" fmla="*/ 757728 h 1443095"/>
              <a:gd name="csX587" fmla="*/ 831327 w 1443099"/>
              <a:gd name="csY587" fmla="*/ 758045 h 1443095"/>
              <a:gd name="csX588" fmla="*/ 826007 w 1443099"/>
              <a:gd name="csY588" fmla="*/ 758365 h 1443095"/>
              <a:gd name="csX589" fmla="*/ 820687 w 1443099"/>
              <a:gd name="csY589" fmla="*/ 758682 h 1443095"/>
              <a:gd name="csX590" fmla="*/ 815367 w 1443099"/>
              <a:gd name="csY590" fmla="*/ 758998 h 1443095"/>
              <a:gd name="csX591" fmla="*/ 810049 w 1443099"/>
              <a:gd name="csY591" fmla="*/ 759315 h 1443095"/>
              <a:gd name="csX592" fmla="*/ 804729 w 1443099"/>
              <a:gd name="csY592" fmla="*/ 759632 h 1443095"/>
              <a:gd name="csX593" fmla="*/ 799411 w 1443099"/>
              <a:gd name="csY593" fmla="*/ 759952 h 1443095"/>
              <a:gd name="csX594" fmla="*/ 794091 w 1443099"/>
              <a:gd name="csY594" fmla="*/ 760268 h 1443095"/>
              <a:gd name="csX595" fmla="*/ 791593 w 1443099"/>
              <a:gd name="csY595" fmla="*/ 760417 h 1443095"/>
              <a:gd name="csX596" fmla="*/ 792125 w 1443099"/>
              <a:gd name="csY596" fmla="*/ 761015 h 1443095"/>
              <a:gd name="csX597" fmla="*/ 794313 w 1443099"/>
              <a:gd name="csY597" fmla="*/ 763481 h 1443095"/>
              <a:gd name="csX598" fmla="*/ 796501 w 1443099"/>
              <a:gd name="csY598" fmla="*/ 765947 h 1443095"/>
              <a:gd name="csX599" fmla="*/ 798691 w 1443099"/>
              <a:gd name="csY599" fmla="*/ 768416 h 1443095"/>
              <a:gd name="csX600" fmla="*/ 800879 w 1443099"/>
              <a:gd name="csY600" fmla="*/ 770882 h 1443095"/>
              <a:gd name="csX601" fmla="*/ 803067 w 1443099"/>
              <a:gd name="csY601" fmla="*/ 773348 h 1443095"/>
              <a:gd name="csX602" fmla="*/ 805259 w 1443099"/>
              <a:gd name="csY602" fmla="*/ 775817 h 1443095"/>
              <a:gd name="csX603" fmla="*/ 807447 w 1443099"/>
              <a:gd name="csY603" fmla="*/ 778283 h 1443095"/>
              <a:gd name="csX604" fmla="*/ 809635 w 1443099"/>
              <a:gd name="csY604" fmla="*/ 780749 h 1443095"/>
              <a:gd name="csX605" fmla="*/ 811827 w 1443099"/>
              <a:gd name="csY605" fmla="*/ 783215 h 1443095"/>
              <a:gd name="csX606" fmla="*/ 814015 w 1443099"/>
              <a:gd name="csY606" fmla="*/ 785684 h 1443095"/>
              <a:gd name="csX607" fmla="*/ 816203 w 1443099"/>
              <a:gd name="csY607" fmla="*/ 788150 h 1443095"/>
              <a:gd name="csX608" fmla="*/ 818395 w 1443099"/>
              <a:gd name="csY608" fmla="*/ 790616 h 1443095"/>
              <a:gd name="csX609" fmla="*/ 820583 w 1443099"/>
              <a:gd name="csY609" fmla="*/ 793082 h 1443095"/>
              <a:gd name="csX610" fmla="*/ 822771 w 1443099"/>
              <a:gd name="csY610" fmla="*/ 795551 h 1443095"/>
              <a:gd name="csX611" fmla="*/ 824961 w 1443099"/>
              <a:gd name="csY611" fmla="*/ 798017 h 1443095"/>
              <a:gd name="csX612" fmla="*/ 827149 w 1443099"/>
              <a:gd name="csY612" fmla="*/ 800483 h 1443095"/>
              <a:gd name="csX613" fmla="*/ 829337 w 1443099"/>
              <a:gd name="csY613" fmla="*/ 802949 h 1443095"/>
              <a:gd name="csX614" fmla="*/ 831527 w 1443099"/>
              <a:gd name="csY614" fmla="*/ 805418 h 1443095"/>
              <a:gd name="csX615" fmla="*/ 833715 w 1443099"/>
              <a:gd name="csY615" fmla="*/ 807883 h 1443095"/>
              <a:gd name="csX616" fmla="*/ 835903 w 1443099"/>
              <a:gd name="csY616" fmla="*/ 810349 h 1443095"/>
              <a:gd name="csX617" fmla="*/ 838095 w 1443099"/>
              <a:gd name="csY617" fmla="*/ 812819 h 1443095"/>
              <a:gd name="csX618" fmla="*/ 840283 w 1443099"/>
              <a:gd name="csY618" fmla="*/ 815284 h 1443095"/>
              <a:gd name="csX619" fmla="*/ 842471 w 1443099"/>
              <a:gd name="csY619" fmla="*/ 817750 h 1443095"/>
              <a:gd name="csX620" fmla="*/ 844663 w 1443099"/>
              <a:gd name="csY620" fmla="*/ 820216 h 1443095"/>
              <a:gd name="csX621" fmla="*/ 846851 w 1443099"/>
              <a:gd name="csY621" fmla="*/ 822685 h 1443095"/>
              <a:gd name="csX622" fmla="*/ 849039 w 1443099"/>
              <a:gd name="csY622" fmla="*/ 825151 h 1443095"/>
              <a:gd name="csX623" fmla="*/ 851227 w 1443099"/>
              <a:gd name="csY623" fmla="*/ 827617 h 1443095"/>
              <a:gd name="csX624" fmla="*/ 853417 w 1443099"/>
              <a:gd name="csY624" fmla="*/ 830083 h 1443095"/>
              <a:gd name="csX625" fmla="*/ 855605 w 1443099"/>
              <a:gd name="csY625" fmla="*/ 832552 h 1443095"/>
              <a:gd name="csX626" fmla="*/ 857793 w 1443099"/>
              <a:gd name="csY626" fmla="*/ 835018 h 1443095"/>
              <a:gd name="csX627" fmla="*/ 859983 w 1443099"/>
              <a:gd name="csY627" fmla="*/ 837484 h 1443095"/>
              <a:gd name="csX628" fmla="*/ 862171 w 1443099"/>
              <a:gd name="csY628" fmla="*/ 839950 h 1443095"/>
              <a:gd name="csX629" fmla="*/ 864363 w 1443099"/>
              <a:gd name="csY629" fmla="*/ 842419 h 1443095"/>
              <a:gd name="csX630" fmla="*/ 866551 w 1443099"/>
              <a:gd name="csY630" fmla="*/ 844885 h 1443095"/>
              <a:gd name="csX631" fmla="*/ 868739 w 1443099"/>
              <a:gd name="csY631" fmla="*/ 847351 h 1443095"/>
              <a:gd name="csX632" fmla="*/ 870927 w 1443099"/>
              <a:gd name="csY632" fmla="*/ 849817 h 1443095"/>
              <a:gd name="csX633" fmla="*/ 873119 w 1443099"/>
              <a:gd name="csY633" fmla="*/ 852286 h 1443095"/>
              <a:gd name="csX634" fmla="*/ 875307 w 1443099"/>
              <a:gd name="csY634" fmla="*/ 854752 h 1443095"/>
              <a:gd name="csX635" fmla="*/ 877495 w 1443099"/>
              <a:gd name="csY635" fmla="*/ 857218 h 1443095"/>
              <a:gd name="csX636" fmla="*/ 879687 w 1443099"/>
              <a:gd name="csY636" fmla="*/ 859684 h 1443095"/>
              <a:gd name="csX637" fmla="*/ 881875 w 1443099"/>
              <a:gd name="csY637" fmla="*/ 862153 h 1443095"/>
              <a:gd name="csX638" fmla="*/ 884063 w 1443099"/>
              <a:gd name="csY638" fmla="*/ 864619 h 1443095"/>
              <a:gd name="csX639" fmla="*/ 886253 w 1443099"/>
              <a:gd name="csY639" fmla="*/ 867085 h 1443095"/>
              <a:gd name="csX640" fmla="*/ 888441 w 1443099"/>
              <a:gd name="csY640" fmla="*/ 869554 h 1443095"/>
              <a:gd name="csX641" fmla="*/ 890629 w 1443099"/>
              <a:gd name="csY641" fmla="*/ 872020 h 1443095"/>
              <a:gd name="csX642" fmla="*/ 892819 w 1443099"/>
              <a:gd name="csY642" fmla="*/ 874486 h 1443095"/>
              <a:gd name="csX643" fmla="*/ 895007 w 1443099"/>
              <a:gd name="csY643" fmla="*/ 876951 h 1443095"/>
              <a:gd name="csX644" fmla="*/ 897195 w 1443099"/>
              <a:gd name="csY644" fmla="*/ 879421 h 1443095"/>
              <a:gd name="csX645" fmla="*/ 899387 w 1443099"/>
              <a:gd name="csY645" fmla="*/ 881887 h 1443095"/>
              <a:gd name="csX646" fmla="*/ 901575 w 1443099"/>
              <a:gd name="csY646" fmla="*/ 884352 h 1443095"/>
              <a:gd name="csX647" fmla="*/ 903763 w 1443099"/>
              <a:gd name="csY647" fmla="*/ 886818 h 1443095"/>
              <a:gd name="csX648" fmla="*/ 905955 w 1443099"/>
              <a:gd name="csY648" fmla="*/ 889288 h 1443095"/>
              <a:gd name="csX649" fmla="*/ 908143 w 1443099"/>
              <a:gd name="csY649" fmla="*/ 891753 h 1443095"/>
              <a:gd name="csX650" fmla="*/ 910331 w 1443099"/>
              <a:gd name="csY650" fmla="*/ 894219 h 1443095"/>
              <a:gd name="csX651" fmla="*/ 912521 w 1443099"/>
              <a:gd name="csY651" fmla="*/ 896685 h 1443095"/>
              <a:gd name="csX652" fmla="*/ 914709 w 1443099"/>
              <a:gd name="csY652" fmla="*/ 899154 h 1443095"/>
              <a:gd name="csX653" fmla="*/ 916897 w 1443099"/>
              <a:gd name="csY653" fmla="*/ 901620 h 1443095"/>
              <a:gd name="csX654" fmla="*/ 919089 w 1443099"/>
              <a:gd name="csY654" fmla="*/ 904086 h 1443095"/>
              <a:gd name="csX655" fmla="*/ 921275 w 1443099"/>
              <a:gd name="csY655" fmla="*/ 906555 h 1443095"/>
              <a:gd name="csX656" fmla="*/ 923463 w 1443099"/>
              <a:gd name="csY656" fmla="*/ 909021 h 1443095"/>
              <a:gd name="csX657" fmla="*/ 925655 w 1443099"/>
              <a:gd name="csY657" fmla="*/ 911487 h 1443095"/>
              <a:gd name="csX658" fmla="*/ 927843 w 1443099"/>
              <a:gd name="csY658" fmla="*/ 913953 h 1443095"/>
              <a:gd name="csX659" fmla="*/ 930031 w 1443099"/>
              <a:gd name="csY659" fmla="*/ 916422 h 1443095"/>
              <a:gd name="csX660" fmla="*/ 932219 w 1443099"/>
              <a:gd name="csY660" fmla="*/ 918888 h 1443095"/>
              <a:gd name="csX661" fmla="*/ 934411 w 1443099"/>
              <a:gd name="csY661" fmla="*/ 921354 h 1443095"/>
              <a:gd name="csX662" fmla="*/ 936599 w 1443099"/>
              <a:gd name="csY662" fmla="*/ 923820 h 1443095"/>
              <a:gd name="csX663" fmla="*/ 938787 w 1443099"/>
              <a:gd name="csY663" fmla="*/ 926289 h 1443095"/>
              <a:gd name="csX664" fmla="*/ 940979 w 1443099"/>
              <a:gd name="csY664" fmla="*/ 928755 h 1443095"/>
              <a:gd name="csX665" fmla="*/ 943167 w 1443099"/>
              <a:gd name="csY665" fmla="*/ 931221 h 1443095"/>
              <a:gd name="csX666" fmla="*/ 945355 w 1443099"/>
              <a:gd name="csY666" fmla="*/ 933690 h 1443095"/>
              <a:gd name="csX667" fmla="*/ 947545 w 1443099"/>
              <a:gd name="csY667" fmla="*/ 936156 h 1443095"/>
              <a:gd name="csX668" fmla="*/ 949733 w 1443099"/>
              <a:gd name="csY668" fmla="*/ 938622 h 1443095"/>
              <a:gd name="csX669" fmla="*/ 951921 w 1443099"/>
              <a:gd name="csY669" fmla="*/ 941088 h 1443095"/>
              <a:gd name="csX670" fmla="*/ 954111 w 1443099"/>
              <a:gd name="csY670" fmla="*/ 943557 h 1443095"/>
              <a:gd name="csX671" fmla="*/ 956299 w 1443099"/>
              <a:gd name="csY671" fmla="*/ 946023 h 1443095"/>
              <a:gd name="csX672" fmla="*/ 958487 w 1443099"/>
              <a:gd name="csY672" fmla="*/ 948489 h 1443095"/>
              <a:gd name="csX673" fmla="*/ 960679 w 1443099"/>
              <a:gd name="csY673" fmla="*/ 950955 h 1443095"/>
              <a:gd name="csX674" fmla="*/ 962867 w 1443099"/>
              <a:gd name="csY674" fmla="*/ 953424 h 1443095"/>
              <a:gd name="csX675" fmla="*/ 965055 w 1443099"/>
              <a:gd name="csY675" fmla="*/ 955890 h 1443095"/>
              <a:gd name="csX676" fmla="*/ 967247 w 1443099"/>
              <a:gd name="csY676" fmla="*/ 958355 h 1443095"/>
              <a:gd name="csX677" fmla="*/ 969435 w 1443099"/>
              <a:gd name="csY677" fmla="*/ 960821 h 1443095"/>
              <a:gd name="csX678" fmla="*/ 971623 w 1443099"/>
              <a:gd name="csY678" fmla="*/ 963291 h 1443095"/>
              <a:gd name="csX679" fmla="*/ 973815 w 1443099"/>
              <a:gd name="csY679" fmla="*/ 965757 h 1443095"/>
              <a:gd name="csX680" fmla="*/ 976001 w 1443099"/>
              <a:gd name="csY680" fmla="*/ 968222 h 1443095"/>
              <a:gd name="csX681" fmla="*/ 978189 w 1443099"/>
              <a:gd name="csY681" fmla="*/ 970688 h 1443095"/>
              <a:gd name="csX682" fmla="*/ 980377 w 1443099"/>
              <a:gd name="csY682" fmla="*/ 973157 h 1443095"/>
              <a:gd name="csX683" fmla="*/ 982569 w 1443099"/>
              <a:gd name="csY683" fmla="*/ 975623 h 1443095"/>
              <a:gd name="csX684" fmla="*/ 984757 w 1443099"/>
              <a:gd name="csY684" fmla="*/ 978089 h 1443095"/>
              <a:gd name="csX685" fmla="*/ 986945 w 1443099"/>
              <a:gd name="csY685" fmla="*/ 980555 h 1443095"/>
              <a:gd name="csX686" fmla="*/ 989135 w 1443099"/>
              <a:gd name="csY686" fmla="*/ 983024 h 1443095"/>
              <a:gd name="csX687" fmla="*/ 991323 w 1443099"/>
              <a:gd name="csY687" fmla="*/ 985490 h 1443095"/>
              <a:gd name="csX688" fmla="*/ 993511 w 1443099"/>
              <a:gd name="csY688" fmla="*/ 987956 h 1443095"/>
              <a:gd name="csX689" fmla="*/ 995703 w 1443099"/>
              <a:gd name="csY689" fmla="*/ 990425 h 1443095"/>
              <a:gd name="csX690" fmla="*/ 997891 w 1443099"/>
              <a:gd name="csY690" fmla="*/ 992891 h 1443095"/>
              <a:gd name="csX691" fmla="*/ 1000079 w 1443099"/>
              <a:gd name="csY691" fmla="*/ 995357 h 1443095"/>
              <a:gd name="csX692" fmla="*/ 1002271 w 1443099"/>
              <a:gd name="csY692" fmla="*/ 997823 h 1443095"/>
              <a:gd name="csX693" fmla="*/ 1004459 w 1443099"/>
              <a:gd name="csY693" fmla="*/ 1000292 h 1443095"/>
              <a:gd name="csX694" fmla="*/ 1006647 w 1443099"/>
              <a:gd name="csY694" fmla="*/ 1002758 h 1443095"/>
              <a:gd name="csX695" fmla="*/ 1008837 w 1443099"/>
              <a:gd name="csY695" fmla="*/ 1005224 h 1443095"/>
              <a:gd name="csX696" fmla="*/ 1011025 w 1443099"/>
              <a:gd name="csY696" fmla="*/ 1007690 h 1443095"/>
              <a:gd name="csX697" fmla="*/ 1013213 w 1443099"/>
              <a:gd name="csY697" fmla="*/ 1010159 h 1443095"/>
              <a:gd name="csX698" fmla="*/ 1015403 w 1443099"/>
              <a:gd name="csY698" fmla="*/ 1012625 h 1443095"/>
              <a:gd name="csX699" fmla="*/ 1017591 w 1443099"/>
              <a:gd name="csY699" fmla="*/ 1015091 h 1443095"/>
              <a:gd name="csX700" fmla="*/ 1019779 w 1443099"/>
              <a:gd name="csY700" fmla="*/ 1017560 h 1443095"/>
              <a:gd name="csX701" fmla="*/ 1021971 w 1443099"/>
              <a:gd name="csY701" fmla="*/ 1020026 h 1443095"/>
              <a:gd name="csX702" fmla="*/ 1024159 w 1443099"/>
              <a:gd name="csY702" fmla="*/ 1022492 h 1443095"/>
              <a:gd name="csX703" fmla="*/ 1026347 w 1443099"/>
              <a:gd name="csY703" fmla="*/ 1024958 h 1443095"/>
              <a:gd name="csX704" fmla="*/ 1028539 w 1443099"/>
              <a:gd name="csY704" fmla="*/ 1027427 h 1443095"/>
              <a:gd name="csX705" fmla="*/ 1030727 w 1443099"/>
              <a:gd name="csY705" fmla="*/ 1029893 h 1443095"/>
              <a:gd name="csX706" fmla="*/ 1032915 w 1443099"/>
              <a:gd name="csY706" fmla="*/ 1032359 h 1443095"/>
              <a:gd name="csX707" fmla="*/ 1035107 w 1443099"/>
              <a:gd name="csY707" fmla="*/ 1034824 h 1443095"/>
              <a:gd name="csX708" fmla="*/ 1037295 w 1443099"/>
              <a:gd name="csY708" fmla="*/ 1037294 h 1443095"/>
              <a:gd name="csX709" fmla="*/ 1034827 w 1443099"/>
              <a:gd name="csY709" fmla="*/ 1035102 h 1443095"/>
              <a:gd name="csX710" fmla="*/ 1032359 w 1443099"/>
              <a:gd name="csY710" fmla="*/ 1032914 h 1443095"/>
              <a:gd name="csX711" fmla="*/ 1029893 w 1443099"/>
              <a:gd name="csY711" fmla="*/ 1030726 h 1443095"/>
              <a:gd name="csX712" fmla="*/ 1027427 w 1443099"/>
              <a:gd name="csY712" fmla="*/ 1028535 h 1443095"/>
              <a:gd name="csX713" fmla="*/ 1024961 w 1443099"/>
              <a:gd name="csY713" fmla="*/ 1026347 h 1443095"/>
              <a:gd name="csX714" fmla="*/ 1022491 w 1443099"/>
              <a:gd name="csY714" fmla="*/ 1024159 h 1443095"/>
              <a:gd name="csX715" fmla="*/ 1020027 w 1443099"/>
              <a:gd name="csY715" fmla="*/ 1021968 h 1443095"/>
              <a:gd name="csX716" fmla="*/ 1017559 w 1443099"/>
              <a:gd name="csY716" fmla="*/ 1019780 h 1443095"/>
              <a:gd name="csX717" fmla="*/ 1015091 w 1443099"/>
              <a:gd name="csY717" fmla="*/ 1017592 h 1443095"/>
              <a:gd name="csX718" fmla="*/ 1012625 w 1443099"/>
              <a:gd name="csY718" fmla="*/ 1015401 h 1443095"/>
              <a:gd name="csX719" fmla="*/ 1010159 w 1443099"/>
              <a:gd name="csY719" fmla="*/ 1013213 h 1443095"/>
              <a:gd name="csX720" fmla="*/ 1007693 w 1443099"/>
              <a:gd name="csY720" fmla="*/ 1011025 h 1443095"/>
              <a:gd name="csX721" fmla="*/ 1005223 w 1443099"/>
              <a:gd name="csY721" fmla="*/ 1008834 h 1443095"/>
              <a:gd name="csX722" fmla="*/ 1002759 w 1443099"/>
              <a:gd name="csY722" fmla="*/ 1006646 h 1443095"/>
              <a:gd name="csX723" fmla="*/ 1000291 w 1443099"/>
              <a:gd name="csY723" fmla="*/ 1004458 h 1443095"/>
              <a:gd name="csX724" fmla="*/ 997827 w 1443099"/>
              <a:gd name="csY724" fmla="*/ 1002270 h 1443095"/>
              <a:gd name="csX725" fmla="*/ 995357 w 1443099"/>
              <a:gd name="csY725" fmla="*/ 1000079 h 1443095"/>
              <a:gd name="csX726" fmla="*/ 992891 w 1443099"/>
              <a:gd name="csY726" fmla="*/ 997891 h 1443095"/>
              <a:gd name="csX727" fmla="*/ 990425 w 1443099"/>
              <a:gd name="csY727" fmla="*/ 995703 h 1443095"/>
              <a:gd name="csX728" fmla="*/ 987959 w 1443099"/>
              <a:gd name="csY728" fmla="*/ 993512 h 1443095"/>
              <a:gd name="csX729" fmla="*/ 985491 w 1443099"/>
              <a:gd name="csY729" fmla="*/ 991324 h 1443095"/>
              <a:gd name="csX730" fmla="*/ 983023 w 1443099"/>
              <a:gd name="csY730" fmla="*/ 989132 h 1443095"/>
              <a:gd name="csX731" fmla="*/ 980559 w 1443099"/>
              <a:gd name="csY731" fmla="*/ 986945 h 1443095"/>
              <a:gd name="csX732" fmla="*/ 978091 w 1443099"/>
              <a:gd name="csY732" fmla="*/ 984757 h 1443095"/>
              <a:gd name="csX733" fmla="*/ 975623 w 1443099"/>
              <a:gd name="csY733" fmla="*/ 982569 h 1443095"/>
              <a:gd name="csX734" fmla="*/ 973157 w 1443099"/>
              <a:gd name="csY734" fmla="*/ 980377 h 1443095"/>
              <a:gd name="csX735" fmla="*/ 970691 w 1443099"/>
              <a:gd name="csY735" fmla="*/ 978189 h 1443095"/>
              <a:gd name="csX736" fmla="*/ 968227 w 1443099"/>
              <a:gd name="csY736" fmla="*/ 976001 h 1443095"/>
              <a:gd name="csX737" fmla="*/ 965755 w 1443099"/>
              <a:gd name="csY737" fmla="*/ 973810 h 1443095"/>
              <a:gd name="csX738" fmla="*/ 963291 w 1443099"/>
              <a:gd name="csY738" fmla="*/ 971622 h 1443095"/>
              <a:gd name="csX739" fmla="*/ 960825 w 1443099"/>
              <a:gd name="csY739" fmla="*/ 969434 h 1443095"/>
              <a:gd name="csX740" fmla="*/ 958355 w 1443099"/>
              <a:gd name="csY740" fmla="*/ 967243 h 1443095"/>
              <a:gd name="csX741" fmla="*/ 955891 w 1443099"/>
              <a:gd name="csY741" fmla="*/ 965055 h 1443095"/>
              <a:gd name="csX742" fmla="*/ 953423 w 1443099"/>
              <a:gd name="csY742" fmla="*/ 962867 h 1443095"/>
              <a:gd name="csX743" fmla="*/ 950959 w 1443099"/>
              <a:gd name="csY743" fmla="*/ 960676 h 1443095"/>
              <a:gd name="csX744" fmla="*/ 948487 w 1443099"/>
              <a:gd name="csY744" fmla="*/ 958488 h 1443095"/>
              <a:gd name="csX745" fmla="*/ 946023 w 1443099"/>
              <a:gd name="csY745" fmla="*/ 956300 h 1443095"/>
              <a:gd name="csX746" fmla="*/ 943557 w 1443099"/>
              <a:gd name="csY746" fmla="*/ 954109 h 1443095"/>
              <a:gd name="csX747" fmla="*/ 941091 w 1443099"/>
              <a:gd name="csY747" fmla="*/ 951921 h 1443095"/>
              <a:gd name="csX748" fmla="*/ 938623 w 1443099"/>
              <a:gd name="csY748" fmla="*/ 949733 h 1443095"/>
              <a:gd name="csX749" fmla="*/ 936155 w 1443099"/>
              <a:gd name="csY749" fmla="*/ 947542 h 1443095"/>
              <a:gd name="csX750" fmla="*/ 933691 w 1443099"/>
              <a:gd name="csY750" fmla="*/ 945354 h 1443095"/>
              <a:gd name="csX751" fmla="*/ 931223 w 1443099"/>
              <a:gd name="csY751" fmla="*/ 943166 h 1443095"/>
              <a:gd name="csX752" fmla="*/ 928755 w 1443099"/>
              <a:gd name="csY752" fmla="*/ 940975 h 1443095"/>
              <a:gd name="csX753" fmla="*/ 926289 w 1443099"/>
              <a:gd name="csY753" fmla="*/ 938787 h 1443095"/>
              <a:gd name="csX754" fmla="*/ 923823 w 1443099"/>
              <a:gd name="csY754" fmla="*/ 936599 h 1443095"/>
              <a:gd name="csX755" fmla="*/ 921357 w 1443099"/>
              <a:gd name="csY755" fmla="*/ 934408 h 1443095"/>
              <a:gd name="csX756" fmla="*/ 918887 w 1443099"/>
              <a:gd name="csY756" fmla="*/ 932220 h 1443095"/>
              <a:gd name="csX757" fmla="*/ 916423 w 1443099"/>
              <a:gd name="csY757" fmla="*/ 930032 h 1443095"/>
              <a:gd name="csX758" fmla="*/ 913955 w 1443099"/>
              <a:gd name="csY758" fmla="*/ 927844 h 1443095"/>
              <a:gd name="csX759" fmla="*/ 911487 w 1443099"/>
              <a:gd name="csY759" fmla="*/ 925652 h 1443095"/>
              <a:gd name="csX760" fmla="*/ 909021 w 1443099"/>
              <a:gd name="csY760" fmla="*/ 923464 h 1443095"/>
              <a:gd name="csX761" fmla="*/ 906555 w 1443099"/>
              <a:gd name="csY761" fmla="*/ 921276 h 1443095"/>
              <a:gd name="csX762" fmla="*/ 904091 w 1443099"/>
              <a:gd name="csY762" fmla="*/ 919085 h 1443095"/>
              <a:gd name="csX763" fmla="*/ 901619 w 1443099"/>
              <a:gd name="csY763" fmla="*/ 916897 h 1443095"/>
              <a:gd name="csX764" fmla="*/ 899155 w 1443099"/>
              <a:gd name="csY764" fmla="*/ 914709 h 1443095"/>
              <a:gd name="csX765" fmla="*/ 896687 w 1443099"/>
              <a:gd name="csY765" fmla="*/ 912518 h 1443095"/>
              <a:gd name="csX766" fmla="*/ 894223 w 1443099"/>
              <a:gd name="csY766" fmla="*/ 910330 h 1443095"/>
              <a:gd name="csX767" fmla="*/ 891753 w 1443099"/>
              <a:gd name="csY767" fmla="*/ 908142 h 1443095"/>
              <a:gd name="csX768" fmla="*/ 889287 w 1443099"/>
              <a:gd name="csY768" fmla="*/ 905951 h 1443095"/>
              <a:gd name="csX769" fmla="*/ 886823 w 1443099"/>
              <a:gd name="csY769" fmla="*/ 903763 h 1443095"/>
              <a:gd name="csX770" fmla="*/ 884351 w 1443099"/>
              <a:gd name="csY770" fmla="*/ 901575 h 1443095"/>
              <a:gd name="csX771" fmla="*/ 881887 w 1443099"/>
              <a:gd name="csY771" fmla="*/ 899384 h 1443095"/>
              <a:gd name="csX772" fmla="*/ 879421 w 1443099"/>
              <a:gd name="csY772" fmla="*/ 897196 h 1443095"/>
              <a:gd name="csX773" fmla="*/ 876955 w 1443099"/>
              <a:gd name="csY773" fmla="*/ 895008 h 1443095"/>
              <a:gd name="csX774" fmla="*/ 874487 w 1443099"/>
              <a:gd name="csY774" fmla="*/ 892817 h 1443095"/>
              <a:gd name="csX775" fmla="*/ 872019 w 1443099"/>
              <a:gd name="csY775" fmla="*/ 890629 h 1443095"/>
              <a:gd name="csX776" fmla="*/ 869555 w 1443099"/>
              <a:gd name="csY776" fmla="*/ 888441 h 1443095"/>
              <a:gd name="csX777" fmla="*/ 867087 w 1443099"/>
              <a:gd name="csY777" fmla="*/ 886250 h 1443095"/>
              <a:gd name="csX778" fmla="*/ 864619 w 1443099"/>
              <a:gd name="csY778" fmla="*/ 884062 h 1443095"/>
              <a:gd name="csX779" fmla="*/ 862153 w 1443099"/>
              <a:gd name="csY779" fmla="*/ 881874 h 1443095"/>
              <a:gd name="csX780" fmla="*/ 859687 w 1443099"/>
              <a:gd name="csY780" fmla="*/ 879682 h 1443095"/>
              <a:gd name="csX781" fmla="*/ 857221 w 1443099"/>
              <a:gd name="csY781" fmla="*/ 877494 h 1443095"/>
              <a:gd name="csX782" fmla="*/ 854751 w 1443099"/>
              <a:gd name="csY782" fmla="*/ 875306 h 1443095"/>
              <a:gd name="csX783" fmla="*/ 852287 w 1443099"/>
              <a:gd name="csY783" fmla="*/ 873119 h 1443095"/>
              <a:gd name="csX784" fmla="*/ 849819 w 1443099"/>
              <a:gd name="csY784" fmla="*/ 870927 h 1443095"/>
              <a:gd name="csX785" fmla="*/ 847355 w 1443099"/>
              <a:gd name="csY785" fmla="*/ 868739 h 1443095"/>
              <a:gd name="csX786" fmla="*/ 844885 w 1443099"/>
              <a:gd name="csY786" fmla="*/ 866548 h 1443095"/>
              <a:gd name="csX787" fmla="*/ 842419 w 1443099"/>
              <a:gd name="csY787" fmla="*/ 864360 h 1443095"/>
              <a:gd name="csX788" fmla="*/ 839953 w 1443099"/>
              <a:gd name="csY788" fmla="*/ 862172 h 1443095"/>
              <a:gd name="csX789" fmla="*/ 837487 w 1443099"/>
              <a:gd name="csY789" fmla="*/ 859984 h 1443095"/>
              <a:gd name="csX790" fmla="*/ 835019 w 1443099"/>
              <a:gd name="csY790" fmla="*/ 857793 h 1443095"/>
              <a:gd name="csX791" fmla="*/ 832551 w 1443099"/>
              <a:gd name="csY791" fmla="*/ 855605 h 1443095"/>
              <a:gd name="csX792" fmla="*/ 830087 w 1443099"/>
              <a:gd name="csY792" fmla="*/ 853417 h 1443095"/>
              <a:gd name="csX793" fmla="*/ 827621 w 1443099"/>
              <a:gd name="csY793" fmla="*/ 851226 h 1443095"/>
              <a:gd name="csX794" fmla="*/ 825151 w 1443099"/>
              <a:gd name="csY794" fmla="*/ 849038 h 1443095"/>
              <a:gd name="csX795" fmla="*/ 822687 w 1443099"/>
              <a:gd name="csY795" fmla="*/ 846850 h 1443095"/>
              <a:gd name="csX796" fmla="*/ 820219 w 1443099"/>
              <a:gd name="csY796" fmla="*/ 844659 h 1443095"/>
              <a:gd name="csX797" fmla="*/ 817751 w 1443099"/>
              <a:gd name="csY797" fmla="*/ 842471 h 1443095"/>
              <a:gd name="csX798" fmla="*/ 815283 w 1443099"/>
              <a:gd name="csY798" fmla="*/ 840283 h 1443095"/>
              <a:gd name="csX799" fmla="*/ 812819 w 1443099"/>
              <a:gd name="csY799" fmla="*/ 838092 h 1443095"/>
              <a:gd name="csX800" fmla="*/ 810353 w 1443099"/>
              <a:gd name="csY800" fmla="*/ 835904 h 1443095"/>
              <a:gd name="csX801" fmla="*/ 807883 w 1443099"/>
              <a:gd name="csY801" fmla="*/ 833716 h 1443095"/>
              <a:gd name="csX802" fmla="*/ 805419 w 1443099"/>
              <a:gd name="csY802" fmla="*/ 831525 h 1443095"/>
              <a:gd name="csX803" fmla="*/ 802951 w 1443099"/>
              <a:gd name="csY803" fmla="*/ 829337 h 1443095"/>
              <a:gd name="csX804" fmla="*/ 800487 w 1443099"/>
              <a:gd name="csY804" fmla="*/ 827149 h 1443095"/>
              <a:gd name="csX805" fmla="*/ 798017 w 1443099"/>
              <a:gd name="csY805" fmla="*/ 824957 h 1443095"/>
              <a:gd name="csX806" fmla="*/ 795551 w 1443099"/>
              <a:gd name="csY806" fmla="*/ 822769 h 1443095"/>
              <a:gd name="csX807" fmla="*/ 793085 w 1443099"/>
              <a:gd name="csY807" fmla="*/ 820581 h 1443095"/>
              <a:gd name="csX808" fmla="*/ 790619 w 1443099"/>
              <a:gd name="csY808" fmla="*/ 818390 h 1443095"/>
              <a:gd name="csX809" fmla="*/ 788151 w 1443099"/>
              <a:gd name="csY809" fmla="*/ 816202 h 1443095"/>
              <a:gd name="csX810" fmla="*/ 785683 w 1443099"/>
              <a:gd name="csY810" fmla="*/ 814014 h 1443095"/>
              <a:gd name="csX811" fmla="*/ 783219 w 1443099"/>
              <a:gd name="csY811" fmla="*/ 811823 h 1443095"/>
              <a:gd name="csX812" fmla="*/ 780749 w 1443099"/>
              <a:gd name="csY812" fmla="*/ 809635 h 1443095"/>
              <a:gd name="csX813" fmla="*/ 778283 w 1443099"/>
              <a:gd name="csY813" fmla="*/ 807447 h 1443095"/>
              <a:gd name="csX814" fmla="*/ 775817 w 1443099"/>
              <a:gd name="csY814" fmla="*/ 805256 h 1443095"/>
              <a:gd name="csX815" fmla="*/ 773351 w 1443099"/>
              <a:gd name="csY815" fmla="*/ 803068 h 1443095"/>
              <a:gd name="csX816" fmla="*/ 770883 w 1443099"/>
              <a:gd name="csY816" fmla="*/ 800880 h 1443095"/>
              <a:gd name="csX817" fmla="*/ 768415 w 1443099"/>
              <a:gd name="csY817" fmla="*/ 798692 h 1443095"/>
              <a:gd name="csX818" fmla="*/ 765951 w 1443099"/>
              <a:gd name="csY818" fmla="*/ 796501 h 1443095"/>
              <a:gd name="csX819" fmla="*/ 763483 w 1443099"/>
              <a:gd name="csY819" fmla="*/ 794313 h 1443095"/>
              <a:gd name="csX820" fmla="*/ 761015 w 1443099"/>
              <a:gd name="csY820" fmla="*/ 792125 h 1443095"/>
              <a:gd name="csX821" fmla="*/ 760415 w 1443099"/>
              <a:gd name="csY821" fmla="*/ 791592 h 1443095"/>
              <a:gd name="csX822" fmla="*/ 760265 w 1443099"/>
              <a:gd name="csY822" fmla="*/ 794090 h 1443095"/>
              <a:gd name="csX823" fmla="*/ 759949 w 1443099"/>
              <a:gd name="csY823" fmla="*/ 799410 h 1443095"/>
              <a:gd name="csX824" fmla="*/ 759631 w 1443099"/>
              <a:gd name="csY824" fmla="*/ 804729 h 1443095"/>
              <a:gd name="csX825" fmla="*/ 759315 w 1443099"/>
              <a:gd name="csY825" fmla="*/ 810049 h 1443095"/>
              <a:gd name="csX826" fmla="*/ 758999 w 1443099"/>
              <a:gd name="csY826" fmla="*/ 815368 h 1443095"/>
              <a:gd name="csX827" fmla="*/ 758679 w 1443099"/>
              <a:gd name="csY827" fmla="*/ 820688 h 1443095"/>
              <a:gd name="csX828" fmla="*/ 758363 w 1443099"/>
              <a:gd name="csY828" fmla="*/ 826008 h 1443095"/>
              <a:gd name="csX829" fmla="*/ 758045 w 1443099"/>
              <a:gd name="csY829" fmla="*/ 831327 h 1443095"/>
              <a:gd name="csX830" fmla="*/ 757727 w 1443099"/>
              <a:gd name="csY830" fmla="*/ 836647 h 1443095"/>
              <a:gd name="csX831" fmla="*/ 757411 w 1443099"/>
              <a:gd name="csY831" fmla="*/ 841967 h 1443095"/>
              <a:gd name="csX832" fmla="*/ 757091 w 1443099"/>
              <a:gd name="csY832" fmla="*/ 847286 h 1443095"/>
              <a:gd name="csX833" fmla="*/ 756775 w 1443099"/>
              <a:gd name="csY833" fmla="*/ 852606 h 1443095"/>
              <a:gd name="csX834" fmla="*/ 756459 w 1443099"/>
              <a:gd name="csY834" fmla="*/ 857925 h 1443095"/>
              <a:gd name="csX835" fmla="*/ 756141 w 1443099"/>
              <a:gd name="csY835" fmla="*/ 863248 h 1443095"/>
              <a:gd name="csX836" fmla="*/ 755825 w 1443099"/>
              <a:gd name="csY836" fmla="*/ 868568 h 1443095"/>
              <a:gd name="csX837" fmla="*/ 755505 w 1443099"/>
              <a:gd name="csY837" fmla="*/ 873888 h 1443095"/>
              <a:gd name="csX838" fmla="*/ 755187 w 1443099"/>
              <a:gd name="csY838" fmla="*/ 879207 h 1443095"/>
              <a:gd name="csX839" fmla="*/ 754871 w 1443099"/>
              <a:gd name="csY839" fmla="*/ 884527 h 1443095"/>
              <a:gd name="csX840" fmla="*/ 754555 w 1443099"/>
              <a:gd name="csY840" fmla="*/ 889847 h 1443095"/>
              <a:gd name="csX841" fmla="*/ 754239 w 1443099"/>
              <a:gd name="csY841" fmla="*/ 895166 h 1443095"/>
              <a:gd name="csX842" fmla="*/ 753919 w 1443099"/>
              <a:gd name="csY842" fmla="*/ 900486 h 1443095"/>
              <a:gd name="csX843" fmla="*/ 753601 w 1443099"/>
              <a:gd name="csY843" fmla="*/ 905805 h 1443095"/>
              <a:gd name="csX844" fmla="*/ 753285 w 1443099"/>
              <a:gd name="csY844" fmla="*/ 911125 h 1443095"/>
              <a:gd name="csX845" fmla="*/ 752967 w 1443099"/>
              <a:gd name="csY845" fmla="*/ 916445 h 1443095"/>
              <a:gd name="csX846" fmla="*/ 752651 w 1443099"/>
              <a:gd name="csY846" fmla="*/ 921764 h 1443095"/>
              <a:gd name="csX847" fmla="*/ 752331 w 1443099"/>
              <a:gd name="csY847" fmla="*/ 927084 h 1443095"/>
              <a:gd name="csX848" fmla="*/ 752015 w 1443099"/>
              <a:gd name="csY848" fmla="*/ 932404 h 1443095"/>
              <a:gd name="csX849" fmla="*/ 751697 w 1443099"/>
              <a:gd name="csY849" fmla="*/ 937723 h 1443095"/>
              <a:gd name="csX850" fmla="*/ 751381 w 1443099"/>
              <a:gd name="csY850" fmla="*/ 943043 h 1443095"/>
              <a:gd name="csX851" fmla="*/ 751063 w 1443099"/>
              <a:gd name="csY851" fmla="*/ 948363 h 1443095"/>
              <a:gd name="csX852" fmla="*/ 750743 w 1443099"/>
              <a:gd name="csY852" fmla="*/ 953682 h 1443095"/>
              <a:gd name="csX853" fmla="*/ 750427 w 1443099"/>
              <a:gd name="csY853" fmla="*/ 959002 h 1443095"/>
              <a:gd name="csX854" fmla="*/ 750111 w 1443099"/>
              <a:gd name="csY854" fmla="*/ 964321 h 1443095"/>
              <a:gd name="csX855" fmla="*/ 749795 w 1443099"/>
              <a:gd name="csY855" fmla="*/ 969641 h 1443095"/>
              <a:gd name="csX856" fmla="*/ 749477 w 1443099"/>
              <a:gd name="csY856" fmla="*/ 974961 h 1443095"/>
              <a:gd name="csX857" fmla="*/ 749157 w 1443099"/>
              <a:gd name="csY857" fmla="*/ 980280 h 1443095"/>
              <a:gd name="csX858" fmla="*/ 748841 w 1443099"/>
              <a:gd name="csY858" fmla="*/ 985600 h 1443095"/>
              <a:gd name="csX859" fmla="*/ 748523 w 1443099"/>
              <a:gd name="csY859" fmla="*/ 990920 h 1443095"/>
              <a:gd name="csX860" fmla="*/ 748207 w 1443099"/>
              <a:gd name="csY860" fmla="*/ 996239 h 1443095"/>
              <a:gd name="csX861" fmla="*/ 747891 w 1443099"/>
              <a:gd name="csY861" fmla="*/ 1001559 h 1443095"/>
              <a:gd name="csX862" fmla="*/ 747571 w 1443099"/>
              <a:gd name="csY862" fmla="*/ 1006879 h 1443095"/>
              <a:gd name="csX863" fmla="*/ 747255 w 1443099"/>
              <a:gd name="csY863" fmla="*/ 1012198 h 1443095"/>
              <a:gd name="csX864" fmla="*/ 746937 w 1443099"/>
              <a:gd name="csY864" fmla="*/ 1017518 h 1443095"/>
              <a:gd name="csX865" fmla="*/ 746619 w 1443099"/>
              <a:gd name="csY865" fmla="*/ 1022837 h 1443095"/>
              <a:gd name="csX866" fmla="*/ 746303 w 1443099"/>
              <a:gd name="csY866" fmla="*/ 1028157 h 1443095"/>
              <a:gd name="csX867" fmla="*/ 745983 w 1443099"/>
              <a:gd name="csY867" fmla="*/ 1033477 h 1443095"/>
              <a:gd name="csX868" fmla="*/ 745667 w 1443099"/>
              <a:gd name="csY868" fmla="*/ 1038796 h 1443095"/>
              <a:gd name="csX869" fmla="*/ 745351 w 1443099"/>
              <a:gd name="csY869" fmla="*/ 1044116 h 1443095"/>
              <a:gd name="csX870" fmla="*/ 745033 w 1443099"/>
              <a:gd name="csY870" fmla="*/ 1049436 h 1443095"/>
              <a:gd name="csX871" fmla="*/ 744717 w 1443099"/>
              <a:gd name="csY871" fmla="*/ 1054755 h 1443095"/>
              <a:gd name="csX872" fmla="*/ 744397 w 1443099"/>
              <a:gd name="csY872" fmla="*/ 1060075 h 1443095"/>
              <a:gd name="csX873" fmla="*/ 744079 w 1443099"/>
              <a:gd name="csY873" fmla="*/ 1065398 h 1443095"/>
              <a:gd name="csX874" fmla="*/ 743763 w 1443099"/>
              <a:gd name="csY874" fmla="*/ 1070717 h 1443095"/>
              <a:gd name="csX875" fmla="*/ 743447 w 1443099"/>
              <a:gd name="csY875" fmla="*/ 1076037 h 1443095"/>
              <a:gd name="csX876" fmla="*/ 743131 w 1443099"/>
              <a:gd name="csY876" fmla="*/ 1081357 h 1443095"/>
              <a:gd name="csX877" fmla="*/ 742811 w 1443099"/>
              <a:gd name="csY877" fmla="*/ 1086676 h 1443095"/>
              <a:gd name="csX878" fmla="*/ 742493 w 1443099"/>
              <a:gd name="csY878" fmla="*/ 1091996 h 1443095"/>
              <a:gd name="csX879" fmla="*/ 742177 w 1443099"/>
              <a:gd name="csY879" fmla="*/ 1097316 h 1443095"/>
              <a:gd name="csX880" fmla="*/ 741859 w 1443099"/>
              <a:gd name="csY880" fmla="*/ 1102635 h 1443095"/>
              <a:gd name="csX881" fmla="*/ 741543 w 1443099"/>
              <a:gd name="csY881" fmla="*/ 1107955 h 1443095"/>
              <a:gd name="csX882" fmla="*/ 741223 w 1443099"/>
              <a:gd name="csY882" fmla="*/ 1113274 h 1443095"/>
              <a:gd name="csX883" fmla="*/ 740907 w 1443099"/>
              <a:gd name="csY883" fmla="*/ 1118594 h 1443095"/>
              <a:gd name="csX884" fmla="*/ 740591 w 1443099"/>
              <a:gd name="csY884" fmla="*/ 1123914 h 1443095"/>
              <a:gd name="csX885" fmla="*/ 740273 w 1443099"/>
              <a:gd name="csY885" fmla="*/ 1129234 h 1443095"/>
              <a:gd name="csX886" fmla="*/ 739955 w 1443099"/>
              <a:gd name="csY886" fmla="*/ 1134553 h 1443095"/>
              <a:gd name="csX887" fmla="*/ 739639 w 1443099"/>
              <a:gd name="csY887" fmla="*/ 1139873 h 1443095"/>
              <a:gd name="csX888" fmla="*/ 739319 w 1443099"/>
              <a:gd name="csY888" fmla="*/ 1145192 h 1443095"/>
              <a:gd name="csX889" fmla="*/ 739003 w 1443099"/>
              <a:gd name="csY889" fmla="*/ 1150512 h 1443095"/>
              <a:gd name="csX890" fmla="*/ 738687 w 1443099"/>
              <a:gd name="csY890" fmla="*/ 1155832 h 1443095"/>
              <a:gd name="csX891" fmla="*/ 738371 w 1443099"/>
              <a:gd name="csY891" fmla="*/ 1161151 h 1443095"/>
              <a:gd name="csX892" fmla="*/ 738053 w 1443099"/>
              <a:gd name="csY892" fmla="*/ 1166471 h 1443095"/>
              <a:gd name="csX893" fmla="*/ 737733 w 1443099"/>
              <a:gd name="csY893" fmla="*/ 1171791 h 1443095"/>
              <a:gd name="csX894" fmla="*/ 737415 w 1443099"/>
              <a:gd name="csY894" fmla="*/ 1177110 h 1443095"/>
              <a:gd name="csX895" fmla="*/ 737099 w 1443099"/>
              <a:gd name="csY895" fmla="*/ 1182430 h 1443095"/>
              <a:gd name="csX896" fmla="*/ 736783 w 1443099"/>
              <a:gd name="csY896" fmla="*/ 1187749 h 1443095"/>
              <a:gd name="csX897" fmla="*/ 736463 w 1443099"/>
              <a:gd name="csY897" fmla="*/ 1193069 h 1443095"/>
              <a:gd name="csX898" fmla="*/ 736147 w 1443099"/>
              <a:gd name="csY898" fmla="*/ 1198389 h 1443095"/>
              <a:gd name="csX899" fmla="*/ 735829 w 1443099"/>
              <a:gd name="csY899" fmla="*/ 1203708 h 1443095"/>
              <a:gd name="csX900" fmla="*/ 735513 w 1443099"/>
              <a:gd name="csY900" fmla="*/ 1209028 h 1443095"/>
              <a:gd name="csX901" fmla="*/ 735195 w 1443099"/>
              <a:gd name="csY901" fmla="*/ 1214348 h 1443095"/>
              <a:gd name="csX902" fmla="*/ 734875 w 1443099"/>
              <a:gd name="csY902" fmla="*/ 1219667 h 1443095"/>
              <a:gd name="csX903" fmla="*/ 734559 w 1443099"/>
              <a:gd name="csY903" fmla="*/ 1224987 h 1443095"/>
              <a:gd name="csX904" fmla="*/ 734243 w 1443099"/>
              <a:gd name="csY904" fmla="*/ 1230307 h 1443095"/>
              <a:gd name="csX905" fmla="*/ 733927 w 1443099"/>
              <a:gd name="csY905" fmla="*/ 1235626 h 1443095"/>
              <a:gd name="csX906" fmla="*/ 733609 w 1443099"/>
              <a:gd name="csY906" fmla="*/ 1240946 h 1443095"/>
              <a:gd name="csX907" fmla="*/ 733291 w 1443099"/>
              <a:gd name="csY907" fmla="*/ 1246265 h 1443095"/>
              <a:gd name="csX908" fmla="*/ 732971 w 1443099"/>
              <a:gd name="csY908" fmla="*/ 1251585 h 1443095"/>
              <a:gd name="csX909" fmla="*/ 732655 w 1443099"/>
              <a:gd name="csY909" fmla="*/ 1256905 h 1443095"/>
              <a:gd name="csX910" fmla="*/ 732339 w 1443099"/>
              <a:gd name="csY910" fmla="*/ 1262224 h 1443095"/>
              <a:gd name="csX911" fmla="*/ 732023 w 1443099"/>
              <a:gd name="csY911" fmla="*/ 1267544 h 1443095"/>
              <a:gd name="csX912" fmla="*/ 731705 w 1443099"/>
              <a:gd name="csY912" fmla="*/ 1272864 h 1443095"/>
              <a:gd name="csX913" fmla="*/ 731387 w 1443099"/>
              <a:gd name="csY913" fmla="*/ 1278187 h 1443095"/>
              <a:gd name="csX914" fmla="*/ 731069 w 1443099"/>
              <a:gd name="csY914" fmla="*/ 1283506 h 1443095"/>
              <a:gd name="csX915" fmla="*/ 730751 w 1443099"/>
              <a:gd name="csY915" fmla="*/ 1288826 h 1443095"/>
              <a:gd name="csX916" fmla="*/ 730435 w 1443099"/>
              <a:gd name="csY916" fmla="*/ 1294145 h 1443095"/>
              <a:gd name="csX917" fmla="*/ 730115 w 1443099"/>
              <a:gd name="csY917" fmla="*/ 1299465 h 1443095"/>
              <a:gd name="csX918" fmla="*/ 729799 w 1443099"/>
              <a:gd name="csY918" fmla="*/ 1304785 h 1443095"/>
              <a:gd name="csX919" fmla="*/ 729483 w 1443099"/>
              <a:gd name="csY919" fmla="*/ 1310104 h 1443095"/>
              <a:gd name="csX920" fmla="*/ 729165 w 1443099"/>
              <a:gd name="csY920" fmla="*/ 1315424 h 1443095"/>
              <a:gd name="csX921" fmla="*/ 728847 w 1443099"/>
              <a:gd name="csY921" fmla="*/ 1320744 h 1443095"/>
              <a:gd name="csX922" fmla="*/ 728527 w 1443099"/>
              <a:gd name="csY922" fmla="*/ 1326063 h 1443095"/>
              <a:gd name="csX923" fmla="*/ 728211 w 1443099"/>
              <a:gd name="csY923" fmla="*/ 1331383 h 1443095"/>
              <a:gd name="csX924" fmla="*/ 727895 w 1443099"/>
              <a:gd name="csY924" fmla="*/ 1336702 h 1443095"/>
              <a:gd name="csX925" fmla="*/ 727579 w 1443099"/>
              <a:gd name="csY925" fmla="*/ 1342022 h 1443095"/>
              <a:gd name="csX926" fmla="*/ 727263 w 1443099"/>
              <a:gd name="csY926" fmla="*/ 1347342 h 1443095"/>
              <a:gd name="csX927" fmla="*/ 726945 w 1443099"/>
              <a:gd name="csY927" fmla="*/ 1352661 h 1443095"/>
              <a:gd name="csX928" fmla="*/ 726625 w 1443099"/>
              <a:gd name="csY928" fmla="*/ 1357981 h 1443095"/>
              <a:gd name="csX929" fmla="*/ 726307 w 1443099"/>
              <a:gd name="csY929" fmla="*/ 1363301 h 1443095"/>
              <a:gd name="csX930" fmla="*/ 725991 w 1443099"/>
              <a:gd name="csY930" fmla="*/ 1368620 h 1443095"/>
              <a:gd name="csX931" fmla="*/ 725675 w 1443099"/>
              <a:gd name="csY931" fmla="*/ 1373940 h 1443095"/>
              <a:gd name="csX932" fmla="*/ 725355 w 1443099"/>
              <a:gd name="csY932" fmla="*/ 1379260 h 1443095"/>
              <a:gd name="csX933" fmla="*/ 725039 w 1443099"/>
              <a:gd name="csY933" fmla="*/ 1384579 h 1443095"/>
              <a:gd name="csX934" fmla="*/ 724721 w 1443099"/>
              <a:gd name="csY934" fmla="*/ 1389899 h 1443095"/>
              <a:gd name="csX935" fmla="*/ 724405 w 1443099"/>
              <a:gd name="csY935" fmla="*/ 1395218 h 1443095"/>
              <a:gd name="csX936" fmla="*/ 724087 w 1443099"/>
              <a:gd name="csY936" fmla="*/ 1400538 h 1443095"/>
              <a:gd name="csX937" fmla="*/ 723767 w 1443099"/>
              <a:gd name="csY937" fmla="*/ 1405858 h 1443095"/>
              <a:gd name="csX938" fmla="*/ 723451 w 1443099"/>
              <a:gd name="csY938" fmla="*/ 1411177 h 1443095"/>
              <a:gd name="csX939" fmla="*/ 723135 w 1443099"/>
              <a:gd name="csY939" fmla="*/ 1416497 h 1443095"/>
              <a:gd name="csX940" fmla="*/ 722819 w 1443099"/>
              <a:gd name="csY940" fmla="*/ 1421817 h 1443095"/>
              <a:gd name="csX941" fmla="*/ 722501 w 1443099"/>
              <a:gd name="csY941" fmla="*/ 1427136 h 1443095"/>
              <a:gd name="csX942" fmla="*/ 722183 w 1443099"/>
              <a:gd name="csY942" fmla="*/ 1432456 h 1443095"/>
              <a:gd name="csX943" fmla="*/ 721863 w 1443099"/>
              <a:gd name="csY943" fmla="*/ 1437776 h 1443095"/>
              <a:gd name="csX944" fmla="*/ 721547 w 1443099"/>
              <a:gd name="csY944" fmla="*/ 1443095 h 1443095"/>
              <a:gd name="csX945" fmla="*/ 721231 w 1443099"/>
              <a:gd name="csY945" fmla="*/ 1437776 h 1443095"/>
              <a:gd name="csX946" fmla="*/ 720915 w 1443099"/>
              <a:gd name="csY946" fmla="*/ 1432456 h 1443095"/>
              <a:gd name="csX947" fmla="*/ 720599 w 1443099"/>
              <a:gd name="csY947" fmla="*/ 1427136 h 1443095"/>
              <a:gd name="csX948" fmla="*/ 720279 w 1443099"/>
              <a:gd name="csY948" fmla="*/ 1421817 h 1443095"/>
              <a:gd name="csX949" fmla="*/ 719961 w 1443099"/>
              <a:gd name="csY949" fmla="*/ 1416497 h 1443095"/>
              <a:gd name="csX950" fmla="*/ 719643 w 1443099"/>
              <a:gd name="csY950" fmla="*/ 1411177 h 1443095"/>
              <a:gd name="csX951" fmla="*/ 719327 w 1443099"/>
              <a:gd name="csY951" fmla="*/ 1405858 h 1443095"/>
              <a:gd name="csX952" fmla="*/ 719011 w 1443099"/>
              <a:gd name="csY952" fmla="*/ 1400538 h 1443095"/>
              <a:gd name="csX953" fmla="*/ 718691 w 1443099"/>
              <a:gd name="csY953" fmla="*/ 1395218 h 1443095"/>
              <a:gd name="csX954" fmla="*/ 718375 w 1443099"/>
              <a:gd name="csY954" fmla="*/ 1389899 h 1443095"/>
              <a:gd name="csX955" fmla="*/ 718057 w 1443099"/>
              <a:gd name="csY955" fmla="*/ 1384579 h 1443095"/>
              <a:gd name="csX956" fmla="*/ 717739 w 1443099"/>
              <a:gd name="csY956" fmla="*/ 1379260 h 1443095"/>
              <a:gd name="csX957" fmla="*/ 717423 w 1443099"/>
              <a:gd name="csY957" fmla="*/ 1373940 h 1443095"/>
              <a:gd name="csX958" fmla="*/ 717103 w 1443099"/>
              <a:gd name="csY958" fmla="*/ 1368620 h 1443095"/>
              <a:gd name="csX959" fmla="*/ 716787 w 1443099"/>
              <a:gd name="csY959" fmla="*/ 1363301 h 1443095"/>
              <a:gd name="csX960" fmla="*/ 716471 w 1443099"/>
              <a:gd name="csY960" fmla="*/ 1357981 h 1443095"/>
              <a:gd name="csX961" fmla="*/ 716155 w 1443099"/>
              <a:gd name="csY961" fmla="*/ 1352661 h 1443095"/>
              <a:gd name="csX962" fmla="*/ 715837 w 1443099"/>
              <a:gd name="csY962" fmla="*/ 1347342 h 1443095"/>
              <a:gd name="csX963" fmla="*/ 715517 w 1443099"/>
              <a:gd name="csY963" fmla="*/ 1342022 h 1443095"/>
              <a:gd name="csX964" fmla="*/ 715199 w 1443099"/>
              <a:gd name="csY964" fmla="*/ 1336702 h 1443095"/>
              <a:gd name="csX965" fmla="*/ 714883 w 1443099"/>
              <a:gd name="csY965" fmla="*/ 1331383 h 1443095"/>
              <a:gd name="csX966" fmla="*/ 714567 w 1443099"/>
              <a:gd name="csY966" fmla="*/ 1326063 h 1443095"/>
              <a:gd name="csX967" fmla="*/ 714251 w 1443099"/>
              <a:gd name="csY967" fmla="*/ 1320744 h 1443095"/>
              <a:gd name="csX968" fmla="*/ 713933 w 1443099"/>
              <a:gd name="csY968" fmla="*/ 1315424 h 1443095"/>
              <a:gd name="csX969" fmla="*/ 713613 w 1443099"/>
              <a:gd name="csY969" fmla="*/ 1310104 h 1443095"/>
              <a:gd name="csX970" fmla="*/ 713297 w 1443099"/>
              <a:gd name="csY970" fmla="*/ 1304785 h 1443095"/>
              <a:gd name="csX971" fmla="*/ 712979 w 1443099"/>
              <a:gd name="csY971" fmla="*/ 1299465 h 1443095"/>
              <a:gd name="csX972" fmla="*/ 712663 w 1443099"/>
              <a:gd name="csY972" fmla="*/ 1294145 h 1443095"/>
              <a:gd name="csX973" fmla="*/ 712343 w 1443099"/>
              <a:gd name="csY973" fmla="*/ 1288826 h 1443095"/>
              <a:gd name="csX974" fmla="*/ 712027 w 1443099"/>
              <a:gd name="csY974" fmla="*/ 1283506 h 1443095"/>
              <a:gd name="csX975" fmla="*/ 711711 w 1443099"/>
              <a:gd name="csY975" fmla="*/ 1278187 h 1443095"/>
              <a:gd name="csX976" fmla="*/ 711393 w 1443099"/>
              <a:gd name="csY976" fmla="*/ 1272864 h 1443095"/>
              <a:gd name="csX977" fmla="*/ 711075 w 1443099"/>
              <a:gd name="csY977" fmla="*/ 1267544 h 1443095"/>
              <a:gd name="csX978" fmla="*/ 710755 w 1443099"/>
              <a:gd name="csY978" fmla="*/ 1262224 h 1443095"/>
              <a:gd name="csX979" fmla="*/ 710439 w 1443099"/>
              <a:gd name="csY979" fmla="*/ 1256905 h 1443095"/>
              <a:gd name="csX980" fmla="*/ 710123 w 1443099"/>
              <a:gd name="csY980" fmla="*/ 1251585 h 1443095"/>
              <a:gd name="csX981" fmla="*/ 709807 w 1443099"/>
              <a:gd name="csY981" fmla="*/ 1246265 h 1443095"/>
              <a:gd name="csX982" fmla="*/ 709491 w 1443099"/>
              <a:gd name="csY982" fmla="*/ 1240946 h 1443095"/>
              <a:gd name="csX983" fmla="*/ 709173 w 1443099"/>
              <a:gd name="csY983" fmla="*/ 1235626 h 1443095"/>
              <a:gd name="csX984" fmla="*/ 708853 w 1443099"/>
              <a:gd name="csY984" fmla="*/ 1230307 h 1443095"/>
              <a:gd name="csX985" fmla="*/ 708535 w 1443099"/>
              <a:gd name="csY985" fmla="*/ 1224987 h 1443095"/>
              <a:gd name="csX986" fmla="*/ 708219 w 1443099"/>
              <a:gd name="csY986" fmla="*/ 1219667 h 1443095"/>
              <a:gd name="csX987" fmla="*/ 707903 w 1443099"/>
              <a:gd name="csY987" fmla="*/ 1214348 h 1443095"/>
              <a:gd name="csX988" fmla="*/ 707587 w 1443099"/>
              <a:gd name="csY988" fmla="*/ 1209028 h 1443095"/>
              <a:gd name="csX989" fmla="*/ 707267 w 1443099"/>
              <a:gd name="csY989" fmla="*/ 1203708 h 1443095"/>
              <a:gd name="csX990" fmla="*/ 706949 w 1443099"/>
              <a:gd name="csY990" fmla="*/ 1198389 h 1443095"/>
              <a:gd name="csX991" fmla="*/ 706633 w 1443099"/>
              <a:gd name="csY991" fmla="*/ 1193069 h 1443095"/>
              <a:gd name="csX992" fmla="*/ 706315 w 1443099"/>
              <a:gd name="csY992" fmla="*/ 1187749 h 1443095"/>
              <a:gd name="csX993" fmla="*/ 705999 w 1443099"/>
              <a:gd name="csY993" fmla="*/ 1182430 h 1443095"/>
              <a:gd name="csX994" fmla="*/ 705679 w 1443099"/>
              <a:gd name="csY994" fmla="*/ 1177110 h 1443095"/>
              <a:gd name="csX995" fmla="*/ 705363 w 1443099"/>
              <a:gd name="csY995" fmla="*/ 1171791 h 1443095"/>
              <a:gd name="csX996" fmla="*/ 705047 w 1443099"/>
              <a:gd name="csY996" fmla="*/ 1166471 h 1443095"/>
              <a:gd name="csX997" fmla="*/ 704729 w 1443099"/>
              <a:gd name="csY997" fmla="*/ 1161151 h 1443095"/>
              <a:gd name="csX998" fmla="*/ 704411 w 1443099"/>
              <a:gd name="csY998" fmla="*/ 1155832 h 1443095"/>
              <a:gd name="csX999" fmla="*/ 704091 w 1443099"/>
              <a:gd name="csY999" fmla="*/ 1150512 h 1443095"/>
              <a:gd name="csX1000" fmla="*/ 703775 w 1443099"/>
              <a:gd name="csY1000" fmla="*/ 1145192 h 1443095"/>
              <a:gd name="csX1001" fmla="*/ 703459 w 1443099"/>
              <a:gd name="csY1001" fmla="*/ 1139873 h 1443095"/>
              <a:gd name="csX1002" fmla="*/ 703143 w 1443099"/>
              <a:gd name="csY1002" fmla="*/ 1134553 h 1443095"/>
              <a:gd name="csX1003" fmla="*/ 702827 w 1443099"/>
              <a:gd name="csY1003" fmla="*/ 1129234 h 1443095"/>
              <a:gd name="csX1004" fmla="*/ 702507 w 1443099"/>
              <a:gd name="csY1004" fmla="*/ 1123914 h 1443095"/>
              <a:gd name="csX1005" fmla="*/ 702189 w 1443099"/>
              <a:gd name="csY1005" fmla="*/ 1118594 h 1443095"/>
              <a:gd name="csX1006" fmla="*/ 701871 w 1443099"/>
              <a:gd name="csY1006" fmla="*/ 1113274 h 1443095"/>
              <a:gd name="csX1007" fmla="*/ 701555 w 1443099"/>
              <a:gd name="csY1007" fmla="*/ 1107955 h 1443095"/>
              <a:gd name="csX1008" fmla="*/ 701239 w 1443099"/>
              <a:gd name="csY1008" fmla="*/ 1102635 h 1443095"/>
              <a:gd name="csX1009" fmla="*/ 700923 w 1443099"/>
              <a:gd name="csY1009" fmla="*/ 1097316 h 1443095"/>
              <a:gd name="csX1010" fmla="*/ 700603 w 1443099"/>
              <a:gd name="csY1010" fmla="*/ 1091996 h 1443095"/>
              <a:gd name="csX1011" fmla="*/ 700285 w 1443099"/>
              <a:gd name="csY1011" fmla="*/ 1086676 h 1443095"/>
              <a:gd name="csX1012" fmla="*/ 699967 w 1443099"/>
              <a:gd name="csY1012" fmla="*/ 1081357 h 1443095"/>
              <a:gd name="csX1013" fmla="*/ 699651 w 1443099"/>
              <a:gd name="csY1013" fmla="*/ 1076037 h 1443095"/>
              <a:gd name="csX1014" fmla="*/ 699331 w 1443099"/>
              <a:gd name="csY1014" fmla="*/ 1070717 h 1443095"/>
              <a:gd name="csX1015" fmla="*/ 699015 w 1443099"/>
              <a:gd name="csY1015" fmla="*/ 1065398 h 1443095"/>
              <a:gd name="csX1016" fmla="*/ 698699 w 1443099"/>
              <a:gd name="csY1016" fmla="*/ 1060075 h 1443095"/>
              <a:gd name="csX1017" fmla="*/ 698383 w 1443099"/>
              <a:gd name="csY1017" fmla="*/ 1054755 h 1443095"/>
              <a:gd name="csX1018" fmla="*/ 698065 w 1443099"/>
              <a:gd name="csY1018" fmla="*/ 1049436 h 1443095"/>
              <a:gd name="csX1019" fmla="*/ 697747 w 1443099"/>
              <a:gd name="csY1019" fmla="*/ 1044116 h 1443095"/>
              <a:gd name="csX1020" fmla="*/ 697427 w 1443099"/>
              <a:gd name="csY1020" fmla="*/ 1038796 h 1443095"/>
              <a:gd name="csX1021" fmla="*/ 697111 w 1443099"/>
              <a:gd name="csY1021" fmla="*/ 1033477 h 1443095"/>
              <a:gd name="csX1022" fmla="*/ 696795 w 1443099"/>
              <a:gd name="csY1022" fmla="*/ 1028157 h 1443095"/>
              <a:gd name="csX1023" fmla="*/ 696479 w 1443099"/>
              <a:gd name="csY1023" fmla="*/ 1022837 h 1443095"/>
              <a:gd name="csX1024" fmla="*/ 696161 w 1443099"/>
              <a:gd name="csY1024" fmla="*/ 1017518 h 1443095"/>
              <a:gd name="csX1025" fmla="*/ 695841 w 1443099"/>
              <a:gd name="csY1025" fmla="*/ 1012198 h 1443095"/>
              <a:gd name="csX1026" fmla="*/ 695525 w 1443099"/>
              <a:gd name="csY1026" fmla="*/ 1006879 h 1443095"/>
              <a:gd name="csX1027" fmla="*/ 695207 w 1443099"/>
              <a:gd name="csY1027" fmla="*/ 1001559 h 1443095"/>
              <a:gd name="csX1028" fmla="*/ 694891 w 1443099"/>
              <a:gd name="csY1028" fmla="*/ 996239 h 1443095"/>
              <a:gd name="csX1029" fmla="*/ 694575 w 1443099"/>
              <a:gd name="csY1029" fmla="*/ 990920 h 1443095"/>
              <a:gd name="csX1030" fmla="*/ 694255 w 1443099"/>
              <a:gd name="csY1030" fmla="*/ 985600 h 1443095"/>
              <a:gd name="csX1031" fmla="*/ 693939 w 1443099"/>
              <a:gd name="csY1031" fmla="*/ 980280 h 1443095"/>
              <a:gd name="csX1032" fmla="*/ 693621 w 1443099"/>
              <a:gd name="csY1032" fmla="*/ 974961 h 1443095"/>
              <a:gd name="csX1033" fmla="*/ 693303 w 1443099"/>
              <a:gd name="csY1033" fmla="*/ 969641 h 1443095"/>
              <a:gd name="csX1034" fmla="*/ 692987 w 1443099"/>
              <a:gd name="csY1034" fmla="*/ 964321 h 1443095"/>
              <a:gd name="csX1035" fmla="*/ 692671 w 1443099"/>
              <a:gd name="csY1035" fmla="*/ 959002 h 1443095"/>
              <a:gd name="csX1036" fmla="*/ 692351 w 1443099"/>
              <a:gd name="csY1036" fmla="*/ 953682 h 1443095"/>
              <a:gd name="csX1037" fmla="*/ 692035 w 1443099"/>
              <a:gd name="csY1037" fmla="*/ 948363 h 1443095"/>
              <a:gd name="csX1038" fmla="*/ 691719 w 1443099"/>
              <a:gd name="csY1038" fmla="*/ 943043 h 1443095"/>
              <a:gd name="csX1039" fmla="*/ 691401 w 1443099"/>
              <a:gd name="csY1039" fmla="*/ 937723 h 1443095"/>
              <a:gd name="csX1040" fmla="*/ 691081 w 1443099"/>
              <a:gd name="csY1040" fmla="*/ 932404 h 1443095"/>
              <a:gd name="csX1041" fmla="*/ 690763 w 1443099"/>
              <a:gd name="csY1041" fmla="*/ 927084 h 1443095"/>
              <a:gd name="csX1042" fmla="*/ 690447 w 1443099"/>
              <a:gd name="csY1042" fmla="*/ 921764 h 1443095"/>
              <a:gd name="csX1043" fmla="*/ 690131 w 1443099"/>
              <a:gd name="csY1043" fmla="*/ 916445 h 1443095"/>
              <a:gd name="csX1044" fmla="*/ 689815 w 1443099"/>
              <a:gd name="csY1044" fmla="*/ 911125 h 1443095"/>
              <a:gd name="csX1045" fmla="*/ 689495 w 1443099"/>
              <a:gd name="csY1045" fmla="*/ 905805 h 1443095"/>
              <a:gd name="csX1046" fmla="*/ 689177 w 1443099"/>
              <a:gd name="csY1046" fmla="*/ 900486 h 1443095"/>
              <a:gd name="csX1047" fmla="*/ 688861 w 1443099"/>
              <a:gd name="csY1047" fmla="*/ 895166 h 1443095"/>
              <a:gd name="csX1048" fmla="*/ 688543 w 1443099"/>
              <a:gd name="csY1048" fmla="*/ 889847 h 1443095"/>
              <a:gd name="csX1049" fmla="*/ 688227 w 1443099"/>
              <a:gd name="csY1049" fmla="*/ 884527 h 1443095"/>
              <a:gd name="csX1050" fmla="*/ 687911 w 1443099"/>
              <a:gd name="csY1050" fmla="*/ 879207 h 1443095"/>
              <a:gd name="csX1051" fmla="*/ 687591 w 1443099"/>
              <a:gd name="csY1051" fmla="*/ 873888 h 1443095"/>
              <a:gd name="csX1052" fmla="*/ 687275 w 1443099"/>
              <a:gd name="csY1052" fmla="*/ 868568 h 1443095"/>
              <a:gd name="csX1053" fmla="*/ 686957 w 1443099"/>
              <a:gd name="csY1053" fmla="*/ 863248 h 1443095"/>
              <a:gd name="csX1054" fmla="*/ 686639 w 1443099"/>
              <a:gd name="csY1054" fmla="*/ 857925 h 1443095"/>
              <a:gd name="csX1055" fmla="*/ 686323 w 1443099"/>
              <a:gd name="csY1055" fmla="*/ 852606 h 1443095"/>
              <a:gd name="csX1056" fmla="*/ 686003 w 1443099"/>
              <a:gd name="csY1056" fmla="*/ 847286 h 1443095"/>
              <a:gd name="csX1057" fmla="*/ 685687 w 1443099"/>
              <a:gd name="csY1057" fmla="*/ 841967 h 1443095"/>
              <a:gd name="csX1058" fmla="*/ 685371 w 1443099"/>
              <a:gd name="csY1058" fmla="*/ 836647 h 1443095"/>
              <a:gd name="csX1059" fmla="*/ 685053 w 1443099"/>
              <a:gd name="csY1059" fmla="*/ 831327 h 1443095"/>
              <a:gd name="csX1060" fmla="*/ 684737 w 1443099"/>
              <a:gd name="csY1060" fmla="*/ 826008 h 1443095"/>
              <a:gd name="csX1061" fmla="*/ 684417 w 1443099"/>
              <a:gd name="csY1061" fmla="*/ 820688 h 1443095"/>
              <a:gd name="csX1062" fmla="*/ 684099 w 1443099"/>
              <a:gd name="csY1062" fmla="*/ 815368 h 1443095"/>
              <a:gd name="csX1063" fmla="*/ 683783 w 1443099"/>
              <a:gd name="csY1063" fmla="*/ 810049 h 1443095"/>
              <a:gd name="csX1064" fmla="*/ 683467 w 1443099"/>
              <a:gd name="csY1064" fmla="*/ 804729 h 1443095"/>
              <a:gd name="csX1065" fmla="*/ 683151 w 1443099"/>
              <a:gd name="csY1065" fmla="*/ 799410 h 1443095"/>
              <a:gd name="csX1066" fmla="*/ 682831 w 1443099"/>
              <a:gd name="csY1066" fmla="*/ 794090 h 1443095"/>
              <a:gd name="csX1067" fmla="*/ 682681 w 1443099"/>
              <a:gd name="csY1067" fmla="*/ 791590 h 1443095"/>
              <a:gd name="csX1068" fmla="*/ 682079 w 1443099"/>
              <a:gd name="csY1068" fmla="*/ 792125 h 1443095"/>
              <a:gd name="csX1069" fmla="*/ 679615 w 1443099"/>
              <a:gd name="csY1069" fmla="*/ 794313 h 1443095"/>
              <a:gd name="csX1070" fmla="*/ 677145 w 1443099"/>
              <a:gd name="csY1070" fmla="*/ 796501 h 1443095"/>
              <a:gd name="csX1071" fmla="*/ 674679 w 1443099"/>
              <a:gd name="csY1071" fmla="*/ 798692 h 1443095"/>
              <a:gd name="csX1072" fmla="*/ 672213 w 1443099"/>
              <a:gd name="csY1072" fmla="*/ 800880 h 1443095"/>
              <a:gd name="csX1073" fmla="*/ 669747 w 1443099"/>
              <a:gd name="csY1073" fmla="*/ 803068 h 1443095"/>
              <a:gd name="csX1074" fmla="*/ 667279 w 1443099"/>
              <a:gd name="csY1074" fmla="*/ 805256 h 1443095"/>
              <a:gd name="csX1075" fmla="*/ 664813 w 1443099"/>
              <a:gd name="csY1075" fmla="*/ 807447 h 1443095"/>
              <a:gd name="csX1076" fmla="*/ 662347 w 1443099"/>
              <a:gd name="csY1076" fmla="*/ 809635 h 1443095"/>
              <a:gd name="csX1077" fmla="*/ 659881 w 1443099"/>
              <a:gd name="csY1077" fmla="*/ 811823 h 1443095"/>
              <a:gd name="csX1078" fmla="*/ 657411 w 1443099"/>
              <a:gd name="csY1078" fmla="*/ 814014 h 1443095"/>
              <a:gd name="csX1079" fmla="*/ 654945 w 1443099"/>
              <a:gd name="csY1079" fmla="*/ 816202 h 1443095"/>
              <a:gd name="csX1080" fmla="*/ 652479 w 1443099"/>
              <a:gd name="csY1080" fmla="*/ 818390 h 1443095"/>
              <a:gd name="csX1081" fmla="*/ 650015 w 1443099"/>
              <a:gd name="csY1081" fmla="*/ 820581 h 1443095"/>
              <a:gd name="csX1082" fmla="*/ 647545 w 1443099"/>
              <a:gd name="csY1082" fmla="*/ 822769 h 1443095"/>
              <a:gd name="csX1083" fmla="*/ 645079 w 1443099"/>
              <a:gd name="csY1083" fmla="*/ 824957 h 1443095"/>
              <a:gd name="csX1084" fmla="*/ 642613 w 1443099"/>
              <a:gd name="csY1084" fmla="*/ 827149 h 1443095"/>
              <a:gd name="csX1085" fmla="*/ 640147 w 1443099"/>
              <a:gd name="csY1085" fmla="*/ 829337 h 1443095"/>
              <a:gd name="csX1086" fmla="*/ 637679 w 1443099"/>
              <a:gd name="csY1086" fmla="*/ 831525 h 1443095"/>
              <a:gd name="csX1087" fmla="*/ 635211 w 1443099"/>
              <a:gd name="csY1087" fmla="*/ 833716 h 1443095"/>
              <a:gd name="csX1088" fmla="*/ 632747 w 1443099"/>
              <a:gd name="csY1088" fmla="*/ 835904 h 1443095"/>
              <a:gd name="csX1089" fmla="*/ 630277 w 1443099"/>
              <a:gd name="csY1089" fmla="*/ 838092 h 1443095"/>
              <a:gd name="csX1090" fmla="*/ 627811 w 1443099"/>
              <a:gd name="csY1090" fmla="*/ 840283 h 1443095"/>
              <a:gd name="csX1091" fmla="*/ 625345 w 1443099"/>
              <a:gd name="csY1091" fmla="*/ 842471 h 1443095"/>
              <a:gd name="csX1092" fmla="*/ 622879 w 1443099"/>
              <a:gd name="csY1092" fmla="*/ 844659 h 1443095"/>
              <a:gd name="csX1093" fmla="*/ 620413 w 1443099"/>
              <a:gd name="csY1093" fmla="*/ 846850 h 1443095"/>
              <a:gd name="csX1094" fmla="*/ 617943 w 1443099"/>
              <a:gd name="csY1094" fmla="*/ 849038 h 1443095"/>
              <a:gd name="csX1095" fmla="*/ 615479 w 1443099"/>
              <a:gd name="csY1095" fmla="*/ 851226 h 1443095"/>
              <a:gd name="csX1096" fmla="*/ 613011 w 1443099"/>
              <a:gd name="csY1096" fmla="*/ 853417 h 1443095"/>
              <a:gd name="csX1097" fmla="*/ 610547 w 1443099"/>
              <a:gd name="csY1097" fmla="*/ 855605 h 1443095"/>
              <a:gd name="csX1098" fmla="*/ 608077 w 1443099"/>
              <a:gd name="csY1098" fmla="*/ 857793 h 1443095"/>
              <a:gd name="csX1099" fmla="*/ 605611 w 1443099"/>
              <a:gd name="csY1099" fmla="*/ 859984 h 1443095"/>
              <a:gd name="csX1100" fmla="*/ 603145 w 1443099"/>
              <a:gd name="csY1100" fmla="*/ 862172 h 1443095"/>
              <a:gd name="csX1101" fmla="*/ 600675 w 1443099"/>
              <a:gd name="csY1101" fmla="*/ 864360 h 1443095"/>
              <a:gd name="csX1102" fmla="*/ 598211 w 1443099"/>
              <a:gd name="csY1102" fmla="*/ 866548 h 1443095"/>
              <a:gd name="csX1103" fmla="*/ 595743 w 1443099"/>
              <a:gd name="csY1103" fmla="*/ 868739 h 1443095"/>
              <a:gd name="csX1104" fmla="*/ 593279 w 1443099"/>
              <a:gd name="csY1104" fmla="*/ 870927 h 1443095"/>
              <a:gd name="csX1105" fmla="*/ 590809 w 1443099"/>
              <a:gd name="csY1105" fmla="*/ 873119 h 1443095"/>
              <a:gd name="csX1106" fmla="*/ 588343 w 1443099"/>
              <a:gd name="csY1106" fmla="*/ 875306 h 1443095"/>
              <a:gd name="csX1107" fmla="*/ 585877 w 1443099"/>
              <a:gd name="csY1107" fmla="*/ 877494 h 1443095"/>
              <a:gd name="csX1108" fmla="*/ 583411 w 1443099"/>
              <a:gd name="csY1108" fmla="*/ 879682 h 1443095"/>
              <a:gd name="csX1109" fmla="*/ 580943 w 1443099"/>
              <a:gd name="csY1109" fmla="*/ 881874 h 1443095"/>
              <a:gd name="csX1110" fmla="*/ 578477 w 1443099"/>
              <a:gd name="csY1110" fmla="*/ 884062 h 1443095"/>
              <a:gd name="csX1111" fmla="*/ 576011 w 1443099"/>
              <a:gd name="csY1111" fmla="*/ 886250 h 1443095"/>
              <a:gd name="csX1112" fmla="*/ 573545 w 1443099"/>
              <a:gd name="csY1112" fmla="*/ 888441 h 1443095"/>
              <a:gd name="csX1113" fmla="*/ 571075 w 1443099"/>
              <a:gd name="csY1113" fmla="*/ 890629 h 1443095"/>
              <a:gd name="csX1114" fmla="*/ 568611 w 1443099"/>
              <a:gd name="csY1114" fmla="*/ 892817 h 1443095"/>
              <a:gd name="csX1115" fmla="*/ 566143 w 1443099"/>
              <a:gd name="csY1115" fmla="*/ 895008 h 1443095"/>
              <a:gd name="csX1116" fmla="*/ 563679 w 1443099"/>
              <a:gd name="csY1116" fmla="*/ 897196 h 1443095"/>
              <a:gd name="csX1117" fmla="*/ 561209 w 1443099"/>
              <a:gd name="csY1117" fmla="*/ 899384 h 1443095"/>
              <a:gd name="csX1118" fmla="*/ 558743 w 1443099"/>
              <a:gd name="csY1118" fmla="*/ 901575 h 1443095"/>
              <a:gd name="csX1119" fmla="*/ 556277 w 1443099"/>
              <a:gd name="csY1119" fmla="*/ 903763 h 1443095"/>
              <a:gd name="csX1120" fmla="*/ 553807 w 1443099"/>
              <a:gd name="csY1120" fmla="*/ 905951 h 1443095"/>
              <a:gd name="csX1121" fmla="*/ 551343 w 1443099"/>
              <a:gd name="csY1121" fmla="*/ 908142 h 1443095"/>
              <a:gd name="csX1122" fmla="*/ 548875 w 1443099"/>
              <a:gd name="csY1122" fmla="*/ 910330 h 1443095"/>
              <a:gd name="csX1123" fmla="*/ 546411 w 1443099"/>
              <a:gd name="csY1123" fmla="*/ 912518 h 1443095"/>
              <a:gd name="csX1124" fmla="*/ 543943 w 1443099"/>
              <a:gd name="csY1124" fmla="*/ 914709 h 1443095"/>
              <a:gd name="csX1125" fmla="*/ 541475 w 1443099"/>
              <a:gd name="csY1125" fmla="*/ 916897 h 1443095"/>
              <a:gd name="csX1126" fmla="*/ 539009 w 1443099"/>
              <a:gd name="csY1126" fmla="*/ 919085 h 1443095"/>
              <a:gd name="csX1127" fmla="*/ 536543 w 1443099"/>
              <a:gd name="csY1127" fmla="*/ 921276 h 1443095"/>
              <a:gd name="csX1128" fmla="*/ 534075 w 1443099"/>
              <a:gd name="csY1128" fmla="*/ 923464 h 1443095"/>
              <a:gd name="csX1129" fmla="*/ 531607 w 1443099"/>
              <a:gd name="csY1129" fmla="*/ 925652 h 1443095"/>
              <a:gd name="csX1130" fmla="*/ 529143 w 1443099"/>
              <a:gd name="csY1130" fmla="*/ 927844 h 1443095"/>
              <a:gd name="csX1131" fmla="*/ 526675 w 1443099"/>
              <a:gd name="csY1131" fmla="*/ 930032 h 1443095"/>
              <a:gd name="csX1132" fmla="*/ 524207 w 1443099"/>
              <a:gd name="csY1132" fmla="*/ 932220 h 1443095"/>
              <a:gd name="csX1133" fmla="*/ 521741 w 1443099"/>
              <a:gd name="csY1133" fmla="*/ 934408 h 1443095"/>
              <a:gd name="csX1134" fmla="*/ 519275 w 1443099"/>
              <a:gd name="csY1134" fmla="*/ 936599 h 1443095"/>
              <a:gd name="csX1135" fmla="*/ 516811 w 1443099"/>
              <a:gd name="csY1135" fmla="*/ 938787 h 1443095"/>
              <a:gd name="csX1136" fmla="*/ 514339 w 1443099"/>
              <a:gd name="csY1136" fmla="*/ 940975 h 1443095"/>
              <a:gd name="csX1137" fmla="*/ 511875 w 1443099"/>
              <a:gd name="csY1137" fmla="*/ 943166 h 1443095"/>
              <a:gd name="csX1138" fmla="*/ 509407 w 1443099"/>
              <a:gd name="csY1138" fmla="*/ 945354 h 1443095"/>
              <a:gd name="csX1139" fmla="*/ 506943 w 1443099"/>
              <a:gd name="csY1139" fmla="*/ 947542 h 1443095"/>
              <a:gd name="csX1140" fmla="*/ 504473 w 1443099"/>
              <a:gd name="csY1140" fmla="*/ 949733 h 1443095"/>
              <a:gd name="csX1141" fmla="*/ 502007 w 1443099"/>
              <a:gd name="csY1141" fmla="*/ 951921 h 1443095"/>
              <a:gd name="csX1142" fmla="*/ 499543 w 1443099"/>
              <a:gd name="csY1142" fmla="*/ 954109 h 1443095"/>
              <a:gd name="csX1143" fmla="*/ 497075 w 1443099"/>
              <a:gd name="csY1143" fmla="*/ 956300 h 1443095"/>
              <a:gd name="csX1144" fmla="*/ 494607 w 1443099"/>
              <a:gd name="csY1144" fmla="*/ 958488 h 1443095"/>
              <a:gd name="csX1145" fmla="*/ 492141 w 1443099"/>
              <a:gd name="csY1145" fmla="*/ 960676 h 1443095"/>
              <a:gd name="csX1146" fmla="*/ 489675 w 1443099"/>
              <a:gd name="csY1146" fmla="*/ 962867 h 1443095"/>
              <a:gd name="csX1147" fmla="*/ 487209 w 1443099"/>
              <a:gd name="csY1147" fmla="*/ 965055 h 1443095"/>
              <a:gd name="csX1148" fmla="*/ 484739 w 1443099"/>
              <a:gd name="csY1148" fmla="*/ 967243 h 1443095"/>
              <a:gd name="csX1149" fmla="*/ 482274 w 1443099"/>
              <a:gd name="csY1149" fmla="*/ 969434 h 1443095"/>
              <a:gd name="csX1150" fmla="*/ 479808 w 1443099"/>
              <a:gd name="csY1150" fmla="*/ 971622 h 1443095"/>
              <a:gd name="csX1151" fmla="*/ 477339 w 1443099"/>
              <a:gd name="csY1151" fmla="*/ 973810 h 1443095"/>
              <a:gd name="csX1152" fmla="*/ 474873 w 1443099"/>
              <a:gd name="csY1152" fmla="*/ 976001 h 1443095"/>
              <a:gd name="csX1153" fmla="*/ 472407 w 1443099"/>
              <a:gd name="csY1153" fmla="*/ 978189 h 1443095"/>
              <a:gd name="csX1154" fmla="*/ 469941 w 1443099"/>
              <a:gd name="csY1154" fmla="*/ 980377 h 1443095"/>
              <a:gd name="csX1155" fmla="*/ 467472 w 1443099"/>
              <a:gd name="csY1155" fmla="*/ 982569 h 1443095"/>
              <a:gd name="csX1156" fmla="*/ 465006 w 1443099"/>
              <a:gd name="csY1156" fmla="*/ 984757 h 1443095"/>
              <a:gd name="csX1157" fmla="*/ 462540 w 1443099"/>
              <a:gd name="csY1157" fmla="*/ 986945 h 1443095"/>
              <a:gd name="csX1158" fmla="*/ 460074 w 1443099"/>
              <a:gd name="csY1158" fmla="*/ 989132 h 1443095"/>
              <a:gd name="csX1159" fmla="*/ 457605 w 1443099"/>
              <a:gd name="csY1159" fmla="*/ 991324 h 1443095"/>
              <a:gd name="csX1160" fmla="*/ 455139 w 1443099"/>
              <a:gd name="csY1160" fmla="*/ 993512 h 1443095"/>
              <a:gd name="csX1161" fmla="*/ 452673 w 1443099"/>
              <a:gd name="csY1161" fmla="*/ 995703 h 1443095"/>
              <a:gd name="csX1162" fmla="*/ 450208 w 1443099"/>
              <a:gd name="csY1162" fmla="*/ 997891 h 1443095"/>
              <a:gd name="csX1163" fmla="*/ 447738 w 1443099"/>
              <a:gd name="csY1163" fmla="*/ 1000079 h 1443095"/>
              <a:gd name="csX1164" fmla="*/ 445272 w 1443099"/>
              <a:gd name="csY1164" fmla="*/ 1002270 h 1443095"/>
              <a:gd name="csX1165" fmla="*/ 442806 w 1443099"/>
              <a:gd name="csY1165" fmla="*/ 1004458 h 1443095"/>
              <a:gd name="csX1166" fmla="*/ 440341 w 1443099"/>
              <a:gd name="csY1166" fmla="*/ 1006646 h 1443095"/>
              <a:gd name="csX1167" fmla="*/ 437871 w 1443099"/>
              <a:gd name="csY1167" fmla="*/ 1008834 h 1443095"/>
              <a:gd name="csX1168" fmla="*/ 435406 w 1443099"/>
              <a:gd name="csY1168" fmla="*/ 1011025 h 1443095"/>
              <a:gd name="csX1169" fmla="*/ 432940 w 1443099"/>
              <a:gd name="csY1169" fmla="*/ 1013213 h 1443095"/>
              <a:gd name="csX1170" fmla="*/ 430474 w 1443099"/>
              <a:gd name="csY1170" fmla="*/ 1015401 h 1443095"/>
              <a:gd name="csX1171" fmla="*/ 428004 w 1443099"/>
              <a:gd name="csY1171" fmla="*/ 1017592 h 1443095"/>
              <a:gd name="csX1172" fmla="*/ 425539 w 1443099"/>
              <a:gd name="csY1172" fmla="*/ 1019780 h 1443095"/>
              <a:gd name="csX1173" fmla="*/ 423073 w 1443099"/>
              <a:gd name="csY1173" fmla="*/ 1021968 h 1443095"/>
              <a:gd name="csX1174" fmla="*/ 420607 w 1443099"/>
              <a:gd name="csY1174" fmla="*/ 1024159 h 1443095"/>
              <a:gd name="csX1175" fmla="*/ 418138 w 1443099"/>
              <a:gd name="csY1175" fmla="*/ 1026347 h 1443095"/>
              <a:gd name="csX1176" fmla="*/ 415672 w 1443099"/>
              <a:gd name="csY1176" fmla="*/ 1028535 h 1443095"/>
              <a:gd name="csX1177" fmla="*/ 413206 w 1443099"/>
              <a:gd name="csY1177" fmla="*/ 1030726 h 1443095"/>
              <a:gd name="csX1178" fmla="*/ 410740 w 1443099"/>
              <a:gd name="csY1178" fmla="*/ 1032914 h 1443095"/>
              <a:gd name="csX1179" fmla="*/ 408271 w 1443099"/>
              <a:gd name="csY1179" fmla="*/ 1035102 h 1443095"/>
              <a:gd name="csX1180" fmla="*/ 405805 w 1443099"/>
              <a:gd name="csY1180" fmla="*/ 1037294 h 1443095"/>
              <a:gd name="csX1181" fmla="*/ 407993 w 1443099"/>
              <a:gd name="csY1181" fmla="*/ 1034824 h 1443095"/>
              <a:gd name="csX1182" fmla="*/ 410184 w 1443099"/>
              <a:gd name="csY1182" fmla="*/ 1032359 h 1443095"/>
              <a:gd name="csX1183" fmla="*/ 412372 w 1443099"/>
              <a:gd name="csY1183" fmla="*/ 1029893 h 1443095"/>
              <a:gd name="csX1184" fmla="*/ 414560 w 1443099"/>
              <a:gd name="csY1184" fmla="*/ 1027427 h 1443095"/>
              <a:gd name="csX1185" fmla="*/ 416751 w 1443099"/>
              <a:gd name="csY1185" fmla="*/ 1024958 h 1443095"/>
              <a:gd name="csX1186" fmla="*/ 418939 w 1443099"/>
              <a:gd name="csY1186" fmla="*/ 1022492 h 1443095"/>
              <a:gd name="csX1187" fmla="*/ 421127 w 1443099"/>
              <a:gd name="csY1187" fmla="*/ 1020026 h 1443095"/>
              <a:gd name="csX1188" fmla="*/ 423315 w 1443099"/>
              <a:gd name="csY1188" fmla="*/ 1017560 h 1443095"/>
              <a:gd name="csX1189" fmla="*/ 425506 w 1443099"/>
              <a:gd name="csY1189" fmla="*/ 1015091 h 1443095"/>
              <a:gd name="csX1190" fmla="*/ 427694 w 1443099"/>
              <a:gd name="csY1190" fmla="*/ 1012625 h 1443095"/>
              <a:gd name="csX1191" fmla="*/ 429886 w 1443099"/>
              <a:gd name="csY1191" fmla="*/ 1010159 h 1443095"/>
              <a:gd name="csX1192" fmla="*/ 432074 w 1443099"/>
              <a:gd name="csY1192" fmla="*/ 1007690 h 1443095"/>
              <a:gd name="csX1193" fmla="*/ 434261 w 1443099"/>
              <a:gd name="csY1193" fmla="*/ 1005224 h 1443095"/>
              <a:gd name="csX1194" fmla="*/ 436449 w 1443099"/>
              <a:gd name="csY1194" fmla="*/ 1002758 h 1443095"/>
              <a:gd name="csX1195" fmla="*/ 438641 w 1443099"/>
              <a:gd name="csY1195" fmla="*/ 1000292 h 1443095"/>
              <a:gd name="csX1196" fmla="*/ 440829 w 1443099"/>
              <a:gd name="csY1196" fmla="*/ 997826 h 1443095"/>
              <a:gd name="csX1197" fmla="*/ 443017 w 1443099"/>
              <a:gd name="csY1197" fmla="*/ 995357 h 1443095"/>
              <a:gd name="csX1198" fmla="*/ 445208 w 1443099"/>
              <a:gd name="csY1198" fmla="*/ 992891 h 1443095"/>
              <a:gd name="csX1199" fmla="*/ 447396 w 1443099"/>
              <a:gd name="csY1199" fmla="*/ 990425 h 1443095"/>
              <a:gd name="csX1200" fmla="*/ 449584 w 1443099"/>
              <a:gd name="csY1200" fmla="*/ 987956 h 1443095"/>
              <a:gd name="csX1201" fmla="*/ 451775 w 1443099"/>
              <a:gd name="csY1201" fmla="*/ 985490 h 1443095"/>
              <a:gd name="csX1202" fmla="*/ 453963 w 1443099"/>
              <a:gd name="csY1202" fmla="*/ 983024 h 1443095"/>
              <a:gd name="csX1203" fmla="*/ 456151 w 1443099"/>
              <a:gd name="csY1203" fmla="*/ 980558 h 1443095"/>
              <a:gd name="csX1204" fmla="*/ 458342 w 1443099"/>
              <a:gd name="csY1204" fmla="*/ 978089 h 1443095"/>
              <a:gd name="csX1205" fmla="*/ 460530 w 1443099"/>
              <a:gd name="csY1205" fmla="*/ 975623 h 1443095"/>
              <a:gd name="csX1206" fmla="*/ 462718 w 1443099"/>
              <a:gd name="csY1206" fmla="*/ 973157 h 1443095"/>
              <a:gd name="csX1207" fmla="*/ 464906 w 1443099"/>
              <a:gd name="csY1207" fmla="*/ 970692 h 1443095"/>
              <a:gd name="csX1208" fmla="*/ 467097 w 1443099"/>
              <a:gd name="csY1208" fmla="*/ 968222 h 1443095"/>
              <a:gd name="csX1209" fmla="*/ 469285 w 1443099"/>
              <a:gd name="csY1209" fmla="*/ 965757 h 1443095"/>
              <a:gd name="csX1210" fmla="*/ 471473 w 1443099"/>
              <a:gd name="csY1210" fmla="*/ 963291 h 1443095"/>
              <a:gd name="csX1211" fmla="*/ 473664 w 1443099"/>
              <a:gd name="csY1211" fmla="*/ 960825 h 1443095"/>
              <a:gd name="csX1212" fmla="*/ 475852 w 1443099"/>
              <a:gd name="csY1212" fmla="*/ 958355 h 1443095"/>
              <a:gd name="csX1213" fmla="*/ 478040 w 1443099"/>
              <a:gd name="csY1213" fmla="*/ 955890 h 1443095"/>
              <a:gd name="csX1214" fmla="*/ 480231 w 1443099"/>
              <a:gd name="csY1214" fmla="*/ 953424 h 1443095"/>
              <a:gd name="csX1215" fmla="*/ 482419 w 1443099"/>
              <a:gd name="csY1215" fmla="*/ 950955 h 1443095"/>
              <a:gd name="csX1216" fmla="*/ 484607 w 1443099"/>
              <a:gd name="csY1216" fmla="*/ 948489 h 1443095"/>
              <a:gd name="csX1217" fmla="*/ 486799 w 1443099"/>
              <a:gd name="csY1217" fmla="*/ 946023 h 1443095"/>
              <a:gd name="csX1218" fmla="*/ 488987 w 1443099"/>
              <a:gd name="csY1218" fmla="*/ 943557 h 1443095"/>
              <a:gd name="csX1219" fmla="*/ 491175 w 1443099"/>
              <a:gd name="csY1219" fmla="*/ 941091 h 1443095"/>
              <a:gd name="csX1220" fmla="*/ 493367 w 1443099"/>
              <a:gd name="csY1220" fmla="*/ 938622 h 1443095"/>
              <a:gd name="csX1221" fmla="*/ 495555 w 1443099"/>
              <a:gd name="csY1221" fmla="*/ 936156 h 1443095"/>
              <a:gd name="csX1222" fmla="*/ 497743 w 1443099"/>
              <a:gd name="csY1222" fmla="*/ 933690 h 1443095"/>
              <a:gd name="csX1223" fmla="*/ 499933 w 1443099"/>
              <a:gd name="csY1223" fmla="*/ 931224 h 1443095"/>
              <a:gd name="csX1224" fmla="*/ 502121 w 1443099"/>
              <a:gd name="csY1224" fmla="*/ 928755 h 1443095"/>
              <a:gd name="csX1225" fmla="*/ 504309 w 1443099"/>
              <a:gd name="csY1225" fmla="*/ 926289 h 1443095"/>
              <a:gd name="csX1226" fmla="*/ 506497 w 1443099"/>
              <a:gd name="csY1226" fmla="*/ 923823 h 1443095"/>
              <a:gd name="csX1227" fmla="*/ 508687 w 1443099"/>
              <a:gd name="csY1227" fmla="*/ 921354 h 1443095"/>
              <a:gd name="csX1228" fmla="*/ 510875 w 1443099"/>
              <a:gd name="csY1228" fmla="*/ 918888 h 1443095"/>
              <a:gd name="csX1229" fmla="*/ 513067 w 1443099"/>
              <a:gd name="csY1229" fmla="*/ 916422 h 1443095"/>
              <a:gd name="csX1230" fmla="*/ 515255 w 1443099"/>
              <a:gd name="csY1230" fmla="*/ 913956 h 1443095"/>
              <a:gd name="csX1231" fmla="*/ 517443 w 1443099"/>
              <a:gd name="csY1231" fmla="*/ 911487 h 1443095"/>
              <a:gd name="csX1232" fmla="*/ 519631 w 1443099"/>
              <a:gd name="csY1232" fmla="*/ 909021 h 1443095"/>
              <a:gd name="csX1233" fmla="*/ 521823 w 1443099"/>
              <a:gd name="csY1233" fmla="*/ 906555 h 1443095"/>
              <a:gd name="csX1234" fmla="*/ 524011 w 1443099"/>
              <a:gd name="csY1234" fmla="*/ 904089 h 1443095"/>
              <a:gd name="csX1235" fmla="*/ 526199 w 1443099"/>
              <a:gd name="csY1235" fmla="*/ 901620 h 1443095"/>
              <a:gd name="csX1236" fmla="*/ 528389 w 1443099"/>
              <a:gd name="csY1236" fmla="*/ 899154 h 1443095"/>
              <a:gd name="csX1237" fmla="*/ 530577 w 1443099"/>
              <a:gd name="csY1237" fmla="*/ 896688 h 1443095"/>
              <a:gd name="csX1238" fmla="*/ 532765 w 1443099"/>
              <a:gd name="csY1238" fmla="*/ 894223 h 1443095"/>
              <a:gd name="csX1239" fmla="*/ 534955 w 1443099"/>
              <a:gd name="csY1239" fmla="*/ 891753 h 1443095"/>
              <a:gd name="csX1240" fmla="*/ 537143 w 1443099"/>
              <a:gd name="csY1240" fmla="*/ 889288 h 1443095"/>
              <a:gd name="csX1241" fmla="*/ 539331 w 1443099"/>
              <a:gd name="csY1241" fmla="*/ 886822 h 1443095"/>
              <a:gd name="csX1242" fmla="*/ 541523 w 1443099"/>
              <a:gd name="csY1242" fmla="*/ 884356 h 1443095"/>
              <a:gd name="csX1243" fmla="*/ 543711 w 1443099"/>
              <a:gd name="csY1243" fmla="*/ 881887 h 1443095"/>
              <a:gd name="csX1244" fmla="*/ 545899 w 1443099"/>
              <a:gd name="csY1244" fmla="*/ 879421 h 1443095"/>
              <a:gd name="csX1245" fmla="*/ 548087 w 1443099"/>
              <a:gd name="csY1245" fmla="*/ 876955 h 1443095"/>
              <a:gd name="csX1246" fmla="*/ 550279 w 1443099"/>
              <a:gd name="csY1246" fmla="*/ 874489 h 1443095"/>
              <a:gd name="csX1247" fmla="*/ 552467 w 1443099"/>
              <a:gd name="csY1247" fmla="*/ 872020 h 1443095"/>
              <a:gd name="csX1248" fmla="*/ 554655 w 1443099"/>
              <a:gd name="csY1248" fmla="*/ 869554 h 1443095"/>
              <a:gd name="csX1249" fmla="*/ 556847 w 1443099"/>
              <a:gd name="csY1249" fmla="*/ 867088 h 1443095"/>
              <a:gd name="csX1250" fmla="*/ 559035 w 1443099"/>
              <a:gd name="csY1250" fmla="*/ 864622 h 1443095"/>
              <a:gd name="csX1251" fmla="*/ 561223 w 1443099"/>
              <a:gd name="csY1251" fmla="*/ 862153 h 1443095"/>
              <a:gd name="csX1252" fmla="*/ 563413 w 1443099"/>
              <a:gd name="csY1252" fmla="*/ 859687 h 1443095"/>
              <a:gd name="csX1253" fmla="*/ 565601 w 1443099"/>
              <a:gd name="csY1253" fmla="*/ 857221 h 1443095"/>
              <a:gd name="csX1254" fmla="*/ 567789 w 1443099"/>
              <a:gd name="csY1254" fmla="*/ 854752 h 1443095"/>
              <a:gd name="csX1255" fmla="*/ 569979 w 1443099"/>
              <a:gd name="csY1255" fmla="*/ 852286 h 1443095"/>
              <a:gd name="csX1256" fmla="*/ 572167 w 1443099"/>
              <a:gd name="csY1256" fmla="*/ 849820 h 1443095"/>
              <a:gd name="csX1257" fmla="*/ 574355 w 1443099"/>
              <a:gd name="csY1257" fmla="*/ 847354 h 1443095"/>
              <a:gd name="csX1258" fmla="*/ 576547 w 1443099"/>
              <a:gd name="csY1258" fmla="*/ 844885 h 1443095"/>
              <a:gd name="csX1259" fmla="*/ 578735 w 1443099"/>
              <a:gd name="csY1259" fmla="*/ 842419 h 1443095"/>
              <a:gd name="csX1260" fmla="*/ 580923 w 1443099"/>
              <a:gd name="csY1260" fmla="*/ 839953 h 1443095"/>
              <a:gd name="csX1261" fmla="*/ 583115 w 1443099"/>
              <a:gd name="csY1261" fmla="*/ 837487 h 1443095"/>
              <a:gd name="csX1262" fmla="*/ 585303 w 1443099"/>
              <a:gd name="csY1262" fmla="*/ 835018 h 1443095"/>
              <a:gd name="csX1263" fmla="*/ 587491 w 1443099"/>
              <a:gd name="csY1263" fmla="*/ 832552 h 1443095"/>
              <a:gd name="csX1264" fmla="*/ 589679 w 1443099"/>
              <a:gd name="csY1264" fmla="*/ 830086 h 1443095"/>
              <a:gd name="csX1265" fmla="*/ 591869 w 1443099"/>
              <a:gd name="csY1265" fmla="*/ 827620 h 1443095"/>
              <a:gd name="csX1266" fmla="*/ 594057 w 1443099"/>
              <a:gd name="csY1266" fmla="*/ 825151 h 1443095"/>
              <a:gd name="csX1267" fmla="*/ 596245 w 1443099"/>
              <a:gd name="csY1267" fmla="*/ 822685 h 1443095"/>
              <a:gd name="csX1268" fmla="*/ 598435 w 1443099"/>
              <a:gd name="csY1268" fmla="*/ 820220 h 1443095"/>
              <a:gd name="csX1269" fmla="*/ 600623 w 1443099"/>
              <a:gd name="csY1269" fmla="*/ 817754 h 1443095"/>
              <a:gd name="csX1270" fmla="*/ 602811 w 1443099"/>
              <a:gd name="csY1270" fmla="*/ 815284 h 1443095"/>
              <a:gd name="csX1271" fmla="*/ 605003 w 1443099"/>
              <a:gd name="csY1271" fmla="*/ 812819 h 1443095"/>
              <a:gd name="csX1272" fmla="*/ 607191 w 1443099"/>
              <a:gd name="csY1272" fmla="*/ 810353 h 1443095"/>
              <a:gd name="csX1273" fmla="*/ 609379 w 1443099"/>
              <a:gd name="csY1273" fmla="*/ 807887 h 1443095"/>
              <a:gd name="csX1274" fmla="*/ 611571 w 1443099"/>
              <a:gd name="csY1274" fmla="*/ 805418 h 1443095"/>
              <a:gd name="csX1275" fmla="*/ 613759 w 1443099"/>
              <a:gd name="csY1275" fmla="*/ 802952 h 1443095"/>
              <a:gd name="csX1276" fmla="*/ 615947 w 1443099"/>
              <a:gd name="csY1276" fmla="*/ 800486 h 1443095"/>
              <a:gd name="csX1277" fmla="*/ 618139 w 1443099"/>
              <a:gd name="csY1277" fmla="*/ 798020 h 1443095"/>
              <a:gd name="csX1278" fmla="*/ 620327 w 1443099"/>
              <a:gd name="csY1278" fmla="*/ 795551 h 1443095"/>
              <a:gd name="csX1279" fmla="*/ 622515 w 1443099"/>
              <a:gd name="csY1279" fmla="*/ 793085 h 1443095"/>
              <a:gd name="csX1280" fmla="*/ 624705 w 1443099"/>
              <a:gd name="csY1280" fmla="*/ 790619 h 1443095"/>
              <a:gd name="csX1281" fmla="*/ 626893 w 1443099"/>
              <a:gd name="csY1281" fmla="*/ 788150 h 1443095"/>
              <a:gd name="csX1282" fmla="*/ 629081 w 1443099"/>
              <a:gd name="csY1282" fmla="*/ 785684 h 1443095"/>
              <a:gd name="csX1283" fmla="*/ 631271 w 1443099"/>
              <a:gd name="csY1283" fmla="*/ 783218 h 1443095"/>
              <a:gd name="csX1284" fmla="*/ 633459 w 1443099"/>
              <a:gd name="csY1284" fmla="*/ 780752 h 1443095"/>
              <a:gd name="csX1285" fmla="*/ 635647 w 1443099"/>
              <a:gd name="csY1285" fmla="*/ 778283 h 1443095"/>
              <a:gd name="csX1286" fmla="*/ 637835 w 1443099"/>
              <a:gd name="csY1286" fmla="*/ 775817 h 1443095"/>
              <a:gd name="csX1287" fmla="*/ 640027 w 1443099"/>
              <a:gd name="csY1287" fmla="*/ 773351 h 1443095"/>
              <a:gd name="csX1288" fmla="*/ 642215 w 1443099"/>
              <a:gd name="csY1288" fmla="*/ 770885 h 1443095"/>
              <a:gd name="csX1289" fmla="*/ 644403 w 1443099"/>
              <a:gd name="csY1289" fmla="*/ 768416 h 1443095"/>
              <a:gd name="csX1290" fmla="*/ 646595 w 1443099"/>
              <a:gd name="csY1290" fmla="*/ 765950 h 1443095"/>
              <a:gd name="csX1291" fmla="*/ 648783 w 1443099"/>
              <a:gd name="csY1291" fmla="*/ 763484 h 1443095"/>
              <a:gd name="csX1292" fmla="*/ 650971 w 1443099"/>
              <a:gd name="csY1292" fmla="*/ 761018 h 1443095"/>
              <a:gd name="csX1293" fmla="*/ 651505 w 1443099"/>
              <a:gd name="csY1293" fmla="*/ 760417 h 1443095"/>
              <a:gd name="csX1294" fmla="*/ 649009 w 1443099"/>
              <a:gd name="csY1294" fmla="*/ 760268 h 1443095"/>
              <a:gd name="csX1295" fmla="*/ 643689 w 1443099"/>
              <a:gd name="csY1295" fmla="*/ 759952 h 1443095"/>
              <a:gd name="csX1296" fmla="*/ 638369 w 1443099"/>
              <a:gd name="csY1296" fmla="*/ 759632 h 1443095"/>
              <a:gd name="csX1297" fmla="*/ 633051 w 1443099"/>
              <a:gd name="csY1297" fmla="*/ 759315 h 1443095"/>
              <a:gd name="csX1298" fmla="*/ 627731 w 1443099"/>
              <a:gd name="csY1298" fmla="*/ 758998 h 1443095"/>
              <a:gd name="csX1299" fmla="*/ 622411 w 1443099"/>
              <a:gd name="csY1299" fmla="*/ 758682 h 1443095"/>
              <a:gd name="csX1300" fmla="*/ 617091 w 1443099"/>
              <a:gd name="csY1300" fmla="*/ 758365 h 1443095"/>
              <a:gd name="csX1301" fmla="*/ 611771 w 1443099"/>
              <a:gd name="csY1301" fmla="*/ 758045 h 1443095"/>
              <a:gd name="csX1302" fmla="*/ 606451 w 1443099"/>
              <a:gd name="csY1302" fmla="*/ 757728 h 1443095"/>
              <a:gd name="csX1303" fmla="*/ 601131 w 1443099"/>
              <a:gd name="csY1303" fmla="*/ 757411 h 1443095"/>
              <a:gd name="csX1304" fmla="*/ 595811 w 1443099"/>
              <a:gd name="csY1304" fmla="*/ 757095 h 1443095"/>
              <a:gd name="csX1305" fmla="*/ 590491 w 1443099"/>
              <a:gd name="csY1305" fmla="*/ 756778 h 1443095"/>
              <a:gd name="csX1306" fmla="*/ 585173 w 1443099"/>
              <a:gd name="csY1306" fmla="*/ 756458 h 1443095"/>
              <a:gd name="csX1307" fmla="*/ 579853 w 1443099"/>
              <a:gd name="csY1307" fmla="*/ 756141 h 1443095"/>
              <a:gd name="csX1308" fmla="*/ 574531 w 1443099"/>
              <a:gd name="csY1308" fmla="*/ 755825 h 1443095"/>
              <a:gd name="csX1309" fmla="*/ 569211 w 1443099"/>
              <a:gd name="csY1309" fmla="*/ 755508 h 1443095"/>
              <a:gd name="csX1310" fmla="*/ 563891 w 1443099"/>
              <a:gd name="csY1310" fmla="*/ 755191 h 1443095"/>
              <a:gd name="csX1311" fmla="*/ 558571 w 1443099"/>
              <a:gd name="csY1311" fmla="*/ 754871 h 1443095"/>
              <a:gd name="csX1312" fmla="*/ 553251 w 1443099"/>
              <a:gd name="csY1312" fmla="*/ 754555 h 1443095"/>
              <a:gd name="csX1313" fmla="*/ 547931 w 1443099"/>
              <a:gd name="csY1313" fmla="*/ 754238 h 1443095"/>
              <a:gd name="csX1314" fmla="*/ 542613 w 1443099"/>
              <a:gd name="csY1314" fmla="*/ 753921 h 1443095"/>
              <a:gd name="csX1315" fmla="*/ 537293 w 1443099"/>
              <a:gd name="csY1315" fmla="*/ 753604 h 1443095"/>
              <a:gd name="csX1316" fmla="*/ 531973 w 1443099"/>
              <a:gd name="csY1316" fmla="*/ 753284 h 1443095"/>
              <a:gd name="csX1317" fmla="*/ 526655 w 1443099"/>
              <a:gd name="csY1317" fmla="*/ 752968 h 1443095"/>
              <a:gd name="csX1318" fmla="*/ 521335 w 1443099"/>
              <a:gd name="csY1318" fmla="*/ 752651 h 1443095"/>
              <a:gd name="csX1319" fmla="*/ 516015 w 1443099"/>
              <a:gd name="csY1319" fmla="*/ 752334 h 1443095"/>
              <a:gd name="csX1320" fmla="*/ 510695 w 1443099"/>
              <a:gd name="csY1320" fmla="*/ 752018 h 1443095"/>
              <a:gd name="csX1321" fmla="*/ 505375 w 1443099"/>
              <a:gd name="csY1321" fmla="*/ 751698 h 1443095"/>
              <a:gd name="csX1322" fmla="*/ 500055 w 1443099"/>
              <a:gd name="csY1322" fmla="*/ 751381 h 1443095"/>
              <a:gd name="csX1323" fmla="*/ 494735 w 1443099"/>
              <a:gd name="csY1323" fmla="*/ 751064 h 1443095"/>
              <a:gd name="csX1324" fmla="*/ 489415 w 1443099"/>
              <a:gd name="csY1324" fmla="*/ 750747 h 1443095"/>
              <a:gd name="csX1325" fmla="*/ 484097 w 1443099"/>
              <a:gd name="csY1325" fmla="*/ 750431 h 1443095"/>
              <a:gd name="csX1326" fmla="*/ 478777 w 1443099"/>
              <a:gd name="csY1326" fmla="*/ 750111 h 1443095"/>
              <a:gd name="csX1327" fmla="*/ 473457 w 1443099"/>
              <a:gd name="csY1327" fmla="*/ 749794 h 1443095"/>
              <a:gd name="csX1328" fmla="*/ 468138 w 1443099"/>
              <a:gd name="csY1328" fmla="*/ 749477 h 1443095"/>
              <a:gd name="csX1329" fmla="*/ 462818 w 1443099"/>
              <a:gd name="csY1329" fmla="*/ 749161 h 1443095"/>
              <a:gd name="csX1330" fmla="*/ 457498 w 1443099"/>
              <a:gd name="csY1330" fmla="*/ 748844 h 1443095"/>
              <a:gd name="csX1331" fmla="*/ 452179 w 1443099"/>
              <a:gd name="csY1331" fmla="*/ 748524 h 1443095"/>
              <a:gd name="csX1332" fmla="*/ 446859 w 1443099"/>
              <a:gd name="csY1332" fmla="*/ 748207 h 1443095"/>
              <a:gd name="csX1333" fmla="*/ 441540 w 1443099"/>
              <a:gd name="csY1333" fmla="*/ 747890 h 1443095"/>
              <a:gd name="csX1334" fmla="*/ 436220 w 1443099"/>
              <a:gd name="csY1334" fmla="*/ 747574 h 1443095"/>
              <a:gd name="csX1335" fmla="*/ 430897 w 1443099"/>
              <a:gd name="csY1335" fmla="*/ 747257 h 1443095"/>
              <a:gd name="csX1336" fmla="*/ 425577 w 1443099"/>
              <a:gd name="csY1336" fmla="*/ 746937 h 1443095"/>
              <a:gd name="csX1337" fmla="*/ 420258 w 1443099"/>
              <a:gd name="csY1337" fmla="*/ 746620 h 1443095"/>
              <a:gd name="csX1338" fmla="*/ 414938 w 1443099"/>
              <a:gd name="csY1338" fmla="*/ 746304 h 1443095"/>
              <a:gd name="csX1339" fmla="*/ 409619 w 1443099"/>
              <a:gd name="csY1339" fmla="*/ 745987 h 1443095"/>
              <a:gd name="csX1340" fmla="*/ 404299 w 1443099"/>
              <a:gd name="csY1340" fmla="*/ 745670 h 1443095"/>
              <a:gd name="csX1341" fmla="*/ 398979 w 1443099"/>
              <a:gd name="csY1341" fmla="*/ 745350 h 1443095"/>
              <a:gd name="csX1342" fmla="*/ 393660 w 1443099"/>
              <a:gd name="csY1342" fmla="*/ 745034 h 1443095"/>
              <a:gd name="csX1343" fmla="*/ 388340 w 1443099"/>
              <a:gd name="csY1343" fmla="*/ 744717 h 1443095"/>
              <a:gd name="csX1344" fmla="*/ 383020 w 1443099"/>
              <a:gd name="csY1344" fmla="*/ 744400 h 1443095"/>
              <a:gd name="csX1345" fmla="*/ 377701 w 1443099"/>
              <a:gd name="csY1345" fmla="*/ 744083 h 1443095"/>
              <a:gd name="csX1346" fmla="*/ 372381 w 1443099"/>
              <a:gd name="csY1346" fmla="*/ 743763 h 1443095"/>
              <a:gd name="csX1347" fmla="*/ 367061 w 1443099"/>
              <a:gd name="csY1347" fmla="*/ 743447 h 1443095"/>
              <a:gd name="csX1348" fmla="*/ 361742 w 1443099"/>
              <a:gd name="csY1348" fmla="*/ 743130 h 1443095"/>
              <a:gd name="csX1349" fmla="*/ 356422 w 1443099"/>
              <a:gd name="csY1349" fmla="*/ 742813 h 1443095"/>
              <a:gd name="csX1350" fmla="*/ 351102 w 1443099"/>
              <a:gd name="csY1350" fmla="*/ 742496 h 1443095"/>
              <a:gd name="csX1351" fmla="*/ 345783 w 1443099"/>
              <a:gd name="csY1351" fmla="*/ 742177 h 1443095"/>
              <a:gd name="csX1352" fmla="*/ 340463 w 1443099"/>
              <a:gd name="csY1352" fmla="*/ 741860 h 1443095"/>
              <a:gd name="csX1353" fmla="*/ 335144 w 1443099"/>
              <a:gd name="csY1353" fmla="*/ 741543 h 1443095"/>
              <a:gd name="csX1354" fmla="*/ 329824 w 1443099"/>
              <a:gd name="csY1354" fmla="*/ 741226 h 1443095"/>
              <a:gd name="csX1355" fmla="*/ 324504 w 1443099"/>
              <a:gd name="csY1355" fmla="*/ 740910 h 1443095"/>
              <a:gd name="csX1356" fmla="*/ 319185 w 1443099"/>
              <a:gd name="csY1356" fmla="*/ 740590 h 1443095"/>
              <a:gd name="csX1357" fmla="*/ 313865 w 1443099"/>
              <a:gd name="csY1357" fmla="*/ 740273 h 1443095"/>
              <a:gd name="csX1358" fmla="*/ 308545 w 1443099"/>
              <a:gd name="csY1358" fmla="*/ 739956 h 1443095"/>
              <a:gd name="csX1359" fmla="*/ 303226 w 1443099"/>
              <a:gd name="csY1359" fmla="*/ 739640 h 1443095"/>
              <a:gd name="csX1360" fmla="*/ 297906 w 1443099"/>
              <a:gd name="csY1360" fmla="*/ 739323 h 1443095"/>
              <a:gd name="csX1361" fmla="*/ 292583 w 1443099"/>
              <a:gd name="csY1361" fmla="*/ 739003 h 1443095"/>
              <a:gd name="csX1362" fmla="*/ 287264 w 1443099"/>
              <a:gd name="csY1362" fmla="*/ 738686 h 1443095"/>
              <a:gd name="csX1363" fmla="*/ 281944 w 1443099"/>
              <a:gd name="csY1363" fmla="*/ 738369 h 1443095"/>
              <a:gd name="csX1364" fmla="*/ 276624 w 1443099"/>
              <a:gd name="csY1364" fmla="*/ 738053 h 1443095"/>
              <a:gd name="csX1365" fmla="*/ 271305 w 1443099"/>
              <a:gd name="csY1365" fmla="*/ 737736 h 1443095"/>
              <a:gd name="csX1366" fmla="*/ 265985 w 1443099"/>
              <a:gd name="csY1366" fmla="*/ 737416 h 1443095"/>
              <a:gd name="csX1367" fmla="*/ 260666 w 1443099"/>
              <a:gd name="csY1367" fmla="*/ 737099 h 1443095"/>
              <a:gd name="csX1368" fmla="*/ 255346 w 1443099"/>
              <a:gd name="csY1368" fmla="*/ 736783 h 1443095"/>
              <a:gd name="csX1369" fmla="*/ 250026 w 1443099"/>
              <a:gd name="csY1369" fmla="*/ 736466 h 1443095"/>
              <a:gd name="csX1370" fmla="*/ 244707 w 1443099"/>
              <a:gd name="csY1370" fmla="*/ 736149 h 1443095"/>
              <a:gd name="csX1371" fmla="*/ 239387 w 1443099"/>
              <a:gd name="csY1371" fmla="*/ 735829 h 1443095"/>
              <a:gd name="csX1372" fmla="*/ 234067 w 1443099"/>
              <a:gd name="csY1372" fmla="*/ 735512 h 1443095"/>
              <a:gd name="csX1373" fmla="*/ 228748 w 1443099"/>
              <a:gd name="csY1373" fmla="*/ 735196 h 1443095"/>
              <a:gd name="csX1374" fmla="*/ 223428 w 1443099"/>
              <a:gd name="csY1374" fmla="*/ 734879 h 1443095"/>
              <a:gd name="csX1375" fmla="*/ 218108 w 1443099"/>
              <a:gd name="csY1375" fmla="*/ 734562 h 1443095"/>
              <a:gd name="csX1376" fmla="*/ 212789 w 1443099"/>
              <a:gd name="csY1376" fmla="*/ 734242 h 1443095"/>
              <a:gd name="csX1377" fmla="*/ 207469 w 1443099"/>
              <a:gd name="csY1377" fmla="*/ 733926 h 1443095"/>
              <a:gd name="csX1378" fmla="*/ 202149 w 1443099"/>
              <a:gd name="csY1378" fmla="*/ 733609 h 1443095"/>
              <a:gd name="csX1379" fmla="*/ 196830 w 1443099"/>
              <a:gd name="csY1379" fmla="*/ 733292 h 1443095"/>
              <a:gd name="csX1380" fmla="*/ 191510 w 1443099"/>
              <a:gd name="csY1380" fmla="*/ 732975 h 1443095"/>
              <a:gd name="csX1381" fmla="*/ 186191 w 1443099"/>
              <a:gd name="csY1381" fmla="*/ 732659 h 1443095"/>
              <a:gd name="csX1382" fmla="*/ 180871 w 1443099"/>
              <a:gd name="csY1382" fmla="*/ 732339 h 1443095"/>
              <a:gd name="csX1383" fmla="*/ 175551 w 1443099"/>
              <a:gd name="csY1383" fmla="*/ 732022 h 1443095"/>
              <a:gd name="csX1384" fmla="*/ 170232 w 1443099"/>
              <a:gd name="csY1384" fmla="*/ 731705 h 1443095"/>
              <a:gd name="csX1385" fmla="*/ 164912 w 1443099"/>
              <a:gd name="csY1385" fmla="*/ 731389 h 1443095"/>
              <a:gd name="csX1386" fmla="*/ 159592 w 1443099"/>
              <a:gd name="csY1386" fmla="*/ 731072 h 1443095"/>
              <a:gd name="csX1387" fmla="*/ 154273 w 1443099"/>
              <a:gd name="csY1387" fmla="*/ 730752 h 1443095"/>
              <a:gd name="csX1388" fmla="*/ 148950 w 1443099"/>
              <a:gd name="csY1388" fmla="*/ 730435 h 1443095"/>
              <a:gd name="csX1389" fmla="*/ 143630 w 1443099"/>
              <a:gd name="csY1389" fmla="*/ 730119 h 1443095"/>
              <a:gd name="csX1390" fmla="*/ 138311 w 1443099"/>
              <a:gd name="csY1390" fmla="*/ 729802 h 1443095"/>
              <a:gd name="csX1391" fmla="*/ 132991 w 1443099"/>
              <a:gd name="csY1391" fmla="*/ 729485 h 1443095"/>
              <a:gd name="csX1392" fmla="*/ 127671 w 1443099"/>
              <a:gd name="csY1392" fmla="*/ 729165 h 1443095"/>
              <a:gd name="csX1393" fmla="*/ 122352 w 1443099"/>
              <a:gd name="csY1393" fmla="*/ 728848 h 1443095"/>
              <a:gd name="csX1394" fmla="*/ 117032 w 1443099"/>
              <a:gd name="csY1394" fmla="*/ 728532 h 1443095"/>
              <a:gd name="csX1395" fmla="*/ 111712 w 1443099"/>
              <a:gd name="csY1395" fmla="*/ 728215 h 1443095"/>
              <a:gd name="csX1396" fmla="*/ 106393 w 1443099"/>
              <a:gd name="csY1396" fmla="*/ 727898 h 1443095"/>
              <a:gd name="csX1397" fmla="*/ 101073 w 1443099"/>
              <a:gd name="csY1397" fmla="*/ 727578 h 1443095"/>
              <a:gd name="csX1398" fmla="*/ 95753 w 1443099"/>
              <a:gd name="csY1398" fmla="*/ 727262 h 1443095"/>
              <a:gd name="csX1399" fmla="*/ 90434 w 1443099"/>
              <a:gd name="csY1399" fmla="*/ 726945 h 1443095"/>
              <a:gd name="csX1400" fmla="*/ 85114 w 1443099"/>
              <a:gd name="csY1400" fmla="*/ 726628 h 1443095"/>
              <a:gd name="csX1401" fmla="*/ 79795 w 1443099"/>
              <a:gd name="csY1401" fmla="*/ 726311 h 1443095"/>
              <a:gd name="csX1402" fmla="*/ 74475 w 1443099"/>
              <a:gd name="csY1402" fmla="*/ 725991 h 1443095"/>
              <a:gd name="csX1403" fmla="*/ 69155 w 1443099"/>
              <a:gd name="csY1403" fmla="*/ 725675 h 1443095"/>
              <a:gd name="csX1404" fmla="*/ 63836 w 1443099"/>
              <a:gd name="csY1404" fmla="*/ 725358 h 1443095"/>
              <a:gd name="csX1405" fmla="*/ 58516 w 1443099"/>
              <a:gd name="csY1405" fmla="*/ 725041 h 1443095"/>
              <a:gd name="csX1406" fmla="*/ 53196 w 1443099"/>
              <a:gd name="csY1406" fmla="*/ 724725 h 1443095"/>
              <a:gd name="csX1407" fmla="*/ 47877 w 1443099"/>
              <a:gd name="csY1407" fmla="*/ 724405 h 1443095"/>
              <a:gd name="csX1408" fmla="*/ 42557 w 1443099"/>
              <a:gd name="csY1408" fmla="*/ 724088 h 1443095"/>
              <a:gd name="csX1409" fmla="*/ 37238 w 1443099"/>
              <a:gd name="csY1409" fmla="*/ 723771 h 1443095"/>
              <a:gd name="csX1410" fmla="*/ 31918 w 1443099"/>
              <a:gd name="csY1410" fmla="*/ 723454 h 1443095"/>
              <a:gd name="csX1411" fmla="*/ 26598 w 1443099"/>
              <a:gd name="csY1411" fmla="*/ 723134 h 1443095"/>
              <a:gd name="csX1412" fmla="*/ 21278 w 1443099"/>
              <a:gd name="csY1412" fmla="*/ 722818 h 1443095"/>
              <a:gd name="csX1413" fmla="*/ 15959 w 1443099"/>
              <a:gd name="csY1413" fmla="*/ 722501 h 1443095"/>
              <a:gd name="csX1414" fmla="*/ 10639 w 1443099"/>
              <a:gd name="csY1414" fmla="*/ 722184 h 1443095"/>
              <a:gd name="csX1415" fmla="*/ 5316 w 1443099"/>
              <a:gd name="csY1415" fmla="*/ 721868 h 1443095"/>
              <a:gd name="csX1416" fmla="*/ 0 w 1443099"/>
              <a:gd name="csY1416" fmla="*/ 721548 h 1443095"/>
              <a:gd name="csX1417" fmla="*/ 5316 w 1443099"/>
              <a:gd name="csY1417" fmla="*/ 721231 h 1443095"/>
              <a:gd name="csX1418" fmla="*/ 10639 w 1443099"/>
              <a:gd name="csY1418" fmla="*/ 720914 h 1443095"/>
              <a:gd name="csX1419" fmla="*/ 15959 w 1443099"/>
              <a:gd name="csY1419" fmla="*/ 720597 h 1443095"/>
              <a:gd name="csX1420" fmla="*/ 21278 w 1443099"/>
              <a:gd name="csY1420" fmla="*/ 720281 h 1443095"/>
              <a:gd name="csX1421" fmla="*/ 26598 w 1443099"/>
              <a:gd name="csY1421" fmla="*/ 719961 h 1443095"/>
              <a:gd name="csX1422" fmla="*/ 31918 w 1443099"/>
              <a:gd name="csY1422" fmla="*/ 719644 h 1443095"/>
              <a:gd name="csX1423" fmla="*/ 37238 w 1443099"/>
              <a:gd name="csY1423" fmla="*/ 719327 h 1443095"/>
              <a:gd name="csX1424" fmla="*/ 42557 w 1443099"/>
              <a:gd name="csY1424" fmla="*/ 719011 h 1443095"/>
              <a:gd name="csX1425" fmla="*/ 47877 w 1443099"/>
              <a:gd name="csY1425" fmla="*/ 718694 h 1443095"/>
              <a:gd name="csX1426" fmla="*/ 53196 w 1443099"/>
              <a:gd name="csY1426" fmla="*/ 718374 h 1443095"/>
              <a:gd name="csX1427" fmla="*/ 58516 w 1443099"/>
              <a:gd name="csY1427" fmla="*/ 718057 h 1443095"/>
              <a:gd name="csX1428" fmla="*/ 63836 w 1443099"/>
              <a:gd name="csY1428" fmla="*/ 717740 h 1443095"/>
              <a:gd name="csX1429" fmla="*/ 69155 w 1443099"/>
              <a:gd name="csY1429" fmla="*/ 717424 h 1443095"/>
              <a:gd name="csX1430" fmla="*/ 74475 w 1443099"/>
              <a:gd name="csY1430" fmla="*/ 717107 h 1443095"/>
              <a:gd name="csX1431" fmla="*/ 79795 w 1443099"/>
              <a:gd name="csY1431" fmla="*/ 716787 h 1443095"/>
              <a:gd name="csX1432" fmla="*/ 85114 w 1443099"/>
              <a:gd name="csY1432" fmla="*/ 716470 h 1443095"/>
              <a:gd name="csX1433" fmla="*/ 90434 w 1443099"/>
              <a:gd name="csY1433" fmla="*/ 716154 h 1443095"/>
              <a:gd name="csX1434" fmla="*/ 95753 w 1443099"/>
              <a:gd name="csY1434" fmla="*/ 715837 h 1443095"/>
              <a:gd name="csX1435" fmla="*/ 101073 w 1443099"/>
              <a:gd name="csY1435" fmla="*/ 715520 h 1443095"/>
              <a:gd name="csX1436" fmla="*/ 106393 w 1443099"/>
              <a:gd name="csY1436" fmla="*/ 715200 h 1443095"/>
              <a:gd name="csX1437" fmla="*/ 111712 w 1443099"/>
              <a:gd name="csY1437" fmla="*/ 714883 h 1443095"/>
              <a:gd name="csX1438" fmla="*/ 117032 w 1443099"/>
              <a:gd name="csY1438" fmla="*/ 714567 h 1443095"/>
              <a:gd name="csX1439" fmla="*/ 122352 w 1443099"/>
              <a:gd name="csY1439" fmla="*/ 714250 h 1443095"/>
              <a:gd name="csX1440" fmla="*/ 127671 w 1443099"/>
              <a:gd name="csY1440" fmla="*/ 713933 h 1443095"/>
              <a:gd name="csX1441" fmla="*/ 132991 w 1443099"/>
              <a:gd name="csY1441" fmla="*/ 713613 h 1443095"/>
              <a:gd name="csX1442" fmla="*/ 138311 w 1443099"/>
              <a:gd name="csY1442" fmla="*/ 713297 h 1443095"/>
              <a:gd name="csX1443" fmla="*/ 143630 w 1443099"/>
              <a:gd name="csY1443" fmla="*/ 712980 h 1443095"/>
              <a:gd name="csX1444" fmla="*/ 148950 w 1443099"/>
              <a:gd name="csY1444" fmla="*/ 712663 h 1443095"/>
              <a:gd name="csX1445" fmla="*/ 154273 w 1443099"/>
              <a:gd name="csY1445" fmla="*/ 712343 h 1443095"/>
              <a:gd name="csX1446" fmla="*/ 159592 w 1443099"/>
              <a:gd name="csY1446" fmla="*/ 712027 h 1443095"/>
              <a:gd name="csX1447" fmla="*/ 164912 w 1443099"/>
              <a:gd name="csY1447" fmla="*/ 711710 h 1443095"/>
              <a:gd name="csX1448" fmla="*/ 170232 w 1443099"/>
              <a:gd name="csY1448" fmla="*/ 711393 h 1443095"/>
              <a:gd name="csX1449" fmla="*/ 175551 w 1443099"/>
              <a:gd name="csY1449" fmla="*/ 711076 h 1443095"/>
              <a:gd name="csX1450" fmla="*/ 180871 w 1443099"/>
              <a:gd name="csY1450" fmla="*/ 710760 h 1443095"/>
              <a:gd name="csX1451" fmla="*/ 186191 w 1443099"/>
              <a:gd name="csY1451" fmla="*/ 710440 h 1443095"/>
              <a:gd name="csX1452" fmla="*/ 191510 w 1443099"/>
              <a:gd name="csY1452" fmla="*/ 710123 h 1443095"/>
              <a:gd name="csX1453" fmla="*/ 196830 w 1443099"/>
              <a:gd name="csY1453" fmla="*/ 709806 h 1443095"/>
              <a:gd name="csX1454" fmla="*/ 202149 w 1443099"/>
              <a:gd name="csY1454" fmla="*/ 709490 h 1443095"/>
              <a:gd name="csX1455" fmla="*/ 207469 w 1443099"/>
              <a:gd name="csY1455" fmla="*/ 709173 h 1443095"/>
              <a:gd name="csX1456" fmla="*/ 212789 w 1443099"/>
              <a:gd name="csY1456" fmla="*/ 708853 h 1443095"/>
              <a:gd name="csX1457" fmla="*/ 218108 w 1443099"/>
              <a:gd name="csY1457" fmla="*/ 708536 h 1443095"/>
              <a:gd name="csX1458" fmla="*/ 223428 w 1443099"/>
              <a:gd name="csY1458" fmla="*/ 708219 h 1443095"/>
              <a:gd name="csX1459" fmla="*/ 228748 w 1443099"/>
              <a:gd name="csY1459" fmla="*/ 707903 h 1443095"/>
              <a:gd name="csX1460" fmla="*/ 234067 w 1443099"/>
              <a:gd name="csY1460" fmla="*/ 707586 h 1443095"/>
              <a:gd name="csX1461" fmla="*/ 239387 w 1443099"/>
              <a:gd name="csY1461" fmla="*/ 707266 h 1443095"/>
              <a:gd name="csX1462" fmla="*/ 244707 w 1443099"/>
              <a:gd name="csY1462" fmla="*/ 706949 h 1443095"/>
              <a:gd name="csX1463" fmla="*/ 250026 w 1443099"/>
              <a:gd name="csY1463" fmla="*/ 706633 h 1443095"/>
              <a:gd name="csX1464" fmla="*/ 255346 w 1443099"/>
              <a:gd name="csY1464" fmla="*/ 706316 h 1443095"/>
              <a:gd name="csX1465" fmla="*/ 260666 w 1443099"/>
              <a:gd name="csY1465" fmla="*/ 705996 h 1443095"/>
              <a:gd name="csX1466" fmla="*/ 265985 w 1443099"/>
              <a:gd name="csY1466" fmla="*/ 705679 h 1443095"/>
              <a:gd name="csX1467" fmla="*/ 271305 w 1443099"/>
              <a:gd name="csY1467" fmla="*/ 705362 h 1443095"/>
              <a:gd name="csX1468" fmla="*/ 276624 w 1443099"/>
              <a:gd name="csY1468" fmla="*/ 705046 h 1443095"/>
              <a:gd name="csX1469" fmla="*/ 281944 w 1443099"/>
              <a:gd name="csY1469" fmla="*/ 704729 h 1443095"/>
              <a:gd name="csX1470" fmla="*/ 287264 w 1443099"/>
              <a:gd name="csY1470" fmla="*/ 704409 h 1443095"/>
              <a:gd name="csX1471" fmla="*/ 292583 w 1443099"/>
              <a:gd name="csY1471" fmla="*/ 704092 h 1443095"/>
              <a:gd name="csX1472" fmla="*/ 297906 w 1443099"/>
              <a:gd name="csY1472" fmla="*/ 703776 h 1443095"/>
              <a:gd name="csX1473" fmla="*/ 303226 w 1443099"/>
              <a:gd name="csY1473" fmla="*/ 703459 h 1443095"/>
              <a:gd name="csX1474" fmla="*/ 308545 w 1443099"/>
              <a:gd name="csY1474" fmla="*/ 703142 h 1443095"/>
              <a:gd name="csX1475" fmla="*/ 313865 w 1443099"/>
              <a:gd name="csY1475" fmla="*/ 702822 h 1443095"/>
              <a:gd name="csX1476" fmla="*/ 319185 w 1443099"/>
              <a:gd name="csY1476" fmla="*/ 702506 h 1443095"/>
              <a:gd name="csX1477" fmla="*/ 324504 w 1443099"/>
              <a:gd name="csY1477" fmla="*/ 702189 h 1443095"/>
              <a:gd name="csX1478" fmla="*/ 329824 w 1443099"/>
              <a:gd name="csY1478" fmla="*/ 701872 h 1443095"/>
              <a:gd name="csX1479" fmla="*/ 335144 w 1443099"/>
              <a:gd name="csY1479" fmla="*/ 701555 h 1443095"/>
              <a:gd name="csX1480" fmla="*/ 340463 w 1443099"/>
              <a:gd name="csY1480" fmla="*/ 701235 h 1443095"/>
              <a:gd name="csX1481" fmla="*/ 345783 w 1443099"/>
              <a:gd name="csY1481" fmla="*/ 700919 h 1443095"/>
              <a:gd name="csX1482" fmla="*/ 351102 w 1443099"/>
              <a:gd name="csY1482" fmla="*/ 700602 h 1443095"/>
              <a:gd name="csX1483" fmla="*/ 356422 w 1443099"/>
              <a:gd name="csY1483" fmla="*/ 700285 h 1443095"/>
              <a:gd name="csX1484" fmla="*/ 361742 w 1443099"/>
              <a:gd name="csY1484" fmla="*/ 699968 h 1443095"/>
              <a:gd name="csX1485" fmla="*/ 367061 w 1443099"/>
              <a:gd name="csY1485" fmla="*/ 699649 h 1443095"/>
              <a:gd name="csX1486" fmla="*/ 372381 w 1443099"/>
              <a:gd name="csY1486" fmla="*/ 699332 h 1443095"/>
              <a:gd name="csX1487" fmla="*/ 377701 w 1443099"/>
              <a:gd name="csY1487" fmla="*/ 699015 h 1443095"/>
              <a:gd name="csX1488" fmla="*/ 383020 w 1443099"/>
              <a:gd name="csY1488" fmla="*/ 698698 h 1443095"/>
              <a:gd name="csX1489" fmla="*/ 388340 w 1443099"/>
              <a:gd name="csY1489" fmla="*/ 698382 h 1443095"/>
              <a:gd name="csX1490" fmla="*/ 393660 w 1443099"/>
              <a:gd name="csY1490" fmla="*/ 698062 h 1443095"/>
              <a:gd name="csX1491" fmla="*/ 398979 w 1443099"/>
              <a:gd name="csY1491" fmla="*/ 697745 h 1443095"/>
              <a:gd name="csX1492" fmla="*/ 404299 w 1443099"/>
              <a:gd name="csY1492" fmla="*/ 697428 h 1443095"/>
              <a:gd name="csX1493" fmla="*/ 409619 w 1443099"/>
              <a:gd name="csY1493" fmla="*/ 697112 h 1443095"/>
              <a:gd name="csX1494" fmla="*/ 414938 w 1443099"/>
              <a:gd name="csY1494" fmla="*/ 696792 h 1443095"/>
              <a:gd name="csX1495" fmla="*/ 420258 w 1443099"/>
              <a:gd name="csY1495" fmla="*/ 696475 h 1443095"/>
              <a:gd name="csX1496" fmla="*/ 425577 w 1443099"/>
              <a:gd name="csY1496" fmla="*/ 696158 h 1443095"/>
              <a:gd name="csX1497" fmla="*/ 430897 w 1443099"/>
              <a:gd name="csY1497" fmla="*/ 695841 h 1443095"/>
              <a:gd name="csX1498" fmla="*/ 436220 w 1443099"/>
              <a:gd name="csY1498" fmla="*/ 695525 h 1443095"/>
              <a:gd name="csX1499" fmla="*/ 441540 w 1443099"/>
              <a:gd name="csY1499" fmla="*/ 695205 h 1443095"/>
              <a:gd name="csX1500" fmla="*/ 446859 w 1443099"/>
              <a:gd name="csY1500" fmla="*/ 694888 h 1443095"/>
              <a:gd name="csX1501" fmla="*/ 452179 w 1443099"/>
              <a:gd name="csY1501" fmla="*/ 694571 h 1443095"/>
              <a:gd name="csX1502" fmla="*/ 457498 w 1443099"/>
              <a:gd name="csY1502" fmla="*/ 694255 h 1443095"/>
              <a:gd name="csX1503" fmla="*/ 462818 w 1443099"/>
              <a:gd name="csY1503" fmla="*/ 693938 h 1443095"/>
              <a:gd name="csX1504" fmla="*/ 468138 w 1443099"/>
              <a:gd name="csY1504" fmla="*/ 693618 h 1443095"/>
              <a:gd name="csX1505" fmla="*/ 473457 w 1443099"/>
              <a:gd name="csY1505" fmla="*/ 693301 h 1443095"/>
              <a:gd name="csX1506" fmla="*/ 478777 w 1443099"/>
              <a:gd name="csY1506" fmla="*/ 692984 h 1443095"/>
              <a:gd name="csX1507" fmla="*/ 484097 w 1443099"/>
              <a:gd name="csY1507" fmla="*/ 692668 h 1443095"/>
              <a:gd name="csX1508" fmla="*/ 489415 w 1443099"/>
              <a:gd name="csY1508" fmla="*/ 692351 h 1443095"/>
              <a:gd name="csX1509" fmla="*/ 494735 w 1443099"/>
              <a:gd name="csY1509" fmla="*/ 692031 h 1443095"/>
              <a:gd name="csX1510" fmla="*/ 500055 w 1443099"/>
              <a:gd name="csY1510" fmla="*/ 691714 h 1443095"/>
              <a:gd name="csX1511" fmla="*/ 505375 w 1443099"/>
              <a:gd name="csY1511" fmla="*/ 691398 h 1443095"/>
              <a:gd name="csX1512" fmla="*/ 510695 w 1443099"/>
              <a:gd name="csY1512" fmla="*/ 691081 h 1443095"/>
              <a:gd name="csX1513" fmla="*/ 516015 w 1443099"/>
              <a:gd name="csY1513" fmla="*/ 690764 h 1443095"/>
              <a:gd name="csX1514" fmla="*/ 521335 w 1443099"/>
              <a:gd name="csY1514" fmla="*/ 690444 h 1443095"/>
              <a:gd name="csX1515" fmla="*/ 526655 w 1443099"/>
              <a:gd name="csY1515" fmla="*/ 690127 h 1443095"/>
              <a:gd name="csX1516" fmla="*/ 531973 w 1443099"/>
              <a:gd name="csY1516" fmla="*/ 689811 h 1443095"/>
              <a:gd name="csX1517" fmla="*/ 537293 w 1443099"/>
              <a:gd name="csY1517" fmla="*/ 689494 h 1443095"/>
              <a:gd name="csX1518" fmla="*/ 542613 w 1443099"/>
              <a:gd name="csY1518" fmla="*/ 689174 h 1443095"/>
              <a:gd name="csX1519" fmla="*/ 547931 w 1443099"/>
              <a:gd name="csY1519" fmla="*/ 688857 h 1443095"/>
              <a:gd name="csX1520" fmla="*/ 553251 w 1443099"/>
              <a:gd name="csY1520" fmla="*/ 688541 h 1443095"/>
              <a:gd name="csX1521" fmla="*/ 558571 w 1443099"/>
              <a:gd name="csY1521" fmla="*/ 688224 h 1443095"/>
              <a:gd name="csX1522" fmla="*/ 563891 w 1443099"/>
              <a:gd name="csY1522" fmla="*/ 687907 h 1443095"/>
              <a:gd name="csX1523" fmla="*/ 569211 w 1443099"/>
              <a:gd name="csY1523" fmla="*/ 687587 h 1443095"/>
              <a:gd name="csX1524" fmla="*/ 574531 w 1443099"/>
              <a:gd name="csY1524" fmla="*/ 687271 h 1443095"/>
              <a:gd name="csX1525" fmla="*/ 579853 w 1443099"/>
              <a:gd name="csY1525" fmla="*/ 686954 h 1443095"/>
              <a:gd name="csX1526" fmla="*/ 585173 w 1443099"/>
              <a:gd name="csY1526" fmla="*/ 686637 h 1443095"/>
              <a:gd name="csX1527" fmla="*/ 590491 w 1443099"/>
              <a:gd name="csY1527" fmla="*/ 686320 h 1443095"/>
              <a:gd name="csX1528" fmla="*/ 595811 w 1443099"/>
              <a:gd name="csY1528" fmla="*/ 686000 h 1443095"/>
              <a:gd name="csX1529" fmla="*/ 601131 w 1443099"/>
              <a:gd name="csY1529" fmla="*/ 685684 h 1443095"/>
              <a:gd name="csX1530" fmla="*/ 606451 w 1443099"/>
              <a:gd name="csY1530" fmla="*/ 685367 h 1443095"/>
              <a:gd name="csX1531" fmla="*/ 611771 w 1443099"/>
              <a:gd name="csY1531" fmla="*/ 685050 h 1443095"/>
              <a:gd name="csX1532" fmla="*/ 617091 w 1443099"/>
              <a:gd name="csY1532" fmla="*/ 684734 h 1443095"/>
              <a:gd name="csX1533" fmla="*/ 622411 w 1443099"/>
              <a:gd name="csY1533" fmla="*/ 684414 h 1443095"/>
              <a:gd name="csX1534" fmla="*/ 627731 w 1443099"/>
              <a:gd name="csY1534" fmla="*/ 684097 h 1443095"/>
              <a:gd name="csX1535" fmla="*/ 633051 w 1443099"/>
              <a:gd name="csY1535" fmla="*/ 683780 h 1443095"/>
              <a:gd name="csX1536" fmla="*/ 638369 w 1443099"/>
              <a:gd name="csY1536" fmla="*/ 683463 h 1443095"/>
              <a:gd name="csX1537" fmla="*/ 643689 w 1443099"/>
              <a:gd name="csY1537" fmla="*/ 683147 h 1443095"/>
              <a:gd name="csX1538" fmla="*/ 649009 w 1443099"/>
              <a:gd name="csY1538" fmla="*/ 682827 h 1443095"/>
              <a:gd name="csX1539" fmla="*/ 651503 w 1443099"/>
              <a:gd name="csY1539" fmla="*/ 682679 h 1443095"/>
              <a:gd name="csX1540" fmla="*/ 650971 w 1443099"/>
              <a:gd name="csY1540" fmla="*/ 682080 h 1443095"/>
              <a:gd name="csX1541" fmla="*/ 648783 w 1443099"/>
              <a:gd name="csY1541" fmla="*/ 679614 h 1443095"/>
              <a:gd name="csX1542" fmla="*/ 646595 w 1443099"/>
              <a:gd name="csY1542" fmla="*/ 677148 h 1443095"/>
              <a:gd name="csX1543" fmla="*/ 644403 w 1443099"/>
              <a:gd name="csY1543" fmla="*/ 674683 h 1443095"/>
              <a:gd name="csX1544" fmla="*/ 642215 w 1443099"/>
              <a:gd name="csY1544" fmla="*/ 672213 h 1443095"/>
              <a:gd name="csX1545" fmla="*/ 640027 w 1443099"/>
              <a:gd name="csY1545" fmla="*/ 669747 h 1443095"/>
              <a:gd name="csX1546" fmla="*/ 637835 w 1443099"/>
              <a:gd name="csY1546" fmla="*/ 667282 h 1443095"/>
              <a:gd name="csX1547" fmla="*/ 635647 w 1443099"/>
              <a:gd name="csY1547" fmla="*/ 664812 h 1443095"/>
              <a:gd name="csX1548" fmla="*/ 633459 w 1443099"/>
              <a:gd name="csY1548" fmla="*/ 662347 h 1443095"/>
              <a:gd name="csX1549" fmla="*/ 631271 w 1443099"/>
              <a:gd name="csY1549" fmla="*/ 659881 h 1443095"/>
              <a:gd name="csX1550" fmla="*/ 629081 w 1443099"/>
              <a:gd name="csY1550" fmla="*/ 657415 h 1443095"/>
              <a:gd name="csX1551" fmla="*/ 626893 w 1443099"/>
              <a:gd name="csY1551" fmla="*/ 654946 h 1443095"/>
              <a:gd name="csX1552" fmla="*/ 624705 w 1443099"/>
              <a:gd name="csY1552" fmla="*/ 652480 h 1443095"/>
              <a:gd name="csX1553" fmla="*/ 622515 w 1443099"/>
              <a:gd name="csY1553" fmla="*/ 650014 h 1443095"/>
              <a:gd name="csX1554" fmla="*/ 620327 w 1443099"/>
              <a:gd name="csY1554" fmla="*/ 647548 h 1443095"/>
              <a:gd name="csX1555" fmla="*/ 618139 w 1443099"/>
              <a:gd name="csY1555" fmla="*/ 645079 h 1443095"/>
              <a:gd name="csX1556" fmla="*/ 615947 w 1443099"/>
              <a:gd name="csY1556" fmla="*/ 642613 h 1443095"/>
              <a:gd name="csX1557" fmla="*/ 613759 w 1443099"/>
              <a:gd name="csY1557" fmla="*/ 640147 h 1443095"/>
              <a:gd name="csX1558" fmla="*/ 611571 w 1443099"/>
              <a:gd name="csY1558" fmla="*/ 637681 h 1443095"/>
              <a:gd name="csX1559" fmla="*/ 609379 w 1443099"/>
              <a:gd name="csY1559" fmla="*/ 635212 h 1443095"/>
              <a:gd name="csX1560" fmla="*/ 607191 w 1443099"/>
              <a:gd name="csY1560" fmla="*/ 632746 h 1443095"/>
              <a:gd name="csX1561" fmla="*/ 605003 w 1443099"/>
              <a:gd name="csY1561" fmla="*/ 630280 h 1443095"/>
              <a:gd name="csX1562" fmla="*/ 602811 w 1443099"/>
              <a:gd name="csY1562" fmla="*/ 627811 h 1443095"/>
              <a:gd name="csX1563" fmla="*/ 600623 w 1443099"/>
              <a:gd name="csY1563" fmla="*/ 625345 h 1443095"/>
              <a:gd name="csX1564" fmla="*/ 598435 w 1443099"/>
              <a:gd name="csY1564" fmla="*/ 622879 h 1443095"/>
              <a:gd name="csX1565" fmla="*/ 596245 w 1443099"/>
              <a:gd name="csY1565" fmla="*/ 620413 h 1443095"/>
              <a:gd name="csX1566" fmla="*/ 594057 w 1443099"/>
              <a:gd name="csY1566" fmla="*/ 617944 h 1443095"/>
              <a:gd name="csX1567" fmla="*/ 591869 w 1443099"/>
              <a:gd name="csY1567" fmla="*/ 615478 h 1443095"/>
              <a:gd name="csX1568" fmla="*/ 589679 w 1443099"/>
              <a:gd name="csY1568" fmla="*/ 613012 h 1443095"/>
              <a:gd name="csX1569" fmla="*/ 587491 w 1443099"/>
              <a:gd name="csY1569" fmla="*/ 610546 h 1443095"/>
              <a:gd name="csX1570" fmla="*/ 585303 w 1443099"/>
              <a:gd name="csY1570" fmla="*/ 608077 h 1443095"/>
              <a:gd name="csX1571" fmla="*/ 583115 w 1443099"/>
              <a:gd name="csY1571" fmla="*/ 605611 h 1443095"/>
              <a:gd name="csX1572" fmla="*/ 580923 w 1443099"/>
              <a:gd name="csY1572" fmla="*/ 603145 h 1443095"/>
              <a:gd name="csX1573" fmla="*/ 578735 w 1443099"/>
              <a:gd name="csY1573" fmla="*/ 600676 h 1443095"/>
              <a:gd name="csX1574" fmla="*/ 576547 w 1443099"/>
              <a:gd name="csY1574" fmla="*/ 598210 h 1443095"/>
              <a:gd name="csX1575" fmla="*/ 574355 w 1443099"/>
              <a:gd name="csY1575" fmla="*/ 595744 h 1443095"/>
              <a:gd name="csX1576" fmla="*/ 572167 w 1443099"/>
              <a:gd name="csY1576" fmla="*/ 593279 h 1443095"/>
              <a:gd name="csX1577" fmla="*/ 569979 w 1443099"/>
              <a:gd name="csY1577" fmla="*/ 590809 h 1443095"/>
              <a:gd name="csX1578" fmla="*/ 567789 w 1443099"/>
              <a:gd name="csY1578" fmla="*/ 588343 h 1443095"/>
              <a:gd name="csX1579" fmla="*/ 565601 w 1443099"/>
              <a:gd name="csY1579" fmla="*/ 585878 h 1443095"/>
              <a:gd name="csX1580" fmla="*/ 563413 w 1443099"/>
              <a:gd name="csY1580" fmla="*/ 583412 h 1443095"/>
              <a:gd name="csX1581" fmla="*/ 561223 w 1443099"/>
              <a:gd name="csY1581" fmla="*/ 580942 h 1443095"/>
              <a:gd name="csX1582" fmla="*/ 559035 w 1443099"/>
              <a:gd name="csY1582" fmla="*/ 578477 h 1443095"/>
              <a:gd name="csX1583" fmla="*/ 556847 w 1443099"/>
              <a:gd name="csY1583" fmla="*/ 576011 h 1443095"/>
              <a:gd name="csX1584" fmla="*/ 554655 w 1443099"/>
              <a:gd name="csY1584" fmla="*/ 573545 h 1443095"/>
              <a:gd name="csX1585" fmla="*/ 552467 w 1443099"/>
              <a:gd name="csY1585" fmla="*/ 571076 h 1443095"/>
              <a:gd name="csX1586" fmla="*/ 550279 w 1443099"/>
              <a:gd name="csY1586" fmla="*/ 568610 h 1443095"/>
              <a:gd name="csX1587" fmla="*/ 548087 w 1443099"/>
              <a:gd name="csY1587" fmla="*/ 566144 h 1443095"/>
              <a:gd name="csX1588" fmla="*/ 545899 w 1443099"/>
              <a:gd name="csY1588" fmla="*/ 563678 h 1443095"/>
              <a:gd name="csX1589" fmla="*/ 543711 w 1443099"/>
              <a:gd name="csY1589" fmla="*/ 561209 h 1443095"/>
              <a:gd name="csX1590" fmla="*/ 541523 w 1443099"/>
              <a:gd name="csY1590" fmla="*/ 558743 h 1443095"/>
              <a:gd name="csX1591" fmla="*/ 539331 w 1443099"/>
              <a:gd name="csY1591" fmla="*/ 556277 h 1443095"/>
              <a:gd name="csX1592" fmla="*/ 537143 w 1443099"/>
              <a:gd name="csY1592" fmla="*/ 553811 h 1443095"/>
              <a:gd name="csX1593" fmla="*/ 534955 w 1443099"/>
              <a:gd name="csY1593" fmla="*/ 551342 h 1443095"/>
              <a:gd name="csX1594" fmla="*/ 532765 w 1443099"/>
              <a:gd name="csY1594" fmla="*/ 548876 h 1443095"/>
              <a:gd name="csX1595" fmla="*/ 530577 w 1443099"/>
              <a:gd name="csY1595" fmla="*/ 546410 h 1443095"/>
              <a:gd name="csX1596" fmla="*/ 528389 w 1443099"/>
              <a:gd name="csY1596" fmla="*/ 543941 h 1443095"/>
              <a:gd name="csX1597" fmla="*/ 526199 w 1443099"/>
              <a:gd name="csY1597" fmla="*/ 541475 h 1443095"/>
              <a:gd name="csX1598" fmla="*/ 524011 w 1443099"/>
              <a:gd name="csY1598" fmla="*/ 539009 h 1443095"/>
              <a:gd name="csX1599" fmla="*/ 521823 w 1443099"/>
              <a:gd name="csY1599" fmla="*/ 536543 h 1443095"/>
              <a:gd name="csX1600" fmla="*/ 519631 w 1443099"/>
              <a:gd name="csY1600" fmla="*/ 534074 h 1443095"/>
              <a:gd name="csX1601" fmla="*/ 517443 w 1443099"/>
              <a:gd name="csY1601" fmla="*/ 531608 h 1443095"/>
              <a:gd name="csX1602" fmla="*/ 515255 w 1443099"/>
              <a:gd name="csY1602" fmla="*/ 529142 h 1443095"/>
              <a:gd name="csX1603" fmla="*/ 513067 w 1443099"/>
              <a:gd name="csY1603" fmla="*/ 526676 h 1443095"/>
              <a:gd name="csX1604" fmla="*/ 510875 w 1443099"/>
              <a:gd name="csY1604" fmla="*/ 524207 h 1443095"/>
              <a:gd name="csX1605" fmla="*/ 508687 w 1443099"/>
              <a:gd name="csY1605" fmla="*/ 521741 h 1443095"/>
              <a:gd name="csX1606" fmla="*/ 506497 w 1443099"/>
              <a:gd name="csY1606" fmla="*/ 519275 h 1443095"/>
              <a:gd name="csX1607" fmla="*/ 504309 w 1443099"/>
              <a:gd name="csY1607" fmla="*/ 516810 h 1443095"/>
              <a:gd name="csX1608" fmla="*/ 502121 w 1443099"/>
              <a:gd name="csY1608" fmla="*/ 514340 h 1443095"/>
              <a:gd name="csX1609" fmla="*/ 499933 w 1443099"/>
              <a:gd name="csY1609" fmla="*/ 511874 h 1443095"/>
              <a:gd name="csX1610" fmla="*/ 497743 w 1443099"/>
              <a:gd name="csY1610" fmla="*/ 509409 h 1443095"/>
              <a:gd name="csX1611" fmla="*/ 495555 w 1443099"/>
              <a:gd name="csY1611" fmla="*/ 506939 h 1443095"/>
              <a:gd name="csX1612" fmla="*/ 493367 w 1443099"/>
              <a:gd name="csY1612" fmla="*/ 504474 h 1443095"/>
              <a:gd name="csX1613" fmla="*/ 491175 w 1443099"/>
              <a:gd name="csY1613" fmla="*/ 502008 h 1443095"/>
              <a:gd name="csX1614" fmla="*/ 488987 w 1443099"/>
              <a:gd name="csY1614" fmla="*/ 499542 h 1443095"/>
              <a:gd name="csX1615" fmla="*/ 486799 w 1443099"/>
              <a:gd name="csY1615" fmla="*/ 497073 h 1443095"/>
              <a:gd name="csX1616" fmla="*/ 484607 w 1443099"/>
              <a:gd name="csY1616" fmla="*/ 494607 h 1443095"/>
              <a:gd name="csX1617" fmla="*/ 482419 w 1443099"/>
              <a:gd name="csY1617" fmla="*/ 492141 h 1443095"/>
              <a:gd name="csX1618" fmla="*/ 480231 w 1443099"/>
              <a:gd name="csY1618" fmla="*/ 489675 h 1443095"/>
              <a:gd name="csX1619" fmla="*/ 478040 w 1443099"/>
              <a:gd name="csY1619" fmla="*/ 487206 h 1443095"/>
              <a:gd name="csX1620" fmla="*/ 475852 w 1443099"/>
              <a:gd name="csY1620" fmla="*/ 484740 h 1443095"/>
              <a:gd name="csX1621" fmla="*/ 473664 w 1443099"/>
              <a:gd name="csY1621" fmla="*/ 482274 h 1443095"/>
              <a:gd name="csX1622" fmla="*/ 471473 w 1443099"/>
              <a:gd name="csY1622" fmla="*/ 479808 h 1443095"/>
              <a:gd name="csX1623" fmla="*/ 469285 w 1443099"/>
              <a:gd name="csY1623" fmla="*/ 477339 h 1443095"/>
              <a:gd name="csX1624" fmla="*/ 467097 w 1443099"/>
              <a:gd name="csY1624" fmla="*/ 474873 h 1443095"/>
              <a:gd name="csX1625" fmla="*/ 464906 w 1443099"/>
              <a:gd name="csY1625" fmla="*/ 472407 h 1443095"/>
              <a:gd name="csX1626" fmla="*/ 462718 w 1443099"/>
              <a:gd name="csY1626" fmla="*/ 469938 h 1443095"/>
              <a:gd name="csX1627" fmla="*/ 460530 w 1443099"/>
              <a:gd name="csY1627" fmla="*/ 467472 h 1443095"/>
              <a:gd name="csX1628" fmla="*/ 458342 w 1443099"/>
              <a:gd name="csY1628" fmla="*/ 465006 h 1443095"/>
              <a:gd name="csX1629" fmla="*/ 456151 w 1443099"/>
              <a:gd name="csY1629" fmla="*/ 462540 h 1443095"/>
              <a:gd name="csX1630" fmla="*/ 453963 w 1443099"/>
              <a:gd name="csY1630" fmla="*/ 460071 h 1443095"/>
              <a:gd name="csX1631" fmla="*/ 451775 w 1443099"/>
              <a:gd name="csY1631" fmla="*/ 457605 h 1443095"/>
              <a:gd name="csX1632" fmla="*/ 449584 w 1443099"/>
              <a:gd name="csY1632" fmla="*/ 455139 h 1443095"/>
              <a:gd name="csX1633" fmla="*/ 447396 w 1443099"/>
              <a:gd name="csY1633" fmla="*/ 452673 h 1443095"/>
              <a:gd name="csX1634" fmla="*/ 445208 w 1443099"/>
              <a:gd name="csY1634" fmla="*/ 450204 h 1443095"/>
              <a:gd name="csX1635" fmla="*/ 443017 w 1443099"/>
              <a:gd name="csY1635" fmla="*/ 447738 h 1443095"/>
              <a:gd name="csX1636" fmla="*/ 440829 w 1443099"/>
              <a:gd name="csY1636" fmla="*/ 445272 h 1443095"/>
              <a:gd name="csX1637" fmla="*/ 438641 w 1443099"/>
              <a:gd name="csY1637" fmla="*/ 442806 h 1443095"/>
              <a:gd name="csX1638" fmla="*/ 436449 w 1443099"/>
              <a:gd name="csY1638" fmla="*/ 440337 h 1443095"/>
              <a:gd name="csX1639" fmla="*/ 434261 w 1443099"/>
              <a:gd name="csY1639" fmla="*/ 437871 h 1443095"/>
              <a:gd name="csX1640" fmla="*/ 432074 w 1443099"/>
              <a:gd name="csY1640" fmla="*/ 435406 h 1443095"/>
              <a:gd name="csX1641" fmla="*/ 429886 w 1443099"/>
              <a:gd name="csY1641" fmla="*/ 432936 h 1443095"/>
              <a:gd name="csX1642" fmla="*/ 427694 w 1443099"/>
              <a:gd name="csY1642" fmla="*/ 430470 h 1443095"/>
              <a:gd name="csX1643" fmla="*/ 425506 w 1443099"/>
              <a:gd name="csY1643" fmla="*/ 428005 h 1443095"/>
              <a:gd name="csX1644" fmla="*/ 423315 w 1443099"/>
              <a:gd name="csY1644" fmla="*/ 425539 h 1443095"/>
              <a:gd name="csX1645" fmla="*/ 421127 w 1443099"/>
              <a:gd name="csY1645" fmla="*/ 423073 h 1443095"/>
              <a:gd name="csX1646" fmla="*/ 418939 w 1443099"/>
              <a:gd name="csY1646" fmla="*/ 420604 h 1443095"/>
              <a:gd name="csX1647" fmla="*/ 416751 w 1443099"/>
              <a:gd name="csY1647" fmla="*/ 418138 h 1443095"/>
              <a:gd name="csX1648" fmla="*/ 414560 w 1443099"/>
              <a:gd name="csY1648" fmla="*/ 415672 h 1443095"/>
              <a:gd name="csX1649" fmla="*/ 412372 w 1443099"/>
              <a:gd name="csY1649" fmla="*/ 413203 h 1443095"/>
              <a:gd name="csX1650" fmla="*/ 410184 w 1443099"/>
              <a:gd name="csY1650" fmla="*/ 410737 h 1443095"/>
              <a:gd name="csX1651" fmla="*/ 407993 w 1443099"/>
              <a:gd name="csY1651" fmla="*/ 408271 h 1443095"/>
              <a:gd name="csX1652" fmla="*/ 405805 w 1443099"/>
              <a:gd name="csY1652" fmla="*/ 405805 h 1443095"/>
              <a:gd name="csX1653" fmla="*/ 408271 w 1443099"/>
              <a:gd name="csY1653" fmla="*/ 407993 h 1443095"/>
              <a:gd name="csX1654" fmla="*/ 410740 w 1443099"/>
              <a:gd name="csY1654" fmla="*/ 410181 h 1443095"/>
              <a:gd name="csX1655" fmla="*/ 413206 w 1443099"/>
              <a:gd name="csY1655" fmla="*/ 412372 h 1443095"/>
              <a:gd name="csX1656" fmla="*/ 415672 w 1443099"/>
              <a:gd name="csY1656" fmla="*/ 414560 h 1443095"/>
              <a:gd name="csX1657" fmla="*/ 418138 w 1443099"/>
              <a:gd name="csY1657" fmla="*/ 416748 h 1443095"/>
              <a:gd name="csX1658" fmla="*/ 420607 w 1443099"/>
              <a:gd name="csY1658" fmla="*/ 418936 h 1443095"/>
              <a:gd name="csX1659" fmla="*/ 423073 w 1443099"/>
              <a:gd name="csY1659" fmla="*/ 421127 h 1443095"/>
              <a:gd name="csX1660" fmla="*/ 425539 w 1443099"/>
              <a:gd name="csY1660" fmla="*/ 423315 h 1443095"/>
              <a:gd name="csX1661" fmla="*/ 428004 w 1443099"/>
              <a:gd name="csY1661" fmla="*/ 425503 h 1443095"/>
              <a:gd name="csX1662" fmla="*/ 430474 w 1443099"/>
              <a:gd name="csY1662" fmla="*/ 427694 h 1443095"/>
              <a:gd name="csX1663" fmla="*/ 432940 w 1443099"/>
              <a:gd name="csY1663" fmla="*/ 429882 h 1443095"/>
              <a:gd name="csX1664" fmla="*/ 435406 w 1443099"/>
              <a:gd name="csY1664" fmla="*/ 432070 h 1443095"/>
              <a:gd name="csX1665" fmla="*/ 437871 w 1443099"/>
              <a:gd name="csY1665" fmla="*/ 434261 h 1443095"/>
              <a:gd name="csX1666" fmla="*/ 440341 w 1443099"/>
              <a:gd name="csY1666" fmla="*/ 436449 h 1443095"/>
              <a:gd name="csX1667" fmla="*/ 442806 w 1443099"/>
              <a:gd name="csY1667" fmla="*/ 438637 h 1443095"/>
              <a:gd name="csX1668" fmla="*/ 445272 w 1443099"/>
              <a:gd name="csY1668" fmla="*/ 440829 h 1443095"/>
              <a:gd name="csX1669" fmla="*/ 447738 w 1443099"/>
              <a:gd name="csY1669" fmla="*/ 443017 h 1443095"/>
              <a:gd name="csX1670" fmla="*/ 450208 w 1443099"/>
              <a:gd name="csY1670" fmla="*/ 445204 h 1443095"/>
              <a:gd name="csX1671" fmla="*/ 452673 w 1443099"/>
              <a:gd name="csY1671" fmla="*/ 447396 h 1443095"/>
              <a:gd name="csX1672" fmla="*/ 455139 w 1443099"/>
              <a:gd name="csY1672" fmla="*/ 449584 h 1443095"/>
              <a:gd name="csX1673" fmla="*/ 457608 w 1443099"/>
              <a:gd name="csY1673" fmla="*/ 451772 h 1443095"/>
              <a:gd name="csX1674" fmla="*/ 460074 w 1443099"/>
              <a:gd name="csY1674" fmla="*/ 453963 h 1443095"/>
              <a:gd name="csX1675" fmla="*/ 462540 w 1443099"/>
              <a:gd name="csY1675" fmla="*/ 456151 h 1443095"/>
              <a:gd name="csX1676" fmla="*/ 465006 w 1443099"/>
              <a:gd name="csY1676" fmla="*/ 458339 h 1443095"/>
              <a:gd name="csX1677" fmla="*/ 467475 w 1443099"/>
              <a:gd name="csY1677" fmla="*/ 460530 h 1443095"/>
              <a:gd name="csX1678" fmla="*/ 469941 w 1443099"/>
              <a:gd name="csY1678" fmla="*/ 462718 h 1443095"/>
              <a:gd name="csX1679" fmla="*/ 472407 w 1443099"/>
              <a:gd name="csY1679" fmla="*/ 464906 h 1443095"/>
              <a:gd name="csX1680" fmla="*/ 474873 w 1443099"/>
              <a:gd name="csY1680" fmla="*/ 467094 h 1443095"/>
              <a:gd name="csX1681" fmla="*/ 477342 w 1443099"/>
              <a:gd name="csY1681" fmla="*/ 469285 h 1443095"/>
              <a:gd name="csX1682" fmla="*/ 479808 w 1443099"/>
              <a:gd name="csY1682" fmla="*/ 471473 h 1443095"/>
              <a:gd name="csX1683" fmla="*/ 482274 w 1443099"/>
              <a:gd name="csY1683" fmla="*/ 473661 h 1443095"/>
              <a:gd name="csX1684" fmla="*/ 484743 w 1443099"/>
              <a:gd name="csY1684" fmla="*/ 475852 h 1443095"/>
              <a:gd name="csX1685" fmla="*/ 487209 w 1443099"/>
              <a:gd name="csY1685" fmla="*/ 478040 h 1443095"/>
              <a:gd name="csX1686" fmla="*/ 489675 w 1443099"/>
              <a:gd name="csY1686" fmla="*/ 480228 h 1443095"/>
              <a:gd name="csX1687" fmla="*/ 492141 w 1443099"/>
              <a:gd name="csY1687" fmla="*/ 482419 h 1443095"/>
              <a:gd name="csX1688" fmla="*/ 494607 w 1443099"/>
              <a:gd name="csY1688" fmla="*/ 484607 h 1443095"/>
              <a:gd name="csX1689" fmla="*/ 497075 w 1443099"/>
              <a:gd name="csY1689" fmla="*/ 486795 h 1443095"/>
              <a:gd name="csX1690" fmla="*/ 499543 w 1443099"/>
              <a:gd name="csY1690" fmla="*/ 488986 h 1443095"/>
              <a:gd name="csX1691" fmla="*/ 502007 w 1443099"/>
              <a:gd name="csY1691" fmla="*/ 491174 h 1443095"/>
              <a:gd name="csX1692" fmla="*/ 504477 w 1443099"/>
              <a:gd name="csY1692" fmla="*/ 493362 h 1443095"/>
              <a:gd name="csX1693" fmla="*/ 506943 w 1443099"/>
              <a:gd name="csY1693" fmla="*/ 495554 h 1443095"/>
              <a:gd name="csX1694" fmla="*/ 509407 w 1443099"/>
              <a:gd name="csY1694" fmla="*/ 497742 h 1443095"/>
              <a:gd name="csX1695" fmla="*/ 511875 w 1443099"/>
              <a:gd name="csY1695" fmla="*/ 499930 h 1443095"/>
              <a:gd name="csX1696" fmla="*/ 514343 w 1443099"/>
              <a:gd name="csY1696" fmla="*/ 502118 h 1443095"/>
              <a:gd name="csX1697" fmla="*/ 516811 w 1443099"/>
              <a:gd name="csY1697" fmla="*/ 504309 h 1443095"/>
              <a:gd name="csX1698" fmla="*/ 519275 w 1443099"/>
              <a:gd name="csY1698" fmla="*/ 506497 h 1443095"/>
              <a:gd name="csX1699" fmla="*/ 521741 w 1443099"/>
              <a:gd name="csY1699" fmla="*/ 508688 h 1443095"/>
              <a:gd name="csX1700" fmla="*/ 524211 w 1443099"/>
              <a:gd name="csY1700" fmla="*/ 510876 h 1443095"/>
              <a:gd name="csX1701" fmla="*/ 526675 w 1443099"/>
              <a:gd name="csY1701" fmla="*/ 513064 h 1443095"/>
              <a:gd name="csX1702" fmla="*/ 529143 w 1443099"/>
              <a:gd name="csY1702" fmla="*/ 515252 h 1443095"/>
              <a:gd name="csX1703" fmla="*/ 531607 w 1443099"/>
              <a:gd name="csY1703" fmla="*/ 517443 h 1443095"/>
              <a:gd name="csX1704" fmla="*/ 534077 w 1443099"/>
              <a:gd name="csY1704" fmla="*/ 519631 h 1443095"/>
              <a:gd name="csX1705" fmla="*/ 536543 w 1443099"/>
              <a:gd name="csY1705" fmla="*/ 521819 h 1443095"/>
              <a:gd name="csX1706" fmla="*/ 539009 w 1443099"/>
              <a:gd name="csY1706" fmla="*/ 524010 h 1443095"/>
              <a:gd name="csX1707" fmla="*/ 541475 w 1443099"/>
              <a:gd name="csY1707" fmla="*/ 526198 h 1443095"/>
              <a:gd name="csX1708" fmla="*/ 543943 w 1443099"/>
              <a:gd name="csY1708" fmla="*/ 528386 h 1443095"/>
              <a:gd name="csX1709" fmla="*/ 546411 w 1443099"/>
              <a:gd name="csY1709" fmla="*/ 530577 h 1443095"/>
              <a:gd name="csX1710" fmla="*/ 548875 w 1443099"/>
              <a:gd name="csY1710" fmla="*/ 532765 h 1443095"/>
              <a:gd name="csX1711" fmla="*/ 551345 w 1443099"/>
              <a:gd name="csY1711" fmla="*/ 534953 h 1443095"/>
              <a:gd name="csX1712" fmla="*/ 553811 w 1443099"/>
              <a:gd name="csY1712" fmla="*/ 537144 h 1443095"/>
              <a:gd name="csX1713" fmla="*/ 556277 w 1443099"/>
              <a:gd name="csY1713" fmla="*/ 539332 h 1443095"/>
              <a:gd name="csX1714" fmla="*/ 558743 w 1443099"/>
              <a:gd name="csY1714" fmla="*/ 541520 h 1443095"/>
              <a:gd name="csX1715" fmla="*/ 561211 w 1443099"/>
              <a:gd name="csY1715" fmla="*/ 543712 h 1443095"/>
              <a:gd name="csX1716" fmla="*/ 563679 w 1443099"/>
              <a:gd name="csY1716" fmla="*/ 545900 h 1443095"/>
              <a:gd name="csX1717" fmla="*/ 566143 w 1443099"/>
              <a:gd name="csY1717" fmla="*/ 548087 h 1443095"/>
              <a:gd name="csX1718" fmla="*/ 568611 w 1443099"/>
              <a:gd name="csY1718" fmla="*/ 550275 h 1443095"/>
              <a:gd name="csX1719" fmla="*/ 571079 w 1443099"/>
              <a:gd name="csY1719" fmla="*/ 552467 h 1443095"/>
              <a:gd name="csX1720" fmla="*/ 573545 w 1443099"/>
              <a:gd name="csY1720" fmla="*/ 554655 h 1443095"/>
              <a:gd name="csX1721" fmla="*/ 576011 w 1443099"/>
              <a:gd name="csY1721" fmla="*/ 556843 h 1443095"/>
              <a:gd name="csX1722" fmla="*/ 578479 w 1443099"/>
              <a:gd name="csY1722" fmla="*/ 559034 h 1443095"/>
              <a:gd name="csX1723" fmla="*/ 580947 w 1443099"/>
              <a:gd name="csY1723" fmla="*/ 561222 h 1443095"/>
              <a:gd name="csX1724" fmla="*/ 583411 w 1443099"/>
              <a:gd name="csY1724" fmla="*/ 563410 h 1443095"/>
              <a:gd name="csX1725" fmla="*/ 585877 w 1443099"/>
              <a:gd name="csY1725" fmla="*/ 565601 h 1443095"/>
              <a:gd name="csX1726" fmla="*/ 588347 w 1443099"/>
              <a:gd name="csY1726" fmla="*/ 567789 h 1443095"/>
              <a:gd name="csX1727" fmla="*/ 590811 w 1443099"/>
              <a:gd name="csY1727" fmla="*/ 569977 h 1443095"/>
              <a:gd name="csX1728" fmla="*/ 593279 w 1443099"/>
              <a:gd name="csY1728" fmla="*/ 572168 h 1443095"/>
              <a:gd name="csX1729" fmla="*/ 595743 w 1443099"/>
              <a:gd name="csY1729" fmla="*/ 574356 h 1443095"/>
              <a:gd name="csX1730" fmla="*/ 598215 w 1443099"/>
              <a:gd name="csY1730" fmla="*/ 576544 h 1443095"/>
              <a:gd name="csX1731" fmla="*/ 600679 w 1443099"/>
              <a:gd name="csY1731" fmla="*/ 578735 h 1443095"/>
              <a:gd name="csX1732" fmla="*/ 603145 w 1443099"/>
              <a:gd name="csY1732" fmla="*/ 580923 h 1443095"/>
              <a:gd name="csX1733" fmla="*/ 605611 w 1443099"/>
              <a:gd name="csY1733" fmla="*/ 583111 h 1443095"/>
              <a:gd name="csX1734" fmla="*/ 608079 w 1443099"/>
              <a:gd name="csY1734" fmla="*/ 585302 h 1443095"/>
              <a:gd name="csX1735" fmla="*/ 610547 w 1443099"/>
              <a:gd name="csY1735" fmla="*/ 587490 h 1443095"/>
              <a:gd name="csX1736" fmla="*/ 613011 w 1443099"/>
              <a:gd name="csY1736" fmla="*/ 589678 h 1443095"/>
              <a:gd name="csX1737" fmla="*/ 615479 w 1443099"/>
              <a:gd name="csY1737" fmla="*/ 591869 h 1443095"/>
              <a:gd name="csX1738" fmla="*/ 617947 w 1443099"/>
              <a:gd name="csY1738" fmla="*/ 594057 h 1443095"/>
              <a:gd name="csX1739" fmla="*/ 620413 w 1443099"/>
              <a:gd name="csY1739" fmla="*/ 596245 h 1443095"/>
              <a:gd name="csX1740" fmla="*/ 622879 w 1443099"/>
              <a:gd name="csY1740" fmla="*/ 598433 h 1443095"/>
              <a:gd name="csX1741" fmla="*/ 625345 w 1443099"/>
              <a:gd name="csY1741" fmla="*/ 600624 h 1443095"/>
              <a:gd name="csX1742" fmla="*/ 627815 w 1443099"/>
              <a:gd name="csY1742" fmla="*/ 602812 h 1443095"/>
              <a:gd name="csX1743" fmla="*/ 630279 w 1443099"/>
              <a:gd name="csY1743" fmla="*/ 605000 h 1443095"/>
              <a:gd name="csX1744" fmla="*/ 632747 w 1443099"/>
              <a:gd name="csY1744" fmla="*/ 607192 h 1443095"/>
              <a:gd name="csX1745" fmla="*/ 635215 w 1443099"/>
              <a:gd name="csY1745" fmla="*/ 609380 h 1443095"/>
              <a:gd name="csX1746" fmla="*/ 637681 w 1443099"/>
              <a:gd name="csY1746" fmla="*/ 611568 h 1443095"/>
              <a:gd name="csX1747" fmla="*/ 640147 w 1443099"/>
              <a:gd name="csY1747" fmla="*/ 613759 h 1443095"/>
              <a:gd name="csX1748" fmla="*/ 642613 w 1443099"/>
              <a:gd name="csY1748" fmla="*/ 615947 h 1443095"/>
              <a:gd name="csX1749" fmla="*/ 645083 w 1443099"/>
              <a:gd name="csY1749" fmla="*/ 618135 h 1443095"/>
              <a:gd name="csX1750" fmla="*/ 647547 w 1443099"/>
              <a:gd name="csY1750" fmla="*/ 620326 h 1443095"/>
              <a:gd name="csX1751" fmla="*/ 650015 w 1443099"/>
              <a:gd name="csY1751" fmla="*/ 622514 h 1443095"/>
              <a:gd name="csX1752" fmla="*/ 652479 w 1443099"/>
              <a:gd name="csY1752" fmla="*/ 624702 h 1443095"/>
              <a:gd name="csX1753" fmla="*/ 654949 w 1443099"/>
              <a:gd name="csY1753" fmla="*/ 626893 h 1443095"/>
              <a:gd name="csX1754" fmla="*/ 657415 w 1443099"/>
              <a:gd name="csY1754" fmla="*/ 629081 h 1443095"/>
              <a:gd name="csX1755" fmla="*/ 659881 w 1443099"/>
              <a:gd name="csY1755" fmla="*/ 631269 h 1443095"/>
              <a:gd name="csX1756" fmla="*/ 662347 w 1443099"/>
              <a:gd name="csY1756" fmla="*/ 633460 h 1443095"/>
              <a:gd name="csX1757" fmla="*/ 664815 w 1443099"/>
              <a:gd name="csY1757" fmla="*/ 635648 h 1443095"/>
              <a:gd name="csX1758" fmla="*/ 667281 w 1443099"/>
              <a:gd name="csY1758" fmla="*/ 637836 h 1443095"/>
              <a:gd name="csX1759" fmla="*/ 669747 w 1443099"/>
              <a:gd name="csY1759" fmla="*/ 640027 h 1443095"/>
              <a:gd name="csX1760" fmla="*/ 672213 w 1443099"/>
              <a:gd name="csY1760" fmla="*/ 642215 h 1443095"/>
              <a:gd name="csX1761" fmla="*/ 674683 w 1443099"/>
              <a:gd name="csY1761" fmla="*/ 644403 h 1443095"/>
              <a:gd name="csX1762" fmla="*/ 677149 w 1443099"/>
              <a:gd name="csY1762" fmla="*/ 646591 h 1443095"/>
              <a:gd name="csX1763" fmla="*/ 679615 w 1443099"/>
              <a:gd name="csY1763" fmla="*/ 648782 h 1443095"/>
              <a:gd name="csX1764" fmla="*/ 682083 w 1443099"/>
              <a:gd name="csY1764" fmla="*/ 650970 h 1443095"/>
              <a:gd name="csX1765" fmla="*/ 682681 w 1443099"/>
              <a:gd name="csY1765" fmla="*/ 651501 h 1443095"/>
              <a:gd name="csX1766" fmla="*/ 682831 w 1443099"/>
              <a:gd name="csY1766" fmla="*/ 649005 h 1443095"/>
              <a:gd name="csX1767" fmla="*/ 683151 w 1443099"/>
              <a:gd name="csY1767" fmla="*/ 643686 h 1443095"/>
              <a:gd name="csX1768" fmla="*/ 683467 w 1443099"/>
              <a:gd name="csY1768" fmla="*/ 638366 h 1443095"/>
              <a:gd name="csX1769" fmla="*/ 683783 w 1443099"/>
              <a:gd name="csY1769" fmla="*/ 633046 h 1443095"/>
              <a:gd name="csX1770" fmla="*/ 684099 w 1443099"/>
              <a:gd name="csY1770" fmla="*/ 627727 h 1443095"/>
              <a:gd name="csX1771" fmla="*/ 684417 w 1443099"/>
              <a:gd name="csY1771" fmla="*/ 622407 h 1443095"/>
              <a:gd name="csX1772" fmla="*/ 684737 w 1443099"/>
              <a:gd name="csY1772" fmla="*/ 617088 h 1443095"/>
              <a:gd name="csX1773" fmla="*/ 685053 w 1443099"/>
              <a:gd name="csY1773" fmla="*/ 611768 h 1443095"/>
              <a:gd name="csX1774" fmla="*/ 685371 w 1443099"/>
              <a:gd name="csY1774" fmla="*/ 606448 h 1443095"/>
              <a:gd name="csX1775" fmla="*/ 685687 w 1443099"/>
              <a:gd name="csY1775" fmla="*/ 601129 h 1443095"/>
              <a:gd name="csX1776" fmla="*/ 686003 w 1443099"/>
              <a:gd name="csY1776" fmla="*/ 595809 h 1443095"/>
              <a:gd name="csX1777" fmla="*/ 686323 w 1443099"/>
              <a:gd name="csY1777" fmla="*/ 590489 h 1443095"/>
              <a:gd name="csX1778" fmla="*/ 686639 w 1443099"/>
              <a:gd name="csY1778" fmla="*/ 585170 h 1443095"/>
              <a:gd name="csX1779" fmla="*/ 686957 w 1443099"/>
              <a:gd name="csY1779" fmla="*/ 579850 h 1443095"/>
              <a:gd name="csX1780" fmla="*/ 687275 w 1443099"/>
              <a:gd name="csY1780" fmla="*/ 574530 h 1443095"/>
              <a:gd name="csX1781" fmla="*/ 687591 w 1443099"/>
              <a:gd name="csY1781" fmla="*/ 569211 h 1443095"/>
              <a:gd name="csX1782" fmla="*/ 687911 w 1443099"/>
              <a:gd name="csY1782" fmla="*/ 563891 h 1443095"/>
              <a:gd name="csX1783" fmla="*/ 688227 w 1443099"/>
              <a:gd name="csY1783" fmla="*/ 558572 h 1443095"/>
              <a:gd name="csX1784" fmla="*/ 688543 w 1443099"/>
              <a:gd name="csY1784" fmla="*/ 553252 h 1443095"/>
              <a:gd name="csX1785" fmla="*/ 688861 w 1443099"/>
              <a:gd name="csY1785" fmla="*/ 547932 h 1443095"/>
              <a:gd name="csX1786" fmla="*/ 689177 w 1443099"/>
              <a:gd name="csY1786" fmla="*/ 542609 h 1443095"/>
              <a:gd name="csX1787" fmla="*/ 689495 w 1443099"/>
              <a:gd name="csY1787" fmla="*/ 537290 h 1443095"/>
              <a:gd name="csX1788" fmla="*/ 689815 w 1443099"/>
              <a:gd name="csY1788" fmla="*/ 531970 h 1443095"/>
              <a:gd name="csX1789" fmla="*/ 690131 w 1443099"/>
              <a:gd name="csY1789" fmla="*/ 526651 h 1443095"/>
              <a:gd name="csX1790" fmla="*/ 690447 w 1443099"/>
              <a:gd name="csY1790" fmla="*/ 521331 h 1443095"/>
              <a:gd name="csX1791" fmla="*/ 690763 w 1443099"/>
              <a:gd name="csY1791" fmla="*/ 516011 h 1443095"/>
              <a:gd name="csX1792" fmla="*/ 691081 w 1443099"/>
              <a:gd name="csY1792" fmla="*/ 510692 h 1443095"/>
              <a:gd name="csX1793" fmla="*/ 691401 w 1443099"/>
              <a:gd name="csY1793" fmla="*/ 505372 h 1443095"/>
              <a:gd name="csX1794" fmla="*/ 691719 w 1443099"/>
              <a:gd name="csY1794" fmla="*/ 500052 h 1443095"/>
              <a:gd name="csX1795" fmla="*/ 692035 w 1443099"/>
              <a:gd name="csY1795" fmla="*/ 494733 h 1443095"/>
              <a:gd name="csX1796" fmla="*/ 692351 w 1443099"/>
              <a:gd name="csY1796" fmla="*/ 489413 h 1443095"/>
              <a:gd name="csX1797" fmla="*/ 692671 w 1443099"/>
              <a:gd name="csY1797" fmla="*/ 484093 h 1443095"/>
              <a:gd name="csX1798" fmla="*/ 692987 w 1443099"/>
              <a:gd name="csY1798" fmla="*/ 478774 h 1443095"/>
              <a:gd name="csX1799" fmla="*/ 693303 w 1443099"/>
              <a:gd name="csY1799" fmla="*/ 473454 h 1443095"/>
              <a:gd name="csX1800" fmla="*/ 693621 w 1443099"/>
              <a:gd name="csY1800" fmla="*/ 468134 h 1443095"/>
              <a:gd name="csX1801" fmla="*/ 693939 w 1443099"/>
              <a:gd name="csY1801" fmla="*/ 462815 h 1443095"/>
              <a:gd name="csX1802" fmla="*/ 694255 w 1443099"/>
              <a:gd name="csY1802" fmla="*/ 457495 h 1443095"/>
              <a:gd name="csX1803" fmla="*/ 694575 w 1443099"/>
              <a:gd name="csY1803" fmla="*/ 452176 h 1443095"/>
              <a:gd name="csX1804" fmla="*/ 694891 w 1443099"/>
              <a:gd name="csY1804" fmla="*/ 446856 h 1443095"/>
              <a:gd name="csX1805" fmla="*/ 695207 w 1443099"/>
              <a:gd name="csY1805" fmla="*/ 441536 h 1443095"/>
              <a:gd name="csX1806" fmla="*/ 695525 w 1443099"/>
              <a:gd name="csY1806" fmla="*/ 436217 h 1443095"/>
              <a:gd name="csX1807" fmla="*/ 695841 w 1443099"/>
              <a:gd name="csY1807" fmla="*/ 430897 h 1443095"/>
              <a:gd name="csX1808" fmla="*/ 696161 w 1443099"/>
              <a:gd name="csY1808" fmla="*/ 425577 h 1443095"/>
              <a:gd name="csX1809" fmla="*/ 696479 w 1443099"/>
              <a:gd name="csY1809" fmla="*/ 420258 h 1443095"/>
              <a:gd name="csX1810" fmla="*/ 696795 w 1443099"/>
              <a:gd name="csY1810" fmla="*/ 414938 h 1443095"/>
              <a:gd name="csX1811" fmla="*/ 697111 w 1443099"/>
              <a:gd name="csY1811" fmla="*/ 409618 h 1443095"/>
              <a:gd name="csX1812" fmla="*/ 697427 w 1443099"/>
              <a:gd name="csY1812" fmla="*/ 404299 h 1443095"/>
              <a:gd name="csX1813" fmla="*/ 697747 w 1443099"/>
              <a:gd name="csY1813" fmla="*/ 398979 h 1443095"/>
              <a:gd name="csX1814" fmla="*/ 698065 w 1443099"/>
              <a:gd name="csY1814" fmla="*/ 393660 h 1443095"/>
              <a:gd name="csX1815" fmla="*/ 698383 w 1443099"/>
              <a:gd name="csY1815" fmla="*/ 388340 h 1443095"/>
              <a:gd name="csX1816" fmla="*/ 698699 w 1443099"/>
              <a:gd name="csY1816" fmla="*/ 383020 h 1443095"/>
              <a:gd name="csX1817" fmla="*/ 699015 w 1443099"/>
              <a:gd name="csY1817" fmla="*/ 377701 h 1443095"/>
              <a:gd name="csX1818" fmla="*/ 699331 w 1443099"/>
              <a:gd name="csY1818" fmla="*/ 372381 h 1443095"/>
              <a:gd name="csX1819" fmla="*/ 699651 w 1443099"/>
              <a:gd name="csY1819" fmla="*/ 367061 h 1443095"/>
              <a:gd name="csX1820" fmla="*/ 699967 w 1443099"/>
              <a:gd name="csY1820" fmla="*/ 361742 h 1443095"/>
              <a:gd name="csX1821" fmla="*/ 700285 w 1443099"/>
              <a:gd name="csY1821" fmla="*/ 356422 h 1443095"/>
              <a:gd name="csX1822" fmla="*/ 700603 w 1443099"/>
              <a:gd name="csY1822" fmla="*/ 351102 h 1443095"/>
              <a:gd name="csX1823" fmla="*/ 700923 w 1443099"/>
              <a:gd name="csY1823" fmla="*/ 345783 h 1443095"/>
              <a:gd name="csX1824" fmla="*/ 701239 w 1443099"/>
              <a:gd name="csY1824" fmla="*/ 340463 h 1443095"/>
              <a:gd name="csX1825" fmla="*/ 701555 w 1443099"/>
              <a:gd name="csY1825" fmla="*/ 335144 h 1443095"/>
              <a:gd name="csX1826" fmla="*/ 701871 w 1443099"/>
              <a:gd name="csY1826" fmla="*/ 329824 h 1443095"/>
              <a:gd name="csX1827" fmla="*/ 702189 w 1443099"/>
              <a:gd name="csY1827" fmla="*/ 324501 h 1443095"/>
              <a:gd name="csX1828" fmla="*/ 702507 w 1443099"/>
              <a:gd name="csY1828" fmla="*/ 319181 h 1443095"/>
              <a:gd name="csX1829" fmla="*/ 702827 w 1443099"/>
              <a:gd name="csY1829" fmla="*/ 313862 h 1443095"/>
              <a:gd name="csX1830" fmla="*/ 703143 w 1443099"/>
              <a:gd name="csY1830" fmla="*/ 308542 h 1443095"/>
              <a:gd name="csX1831" fmla="*/ 703459 w 1443099"/>
              <a:gd name="csY1831" fmla="*/ 303223 h 1443095"/>
              <a:gd name="csX1832" fmla="*/ 703775 w 1443099"/>
              <a:gd name="csY1832" fmla="*/ 297903 h 1443095"/>
              <a:gd name="csX1833" fmla="*/ 704091 w 1443099"/>
              <a:gd name="csY1833" fmla="*/ 292583 h 1443095"/>
              <a:gd name="csX1834" fmla="*/ 704411 w 1443099"/>
              <a:gd name="csY1834" fmla="*/ 287264 h 1443095"/>
              <a:gd name="csX1835" fmla="*/ 704729 w 1443099"/>
              <a:gd name="csY1835" fmla="*/ 281944 h 1443095"/>
              <a:gd name="csX1836" fmla="*/ 705047 w 1443099"/>
              <a:gd name="csY1836" fmla="*/ 276624 h 1443095"/>
              <a:gd name="csX1837" fmla="*/ 705363 w 1443099"/>
              <a:gd name="csY1837" fmla="*/ 271305 h 1443095"/>
              <a:gd name="csX1838" fmla="*/ 705679 w 1443099"/>
              <a:gd name="csY1838" fmla="*/ 265985 h 1443095"/>
              <a:gd name="csX1839" fmla="*/ 705999 w 1443099"/>
              <a:gd name="csY1839" fmla="*/ 260665 h 1443095"/>
              <a:gd name="csX1840" fmla="*/ 706315 w 1443099"/>
              <a:gd name="csY1840" fmla="*/ 255346 h 1443095"/>
              <a:gd name="csX1841" fmla="*/ 706633 w 1443099"/>
              <a:gd name="csY1841" fmla="*/ 250026 h 1443095"/>
              <a:gd name="csX1842" fmla="*/ 706949 w 1443099"/>
              <a:gd name="csY1842" fmla="*/ 244706 h 1443095"/>
              <a:gd name="csX1843" fmla="*/ 707267 w 1443099"/>
              <a:gd name="csY1843" fmla="*/ 239387 h 1443095"/>
              <a:gd name="csX1844" fmla="*/ 707587 w 1443099"/>
              <a:gd name="csY1844" fmla="*/ 234067 h 1443095"/>
              <a:gd name="csX1845" fmla="*/ 707903 w 1443099"/>
              <a:gd name="csY1845" fmla="*/ 228748 h 1443095"/>
              <a:gd name="csX1846" fmla="*/ 708219 w 1443099"/>
              <a:gd name="csY1846" fmla="*/ 223428 h 1443095"/>
              <a:gd name="csX1847" fmla="*/ 708535 w 1443099"/>
              <a:gd name="csY1847" fmla="*/ 218108 h 1443095"/>
              <a:gd name="csX1848" fmla="*/ 708853 w 1443099"/>
              <a:gd name="csY1848" fmla="*/ 212789 h 1443095"/>
              <a:gd name="csX1849" fmla="*/ 709173 w 1443099"/>
              <a:gd name="csY1849" fmla="*/ 207469 h 1443095"/>
              <a:gd name="csX1850" fmla="*/ 709491 w 1443099"/>
              <a:gd name="csY1850" fmla="*/ 202149 h 1443095"/>
              <a:gd name="csX1851" fmla="*/ 709807 w 1443099"/>
              <a:gd name="csY1851" fmla="*/ 196830 h 1443095"/>
              <a:gd name="csX1852" fmla="*/ 710123 w 1443099"/>
              <a:gd name="csY1852" fmla="*/ 191510 h 1443095"/>
              <a:gd name="csX1853" fmla="*/ 710439 w 1443099"/>
              <a:gd name="csY1853" fmla="*/ 186191 h 1443095"/>
              <a:gd name="csX1854" fmla="*/ 710755 w 1443099"/>
              <a:gd name="csY1854" fmla="*/ 180871 h 1443095"/>
              <a:gd name="csX1855" fmla="*/ 711075 w 1443099"/>
              <a:gd name="csY1855" fmla="*/ 175551 h 1443095"/>
              <a:gd name="csX1856" fmla="*/ 711393 w 1443099"/>
              <a:gd name="csY1856" fmla="*/ 170232 h 1443095"/>
              <a:gd name="csX1857" fmla="*/ 711711 w 1443099"/>
              <a:gd name="csY1857" fmla="*/ 164912 h 1443095"/>
              <a:gd name="csX1858" fmla="*/ 712027 w 1443099"/>
              <a:gd name="csY1858" fmla="*/ 159592 h 1443095"/>
              <a:gd name="csX1859" fmla="*/ 712343 w 1443099"/>
              <a:gd name="csY1859" fmla="*/ 154273 h 1443095"/>
              <a:gd name="csX1860" fmla="*/ 712663 w 1443099"/>
              <a:gd name="csY1860" fmla="*/ 148953 h 1443095"/>
              <a:gd name="csX1861" fmla="*/ 712979 w 1443099"/>
              <a:gd name="csY1861" fmla="*/ 143633 h 1443095"/>
              <a:gd name="csX1862" fmla="*/ 713297 w 1443099"/>
              <a:gd name="csY1862" fmla="*/ 138314 h 1443095"/>
              <a:gd name="csX1863" fmla="*/ 713613 w 1443099"/>
              <a:gd name="csY1863" fmla="*/ 132991 h 1443095"/>
              <a:gd name="csX1864" fmla="*/ 713933 w 1443099"/>
              <a:gd name="csY1864" fmla="*/ 127674 h 1443095"/>
              <a:gd name="csX1865" fmla="*/ 714251 w 1443099"/>
              <a:gd name="csY1865" fmla="*/ 122355 h 1443095"/>
              <a:gd name="csX1866" fmla="*/ 714567 w 1443099"/>
              <a:gd name="csY1866" fmla="*/ 117035 h 1443095"/>
              <a:gd name="csX1867" fmla="*/ 714883 w 1443099"/>
              <a:gd name="csY1867" fmla="*/ 111712 h 1443095"/>
              <a:gd name="csX1868" fmla="*/ 715199 w 1443099"/>
              <a:gd name="csY1868" fmla="*/ 106393 h 1443095"/>
              <a:gd name="csX1869" fmla="*/ 715517 w 1443099"/>
              <a:gd name="csY1869" fmla="*/ 101073 h 1443095"/>
              <a:gd name="csX1870" fmla="*/ 715837 w 1443099"/>
              <a:gd name="csY1870" fmla="*/ 95753 h 1443095"/>
              <a:gd name="csX1871" fmla="*/ 716155 w 1443099"/>
              <a:gd name="csY1871" fmla="*/ 90434 h 1443095"/>
              <a:gd name="csX1872" fmla="*/ 716471 w 1443099"/>
              <a:gd name="csY1872" fmla="*/ 85114 h 1443095"/>
              <a:gd name="csX1873" fmla="*/ 716787 w 1443099"/>
              <a:gd name="csY1873" fmla="*/ 79795 h 1443095"/>
              <a:gd name="csX1874" fmla="*/ 717103 w 1443099"/>
              <a:gd name="csY1874" fmla="*/ 74475 h 1443095"/>
              <a:gd name="csX1875" fmla="*/ 717423 w 1443099"/>
              <a:gd name="csY1875" fmla="*/ 69155 h 1443095"/>
              <a:gd name="csX1876" fmla="*/ 717739 w 1443099"/>
              <a:gd name="csY1876" fmla="*/ 63836 h 1443095"/>
              <a:gd name="csX1877" fmla="*/ 718057 w 1443099"/>
              <a:gd name="csY1877" fmla="*/ 58516 h 1443095"/>
              <a:gd name="csX1878" fmla="*/ 718375 w 1443099"/>
              <a:gd name="csY1878" fmla="*/ 53196 h 1443095"/>
              <a:gd name="csX1879" fmla="*/ 718691 w 1443099"/>
              <a:gd name="csY1879" fmla="*/ 47877 h 1443095"/>
              <a:gd name="csX1880" fmla="*/ 719011 w 1443099"/>
              <a:gd name="csY1880" fmla="*/ 42557 h 1443095"/>
              <a:gd name="csX1881" fmla="*/ 719327 w 1443099"/>
              <a:gd name="csY1881" fmla="*/ 37237 h 1443095"/>
              <a:gd name="csX1882" fmla="*/ 719643 w 1443099"/>
              <a:gd name="csY1882" fmla="*/ 31918 h 1443095"/>
              <a:gd name="csX1883" fmla="*/ 719961 w 1443099"/>
              <a:gd name="csY1883" fmla="*/ 26598 h 1443095"/>
              <a:gd name="csX1884" fmla="*/ 720279 w 1443099"/>
              <a:gd name="csY1884" fmla="*/ 21279 h 1443095"/>
              <a:gd name="csX1885" fmla="*/ 720599 w 1443099"/>
              <a:gd name="csY1885" fmla="*/ 15959 h 1443095"/>
              <a:gd name="csX1886" fmla="*/ 720915 w 1443099"/>
              <a:gd name="csY1886" fmla="*/ 10639 h 1443095"/>
              <a:gd name="csX1887" fmla="*/ 721231 w 1443099"/>
              <a:gd name="csY1887" fmla="*/ 5320 h 14430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  <a:cxn ang="0">
                <a:pos x="csX1000" y="csY1000"/>
              </a:cxn>
              <a:cxn ang="0">
                <a:pos x="csX1001" y="csY1001"/>
              </a:cxn>
              <a:cxn ang="0">
                <a:pos x="csX1002" y="csY1002"/>
              </a:cxn>
              <a:cxn ang="0">
                <a:pos x="csX1003" y="csY1003"/>
              </a:cxn>
              <a:cxn ang="0">
                <a:pos x="csX1004" y="csY1004"/>
              </a:cxn>
              <a:cxn ang="0">
                <a:pos x="csX1005" y="csY1005"/>
              </a:cxn>
              <a:cxn ang="0">
                <a:pos x="csX1006" y="csY1006"/>
              </a:cxn>
              <a:cxn ang="0">
                <a:pos x="csX1007" y="csY1007"/>
              </a:cxn>
              <a:cxn ang="0">
                <a:pos x="csX1008" y="csY1008"/>
              </a:cxn>
              <a:cxn ang="0">
                <a:pos x="csX1009" y="csY1009"/>
              </a:cxn>
              <a:cxn ang="0">
                <a:pos x="csX1010" y="csY1010"/>
              </a:cxn>
              <a:cxn ang="0">
                <a:pos x="csX1011" y="csY1011"/>
              </a:cxn>
              <a:cxn ang="0">
                <a:pos x="csX1012" y="csY1012"/>
              </a:cxn>
              <a:cxn ang="0">
                <a:pos x="csX1013" y="csY1013"/>
              </a:cxn>
              <a:cxn ang="0">
                <a:pos x="csX1014" y="csY1014"/>
              </a:cxn>
              <a:cxn ang="0">
                <a:pos x="csX1015" y="csY1015"/>
              </a:cxn>
              <a:cxn ang="0">
                <a:pos x="csX1016" y="csY1016"/>
              </a:cxn>
              <a:cxn ang="0">
                <a:pos x="csX1017" y="csY1017"/>
              </a:cxn>
              <a:cxn ang="0">
                <a:pos x="csX1018" y="csY1018"/>
              </a:cxn>
              <a:cxn ang="0">
                <a:pos x="csX1019" y="csY1019"/>
              </a:cxn>
              <a:cxn ang="0">
                <a:pos x="csX1020" y="csY1020"/>
              </a:cxn>
              <a:cxn ang="0">
                <a:pos x="csX1021" y="csY1021"/>
              </a:cxn>
              <a:cxn ang="0">
                <a:pos x="csX1022" y="csY1022"/>
              </a:cxn>
              <a:cxn ang="0">
                <a:pos x="csX1023" y="csY1023"/>
              </a:cxn>
              <a:cxn ang="0">
                <a:pos x="csX1024" y="csY1024"/>
              </a:cxn>
              <a:cxn ang="0">
                <a:pos x="csX1025" y="csY1025"/>
              </a:cxn>
              <a:cxn ang="0">
                <a:pos x="csX1026" y="csY1026"/>
              </a:cxn>
              <a:cxn ang="0">
                <a:pos x="csX1027" y="csY1027"/>
              </a:cxn>
              <a:cxn ang="0">
                <a:pos x="csX1028" y="csY1028"/>
              </a:cxn>
              <a:cxn ang="0">
                <a:pos x="csX1029" y="csY1029"/>
              </a:cxn>
              <a:cxn ang="0">
                <a:pos x="csX1030" y="csY1030"/>
              </a:cxn>
              <a:cxn ang="0">
                <a:pos x="csX1031" y="csY1031"/>
              </a:cxn>
              <a:cxn ang="0">
                <a:pos x="csX1032" y="csY1032"/>
              </a:cxn>
              <a:cxn ang="0">
                <a:pos x="csX1033" y="csY1033"/>
              </a:cxn>
              <a:cxn ang="0">
                <a:pos x="csX1034" y="csY1034"/>
              </a:cxn>
              <a:cxn ang="0">
                <a:pos x="csX1035" y="csY1035"/>
              </a:cxn>
              <a:cxn ang="0">
                <a:pos x="csX1036" y="csY1036"/>
              </a:cxn>
              <a:cxn ang="0">
                <a:pos x="csX1037" y="csY1037"/>
              </a:cxn>
              <a:cxn ang="0">
                <a:pos x="csX1038" y="csY1038"/>
              </a:cxn>
              <a:cxn ang="0">
                <a:pos x="csX1039" y="csY1039"/>
              </a:cxn>
              <a:cxn ang="0">
                <a:pos x="csX1040" y="csY1040"/>
              </a:cxn>
              <a:cxn ang="0">
                <a:pos x="csX1041" y="csY1041"/>
              </a:cxn>
              <a:cxn ang="0">
                <a:pos x="csX1042" y="csY1042"/>
              </a:cxn>
              <a:cxn ang="0">
                <a:pos x="csX1043" y="csY1043"/>
              </a:cxn>
              <a:cxn ang="0">
                <a:pos x="csX1044" y="csY1044"/>
              </a:cxn>
              <a:cxn ang="0">
                <a:pos x="csX1045" y="csY1045"/>
              </a:cxn>
              <a:cxn ang="0">
                <a:pos x="csX1046" y="csY1046"/>
              </a:cxn>
              <a:cxn ang="0">
                <a:pos x="csX1047" y="csY1047"/>
              </a:cxn>
              <a:cxn ang="0">
                <a:pos x="csX1048" y="csY1048"/>
              </a:cxn>
              <a:cxn ang="0">
                <a:pos x="csX1049" y="csY1049"/>
              </a:cxn>
              <a:cxn ang="0">
                <a:pos x="csX1050" y="csY1050"/>
              </a:cxn>
              <a:cxn ang="0">
                <a:pos x="csX1051" y="csY1051"/>
              </a:cxn>
              <a:cxn ang="0">
                <a:pos x="csX1052" y="csY1052"/>
              </a:cxn>
              <a:cxn ang="0">
                <a:pos x="csX1053" y="csY1053"/>
              </a:cxn>
              <a:cxn ang="0">
                <a:pos x="csX1054" y="csY1054"/>
              </a:cxn>
              <a:cxn ang="0">
                <a:pos x="csX1055" y="csY1055"/>
              </a:cxn>
              <a:cxn ang="0">
                <a:pos x="csX1056" y="csY1056"/>
              </a:cxn>
              <a:cxn ang="0">
                <a:pos x="csX1057" y="csY1057"/>
              </a:cxn>
              <a:cxn ang="0">
                <a:pos x="csX1058" y="csY1058"/>
              </a:cxn>
              <a:cxn ang="0">
                <a:pos x="csX1059" y="csY1059"/>
              </a:cxn>
              <a:cxn ang="0">
                <a:pos x="csX1060" y="csY1060"/>
              </a:cxn>
              <a:cxn ang="0">
                <a:pos x="csX1061" y="csY1061"/>
              </a:cxn>
              <a:cxn ang="0">
                <a:pos x="csX1062" y="csY1062"/>
              </a:cxn>
              <a:cxn ang="0">
                <a:pos x="csX1063" y="csY1063"/>
              </a:cxn>
              <a:cxn ang="0">
                <a:pos x="csX1064" y="csY1064"/>
              </a:cxn>
              <a:cxn ang="0">
                <a:pos x="csX1065" y="csY1065"/>
              </a:cxn>
              <a:cxn ang="0">
                <a:pos x="csX1066" y="csY1066"/>
              </a:cxn>
              <a:cxn ang="0">
                <a:pos x="csX1067" y="csY1067"/>
              </a:cxn>
              <a:cxn ang="0">
                <a:pos x="csX1068" y="csY1068"/>
              </a:cxn>
              <a:cxn ang="0">
                <a:pos x="csX1069" y="csY1069"/>
              </a:cxn>
              <a:cxn ang="0">
                <a:pos x="csX1070" y="csY1070"/>
              </a:cxn>
              <a:cxn ang="0">
                <a:pos x="csX1071" y="csY1071"/>
              </a:cxn>
              <a:cxn ang="0">
                <a:pos x="csX1072" y="csY1072"/>
              </a:cxn>
              <a:cxn ang="0">
                <a:pos x="csX1073" y="csY1073"/>
              </a:cxn>
              <a:cxn ang="0">
                <a:pos x="csX1074" y="csY1074"/>
              </a:cxn>
              <a:cxn ang="0">
                <a:pos x="csX1075" y="csY1075"/>
              </a:cxn>
              <a:cxn ang="0">
                <a:pos x="csX1076" y="csY1076"/>
              </a:cxn>
              <a:cxn ang="0">
                <a:pos x="csX1077" y="csY1077"/>
              </a:cxn>
              <a:cxn ang="0">
                <a:pos x="csX1078" y="csY1078"/>
              </a:cxn>
              <a:cxn ang="0">
                <a:pos x="csX1079" y="csY1079"/>
              </a:cxn>
              <a:cxn ang="0">
                <a:pos x="csX1080" y="csY1080"/>
              </a:cxn>
              <a:cxn ang="0">
                <a:pos x="csX1081" y="csY1081"/>
              </a:cxn>
              <a:cxn ang="0">
                <a:pos x="csX1082" y="csY1082"/>
              </a:cxn>
              <a:cxn ang="0">
                <a:pos x="csX1083" y="csY1083"/>
              </a:cxn>
              <a:cxn ang="0">
                <a:pos x="csX1084" y="csY1084"/>
              </a:cxn>
              <a:cxn ang="0">
                <a:pos x="csX1085" y="csY1085"/>
              </a:cxn>
              <a:cxn ang="0">
                <a:pos x="csX1086" y="csY1086"/>
              </a:cxn>
              <a:cxn ang="0">
                <a:pos x="csX1087" y="csY1087"/>
              </a:cxn>
              <a:cxn ang="0">
                <a:pos x="csX1088" y="csY1088"/>
              </a:cxn>
              <a:cxn ang="0">
                <a:pos x="csX1089" y="csY1089"/>
              </a:cxn>
              <a:cxn ang="0">
                <a:pos x="csX1090" y="csY1090"/>
              </a:cxn>
              <a:cxn ang="0">
                <a:pos x="csX1091" y="csY1091"/>
              </a:cxn>
              <a:cxn ang="0">
                <a:pos x="csX1092" y="csY1092"/>
              </a:cxn>
              <a:cxn ang="0">
                <a:pos x="csX1093" y="csY1093"/>
              </a:cxn>
              <a:cxn ang="0">
                <a:pos x="csX1094" y="csY1094"/>
              </a:cxn>
              <a:cxn ang="0">
                <a:pos x="csX1095" y="csY1095"/>
              </a:cxn>
              <a:cxn ang="0">
                <a:pos x="csX1096" y="csY1096"/>
              </a:cxn>
              <a:cxn ang="0">
                <a:pos x="csX1097" y="csY1097"/>
              </a:cxn>
              <a:cxn ang="0">
                <a:pos x="csX1098" y="csY1098"/>
              </a:cxn>
              <a:cxn ang="0">
                <a:pos x="csX1099" y="csY1099"/>
              </a:cxn>
              <a:cxn ang="0">
                <a:pos x="csX1100" y="csY1100"/>
              </a:cxn>
              <a:cxn ang="0">
                <a:pos x="csX1101" y="csY1101"/>
              </a:cxn>
              <a:cxn ang="0">
                <a:pos x="csX1102" y="csY1102"/>
              </a:cxn>
              <a:cxn ang="0">
                <a:pos x="csX1103" y="csY1103"/>
              </a:cxn>
              <a:cxn ang="0">
                <a:pos x="csX1104" y="csY1104"/>
              </a:cxn>
              <a:cxn ang="0">
                <a:pos x="csX1105" y="csY1105"/>
              </a:cxn>
              <a:cxn ang="0">
                <a:pos x="csX1106" y="csY1106"/>
              </a:cxn>
              <a:cxn ang="0">
                <a:pos x="csX1107" y="csY1107"/>
              </a:cxn>
              <a:cxn ang="0">
                <a:pos x="csX1108" y="csY1108"/>
              </a:cxn>
              <a:cxn ang="0">
                <a:pos x="csX1109" y="csY1109"/>
              </a:cxn>
              <a:cxn ang="0">
                <a:pos x="csX1110" y="csY1110"/>
              </a:cxn>
              <a:cxn ang="0">
                <a:pos x="csX1111" y="csY1111"/>
              </a:cxn>
              <a:cxn ang="0">
                <a:pos x="csX1112" y="csY1112"/>
              </a:cxn>
              <a:cxn ang="0">
                <a:pos x="csX1113" y="csY1113"/>
              </a:cxn>
              <a:cxn ang="0">
                <a:pos x="csX1114" y="csY1114"/>
              </a:cxn>
              <a:cxn ang="0">
                <a:pos x="csX1115" y="csY1115"/>
              </a:cxn>
              <a:cxn ang="0">
                <a:pos x="csX1116" y="csY1116"/>
              </a:cxn>
              <a:cxn ang="0">
                <a:pos x="csX1117" y="csY1117"/>
              </a:cxn>
              <a:cxn ang="0">
                <a:pos x="csX1118" y="csY1118"/>
              </a:cxn>
              <a:cxn ang="0">
                <a:pos x="csX1119" y="csY1119"/>
              </a:cxn>
              <a:cxn ang="0">
                <a:pos x="csX1120" y="csY1120"/>
              </a:cxn>
              <a:cxn ang="0">
                <a:pos x="csX1121" y="csY1121"/>
              </a:cxn>
              <a:cxn ang="0">
                <a:pos x="csX1122" y="csY1122"/>
              </a:cxn>
              <a:cxn ang="0">
                <a:pos x="csX1123" y="csY1123"/>
              </a:cxn>
              <a:cxn ang="0">
                <a:pos x="csX1124" y="csY1124"/>
              </a:cxn>
              <a:cxn ang="0">
                <a:pos x="csX1125" y="csY1125"/>
              </a:cxn>
              <a:cxn ang="0">
                <a:pos x="csX1126" y="csY1126"/>
              </a:cxn>
              <a:cxn ang="0">
                <a:pos x="csX1127" y="csY1127"/>
              </a:cxn>
              <a:cxn ang="0">
                <a:pos x="csX1128" y="csY1128"/>
              </a:cxn>
              <a:cxn ang="0">
                <a:pos x="csX1129" y="csY1129"/>
              </a:cxn>
              <a:cxn ang="0">
                <a:pos x="csX1130" y="csY1130"/>
              </a:cxn>
              <a:cxn ang="0">
                <a:pos x="csX1131" y="csY1131"/>
              </a:cxn>
              <a:cxn ang="0">
                <a:pos x="csX1132" y="csY1132"/>
              </a:cxn>
              <a:cxn ang="0">
                <a:pos x="csX1133" y="csY1133"/>
              </a:cxn>
              <a:cxn ang="0">
                <a:pos x="csX1134" y="csY1134"/>
              </a:cxn>
              <a:cxn ang="0">
                <a:pos x="csX1135" y="csY1135"/>
              </a:cxn>
              <a:cxn ang="0">
                <a:pos x="csX1136" y="csY1136"/>
              </a:cxn>
              <a:cxn ang="0">
                <a:pos x="csX1137" y="csY1137"/>
              </a:cxn>
              <a:cxn ang="0">
                <a:pos x="csX1138" y="csY1138"/>
              </a:cxn>
              <a:cxn ang="0">
                <a:pos x="csX1139" y="csY1139"/>
              </a:cxn>
              <a:cxn ang="0">
                <a:pos x="csX1140" y="csY1140"/>
              </a:cxn>
              <a:cxn ang="0">
                <a:pos x="csX1141" y="csY1141"/>
              </a:cxn>
              <a:cxn ang="0">
                <a:pos x="csX1142" y="csY1142"/>
              </a:cxn>
              <a:cxn ang="0">
                <a:pos x="csX1143" y="csY1143"/>
              </a:cxn>
              <a:cxn ang="0">
                <a:pos x="csX1144" y="csY1144"/>
              </a:cxn>
              <a:cxn ang="0">
                <a:pos x="csX1145" y="csY1145"/>
              </a:cxn>
              <a:cxn ang="0">
                <a:pos x="csX1146" y="csY1146"/>
              </a:cxn>
              <a:cxn ang="0">
                <a:pos x="csX1147" y="csY1147"/>
              </a:cxn>
              <a:cxn ang="0">
                <a:pos x="csX1148" y="csY1148"/>
              </a:cxn>
              <a:cxn ang="0">
                <a:pos x="csX1149" y="csY1149"/>
              </a:cxn>
              <a:cxn ang="0">
                <a:pos x="csX1150" y="csY1150"/>
              </a:cxn>
              <a:cxn ang="0">
                <a:pos x="csX1151" y="csY1151"/>
              </a:cxn>
              <a:cxn ang="0">
                <a:pos x="csX1152" y="csY1152"/>
              </a:cxn>
              <a:cxn ang="0">
                <a:pos x="csX1153" y="csY1153"/>
              </a:cxn>
              <a:cxn ang="0">
                <a:pos x="csX1154" y="csY1154"/>
              </a:cxn>
              <a:cxn ang="0">
                <a:pos x="csX1155" y="csY1155"/>
              </a:cxn>
              <a:cxn ang="0">
                <a:pos x="csX1156" y="csY1156"/>
              </a:cxn>
              <a:cxn ang="0">
                <a:pos x="csX1157" y="csY1157"/>
              </a:cxn>
              <a:cxn ang="0">
                <a:pos x="csX1158" y="csY1158"/>
              </a:cxn>
              <a:cxn ang="0">
                <a:pos x="csX1159" y="csY1159"/>
              </a:cxn>
              <a:cxn ang="0">
                <a:pos x="csX1160" y="csY1160"/>
              </a:cxn>
              <a:cxn ang="0">
                <a:pos x="csX1161" y="csY1161"/>
              </a:cxn>
              <a:cxn ang="0">
                <a:pos x="csX1162" y="csY1162"/>
              </a:cxn>
              <a:cxn ang="0">
                <a:pos x="csX1163" y="csY1163"/>
              </a:cxn>
              <a:cxn ang="0">
                <a:pos x="csX1164" y="csY1164"/>
              </a:cxn>
              <a:cxn ang="0">
                <a:pos x="csX1165" y="csY1165"/>
              </a:cxn>
              <a:cxn ang="0">
                <a:pos x="csX1166" y="csY1166"/>
              </a:cxn>
              <a:cxn ang="0">
                <a:pos x="csX1167" y="csY1167"/>
              </a:cxn>
              <a:cxn ang="0">
                <a:pos x="csX1168" y="csY1168"/>
              </a:cxn>
              <a:cxn ang="0">
                <a:pos x="csX1169" y="csY1169"/>
              </a:cxn>
              <a:cxn ang="0">
                <a:pos x="csX1170" y="csY1170"/>
              </a:cxn>
              <a:cxn ang="0">
                <a:pos x="csX1171" y="csY1171"/>
              </a:cxn>
              <a:cxn ang="0">
                <a:pos x="csX1172" y="csY1172"/>
              </a:cxn>
              <a:cxn ang="0">
                <a:pos x="csX1173" y="csY1173"/>
              </a:cxn>
              <a:cxn ang="0">
                <a:pos x="csX1174" y="csY1174"/>
              </a:cxn>
              <a:cxn ang="0">
                <a:pos x="csX1175" y="csY1175"/>
              </a:cxn>
              <a:cxn ang="0">
                <a:pos x="csX1176" y="csY1176"/>
              </a:cxn>
              <a:cxn ang="0">
                <a:pos x="csX1177" y="csY1177"/>
              </a:cxn>
              <a:cxn ang="0">
                <a:pos x="csX1178" y="csY1178"/>
              </a:cxn>
              <a:cxn ang="0">
                <a:pos x="csX1179" y="csY1179"/>
              </a:cxn>
              <a:cxn ang="0">
                <a:pos x="csX1180" y="csY1180"/>
              </a:cxn>
              <a:cxn ang="0">
                <a:pos x="csX1181" y="csY1181"/>
              </a:cxn>
              <a:cxn ang="0">
                <a:pos x="csX1182" y="csY1182"/>
              </a:cxn>
              <a:cxn ang="0">
                <a:pos x="csX1183" y="csY1183"/>
              </a:cxn>
              <a:cxn ang="0">
                <a:pos x="csX1184" y="csY1184"/>
              </a:cxn>
              <a:cxn ang="0">
                <a:pos x="csX1185" y="csY1185"/>
              </a:cxn>
              <a:cxn ang="0">
                <a:pos x="csX1186" y="csY1186"/>
              </a:cxn>
              <a:cxn ang="0">
                <a:pos x="csX1187" y="csY1187"/>
              </a:cxn>
              <a:cxn ang="0">
                <a:pos x="csX1188" y="csY1188"/>
              </a:cxn>
              <a:cxn ang="0">
                <a:pos x="csX1189" y="csY1189"/>
              </a:cxn>
              <a:cxn ang="0">
                <a:pos x="csX1190" y="csY1190"/>
              </a:cxn>
              <a:cxn ang="0">
                <a:pos x="csX1191" y="csY1191"/>
              </a:cxn>
              <a:cxn ang="0">
                <a:pos x="csX1192" y="csY1192"/>
              </a:cxn>
              <a:cxn ang="0">
                <a:pos x="csX1193" y="csY1193"/>
              </a:cxn>
              <a:cxn ang="0">
                <a:pos x="csX1194" y="csY1194"/>
              </a:cxn>
              <a:cxn ang="0">
                <a:pos x="csX1195" y="csY1195"/>
              </a:cxn>
              <a:cxn ang="0">
                <a:pos x="csX1196" y="csY1196"/>
              </a:cxn>
              <a:cxn ang="0">
                <a:pos x="csX1197" y="csY1197"/>
              </a:cxn>
              <a:cxn ang="0">
                <a:pos x="csX1198" y="csY1198"/>
              </a:cxn>
              <a:cxn ang="0">
                <a:pos x="csX1199" y="csY1199"/>
              </a:cxn>
              <a:cxn ang="0">
                <a:pos x="csX1200" y="csY1200"/>
              </a:cxn>
              <a:cxn ang="0">
                <a:pos x="csX1201" y="csY1201"/>
              </a:cxn>
              <a:cxn ang="0">
                <a:pos x="csX1202" y="csY1202"/>
              </a:cxn>
              <a:cxn ang="0">
                <a:pos x="csX1203" y="csY1203"/>
              </a:cxn>
              <a:cxn ang="0">
                <a:pos x="csX1204" y="csY1204"/>
              </a:cxn>
              <a:cxn ang="0">
                <a:pos x="csX1205" y="csY1205"/>
              </a:cxn>
              <a:cxn ang="0">
                <a:pos x="csX1206" y="csY1206"/>
              </a:cxn>
              <a:cxn ang="0">
                <a:pos x="csX1207" y="csY1207"/>
              </a:cxn>
              <a:cxn ang="0">
                <a:pos x="csX1208" y="csY1208"/>
              </a:cxn>
              <a:cxn ang="0">
                <a:pos x="csX1209" y="csY1209"/>
              </a:cxn>
              <a:cxn ang="0">
                <a:pos x="csX1210" y="csY1210"/>
              </a:cxn>
              <a:cxn ang="0">
                <a:pos x="csX1211" y="csY1211"/>
              </a:cxn>
              <a:cxn ang="0">
                <a:pos x="csX1212" y="csY1212"/>
              </a:cxn>
              <a:cxn ang="0">
                <a:pos x="csX1213" y="csY1213"/>
              </a:cxn>
              <a:cxn ang="0">
                <a:pos x="csX1214" y="csY1214"/>
              </a:cxn>
              <a:cxn ang="0">
                <a:pos x="csX1215" y="csY1215"/>
              </a:cxn>
              <a:cxn ang="0">
                <a:pos x="csX1216" y="csY1216"/>
              </a:cxn>
              <a:cxn ang="0">
                <a:pos x="csX1217" y="csY1217"/>
              </a:cxn>
              <a:cxn ang="0">
                <a:pos x="csX1218" y="csY1218"/>
              </a:cxn>
              <a:cxn ang="0">
                <a:pos x="csX1219" y="csY1219"/>
              </a:cxn>
              <a:cxn ang="0">
                <a:pos x="csX1220" y="csY1220"/>
              </a:cxn>
              <a:cxn ang="0">
                <a:pos x="csX1221" y="csY1221"/>
              </a:cxn>
              <a:cxn ang="0">
                <a:pos x="csX1222" y="csY1222"/>
              </a:cxn>
              <a:cxn ang="0">
                <a:pos x="csX1223" y="csY1223"/>
              </a:cxn>
              <a:cxn ang="0">
                <a:pos x="csX1224" y="csY1224"/>
              </a:cxn>
              <a:cxn ang="0">
                <a:pos x="csX1225" y="csY1225"/>
              </a:cxn>
              <a:cxn ang="0">
                <a:pos x="csX1226" y="csY1226"/>
              </a:cxn>
              <a:cxn ang="0">
                <a:pos x="csX1227" y="csY1227"/>
              </a:cxn>
              <a:cxn ang="0">
                <a:pos x="csX1228" y="csY1228"/>
              </a:cxn>
              <a:cxn ang="0">
                <a:pos x="csX1229" y="csY1229"/>
              </a:cxn>
              <a:cxn ang="0">
                <a:pos x="csX1230" y="csY1230"/>
              </a:cxn>
              <a:cxn ang="0">
                <a:pos x="csX1231" y="csY1231"/>
              </a:cxn>
              <a:cxn ang="0">
                <a:pos x="csX1232" y="csY1232"/>
              </a:cxn>
              <a:cxn ang="0">
                <a:pos x="csX1233" y="csY1233"/>
              </a:cxn>
              <a:cxn ang="0">
                <a:pos x="csX1234" y="csY1234"/>
              </a:cxn>
              <a:cxn ang="0">
                <a:pos x="csX1235" y="csY1235"/>
              </a:cxn>
              <a:cxn ang="0">
                <a:pos x="csX1236" y="csY1236"/>
              </a:cxn>
              <a:cxn ang="0">
                <a:pos x="csX1237" y="csY1237"/>
              </a:cxn>
              <a:cxn ang="0">
                <a:pos x="csX1238" y="csY1238"/>
              </a:cxn>
              <a:cxn ang="0">
                <a:pos x="csX1239" y="csY1239"/>
              </a:cxn>
              <a:cxn ang="0">
                <a:pos x="csX1240" y="csY1240"/>
              </a:cxn>
              <a:cxn ang="0">
                <a:pos x="csX1241" y="csY1241"/>
              </a:cxn>
              <a:cxn ang="0">
                <a:pos x="csX1242" y="csY1242"/>
              </a:cxn>
              <a:cxn ang="0">
                <a:pos x="csX1243" y="csY1243"/>
              </a:cxn>
              <a:cxn ang="0">
                <a:pos x="csX1244" y="csY1244"/>
              </a:cxn>
              <a:cxn ang="0">
                <a:pos x="csX1245" y="csY1245"/>
              </a:cxn>
              <a:cxn ang="0">
                <a:pos x="csX1246" y="csY1246"/>
              </a:cxn>
              <a:cxn ang="0">
                <a:pos x="csX1247" y="csY1247"/>
              </a:cxn>
              <a:cxn ang="0">
                <a:pos x="csX1248" y="csY1248"/>
              </a:cxn>
              <a:cxn ang="0">
                <a:pos x="csX1249" y="csY1249"/>
              </a:cxn>
              <a:cxn ang="0">
                <a:pos x="csX1250" y="csY1250"/>
              </a:cxn>
              <a:cxn ang="0">
                <a:pos x="csX1251" y="csY1251"/>
              </a:cxn>
              <a:cxn ang="0">
                <a:pos x="csX1252" y="csY1252"/>
              </a:cxn>
              <a:cxn ang="0">
                <a:pos x="csX1253" y="csY1253"/>
              </a:cxn>
              <a:cxn ang="0">
                <a:pos x="csX1254" y="csY1254"/>
              </a:cxn>
              <a:cxn ang="0">
                <a:pos x="csX1255" y="csY1255"/>
              </a:cxn>
              <a:cxn ang="0">
                <a:pos x="csX1256" y="csY1256"/>
              </a:cxn>
              <a:cxn ang="0">
                <a:pos x="csX1257" y="csY1257"/>
              </a:cxn>
              <a:cxn ang="0">
                <a:pos x="csX1258" y="csY1258"/>
              </a:cxn>
              <a:cxn ang="0">
                <a:pos x="csX1259" y="csY1259"/>
              </a:cxn>
              <a:cxn ang="0">
                <a:pos x="csX1260" y="csY1260"/>
              </a:cxn>
              <a:cxn ang="0">
                <a:pos x="csX1261" y="csY1261"/>
              </a:cxn>
              <a:cxn ang="0">
                <a:pos x="csX1262" y="csY1262"/>
              </a:cxn>
              <a:cxn ang="0">
                <a:pos x="csX1263" y="csY1263"/>
              </a:cxn>
              <a:cxn ang="0">
                <a:pos x="csX1264" y="csY1264"/>
              </a:cxn>
              <a:cxn ang="0">
                <a:pos x="csX1265" y="csY1265"/>
              </a:cxn>
              <a:cxn ang="0">
                <a:pos x="csX1266" y="csY1266"/>
              </a:cxn>
              <a:cxn ang="0">
                <a:pos x="csX1267" y="csY1267"/>
              </a:cxn>
              <a:cxn ang="0">
                <a:pos x="csX1268" y="csY1268"/>
              </a:cxn>
              <a:cxn ang="0">
                <a:pos x="csX1269" y="csY1269"/>
              </a:cxn>
              <a:cxn ang="0">
                <a:pos x="csX1270" y="csY1270"/>
              </a:cxn>
              <a:cxn ang="0">
                <a:pos x="csX1271" y="csY1271"/>
              </a:cxn>
              <a:cxn ang="0">
                <a:pos x="csX1272" y="csY1272"/>
              </a:cxn>
              <a:cxn ang="0">
                <a:pos x="csX1273" y="csY1273"/>
              </a:cxn>
              <a:cxn ang="0">
                <a:pos x="csX1274" y="csY1274"/>
              </a:cxn>
              <a:cxn ang="0">
                <a:pos x="csX1275" y="csY1275"/>
              </a:cxn>
              <a:cxn ang="0">
                <a:pos x="csX1276" y="csY1276"/>
              </a:cxn>
              <a:cxn ang="0">
                <a:pos x="csX1277" y="csY1277"/>
              </a:cxn>
              <a:cxn ang="0">
                <a:pos x="csX1278" y="csY1278"/>
              </a:cxn>
              <a:cxn ang="0">
                <a:pos x="csX1279" y="csY1279"/>
              </a:cxn>
              <a:cxn ang="0">
                <a:pos x="csX1280" y="csY1280"/>
              </a:cxn>
              <a:cxn ang="0">
                <a:pos x="csX1281" y="csY1281"/>
              </a:cxn>
              <a:cxn ang="0">
                <a:pos x="csX1282" y="csY1282"/>
              </a:cxn>
              <a:cxn ang="0">
                <a:pos x="csX1283" y="csY1283"/>
              </a:cxn>
              <a:cxn ang="0">
                <a:pos x="csX1284" y="csY1284"/>
              </a:cxn>
              <a:cxn ang="0">
                <a:pos x="csX1285" y="csY1285"/>
              </a:cxn>
              <a:cxn ang="0">
                <a:pos x="csX1286" y="csY1286"/>
              </a:cxn>
              <a:cxn ang="0">
                <a:pos x="csX1287" y="csY1287"/>
              </a:cxn>
              <a:cxn ang="0">
                <a:pos x="csX1288" y="csY1288"/>
              </a:cxn>
              <a:cxn ang="0">
                <a:pos x="csX1289" y="csY1289"/>
              </a:cxn>
              <a:cxn ang="0">
                <a:pos x="csX1290" y="csY1290"/>
              </a:cxn>
              <a:cxn ang="0">
                <a:pos x="csX1291" y="csY1291"/>
              </a:cxn>
              <a:cxn ang="0">
                <a:pos x="csX1292" y="csY1292"/>
              </a:cxn>
              <a:cxn ang="0">
                <a:pos x="csX1293" y="csY1293"/>
              </a:cxn>
              <a:cxn ang="0">
                <a:pos x="csX1294" y="csY1294"/>
              </a:cxn>
              <a:cxn ang="0">
                <a:pos x="csX1295" y="csY1295"/>
              </a:cxn>
              <a:cxn ang="0">
                <a:pos x="csX1296" y="csY1296"/>
              </a:cxn>
              <a:cxn ang="0">
                <a:pos x="csX1297" y="csY1297"/>
              </a:cxn>
              <a:cxn ang="0">
                <a:pos x="csX1298" y="csY1298"/>
              </a:cxn>
              <a:cxn ang="0">
                <a:pos x="csX1299" y="csY1299"/>
              </a:cxn>
              <a:cxn ang="0">
                <a:pos x="csX1300" y="csY1300"/>
              </a:cxn>
              <a:cxn ang="0">
                <a:pos x="csX1301" y="csY1301"/>
              </a:cxn>
              <a:cxn ang="0">
                <a:pos x="csX1302" y="csY1302"/>
              </a:cxn>
              <a:cxn ang="0">
                <a:pos x="csX1303" y="csY1303"/>
              </a:cxn>
              <a:cxn ang="0">
                <a:pos x="csX1304" y="csY1304"/>
              </a:cxn>
              <a:cxn ang="0">
                <a:pos x="csX1305" y="csY1305"/>
              </a:cxn>
              <a:cxn ang="0">
                <a:pos x="csX1306" y="csY1306"/>
              </a:cxn>
              <a:cxn ang="0">
                <a:pos x="csX1307" y="csY1307"/>
              </a:cxn>
              <a:cxn ang="0">
                <a:pos x="csX1308" y="csY1308"/>
              </a:cxn>
              <a:cxn ang="0">
                <a:pos x="csX1309" y="csY1309"/>
              </a:cxn>
              <a:cxn ang="0">
                <a:pos x="csX1310" y="csY1310"/>
              </a:cxn>
              <a:cxn ang="0">
                <a:pos x="csX1311" y="csY1311"/>
              </a:cxn>
              <a:cxn ang="0">
                <a:pos x="csX1312" y="csY1312"/>
              </a:cxn>
              <a:cxn ang="0">
                <a:pos x="csX1313" y="csY1313"/>
              </a:cxn>
              <a:cxn ang="0">
                <a:pos x="csX1314" y="csY1314"/>
              </a:cxn>
              <a:cxn ang="0">
                <a:pos x="csX1315" y="csY1315"/>
              </a:cxn>
              <a:cxn ang="0">
                <a:pos x="csX1316" y="csY1316"/>
              </a:cxn>
              <a:cxn ang="0">
                <a:pos x="csX1317" y="csY1317"/>
              </a:cxn>
              <a:cxn ang="0">
                <a:pos x="csX1318" y="csY1318"/>
              </a:cxn>
              <a:cxn ang="0">
                <a:pos x="csX1319" y="csY1319"/>
              </a:cxn>
              <a:cxn ang="0">
                <a:pos x="csX1320" y="csY1320"/>
              </a:cxn>
              <a:cxn ang="0">
                <a:pos x="csX1321" y="csY1321"/>
              </a:cxn>
              <a:cxn ang="0">
                <a:pos x="csX1322" y="csY1322"/>
              </a:cxn>
              <a:cxn ang="0">
                <a:pos x="csX1323" y="csY1323"/>
              </a:cxn>
              <a:cxn ang="0">
                <a:pos x="csX1324" y="csY1324"/>
              </a:cxn>
              <a:cxn ang="0">
                <a:pos x="csX1325" y="csY1325"/>
              </a:cxn>
              <a:cxn ang="0">
                <a:pos x="csX1326" y="csY1326"/>
              </a:cxn>
              <a:cxn ang="0">
                <a:pos x="csX1327" y="csY1327"/>
              </a:cxn>
              <a:cxn ang="0">
                <a:pos x="csX1328" y="csY1328"/>
              </a:cxn>
              <a:cxn ang="0">
                <a:pos x="csX1329" y="csY1329"/>
              </a:cxn>
              <a:cxn ang="0">
                <a:pos x="csX1330" y="csY1330"/>
              </a:cxn>
              <a:cxn ang="0">
                <a:pos x="csX1331" y="csY1331"/>
              </a:cxn>
              <a:cxn ang="0">
                <a:pos x="csX1332" y="csY1332"/>
              </a:cxn>
              <a:cxn ang="0">
                <a:pos x="csX1333" y="csY1333"/>
              </a:cxn>
              <a:cxn ang="0">
                <a:pos x="csX1334" y="csY1334"/>
              </a:cxn>
              <a:cxn ang="0">
                <a:pos x="csX1335" y="csY1335"/>
              </a:cxn>
              <a:cxn ang="0">
                <a:pos x="csX1336" y="csY1336"/>
              </a:cxn>
              <a:cxn ang="0">
                <a:pos x="csX1337" y="csY1337"/>
              </a:cxn>
              <a:cxn ang="0">
                <a:pos x="csX1338" y="csY1338"/>
              </a:cxn>
              <a:cxn ang="0">
                <a:pos x="csX1339" y="csY1339"/>
              </a:cxn>
              <a:cxn ang="0">
                <a:pos x="csX1340" y="csY1340"/>
              </a:cxn>
              <a:cxn ang="0">
                <a:pos x="csX1341" y="csY1341"/>
              </a:cxn>
              <a:cxn ang="0">
                <a:pos x="csX1342" y="csY1342"/>
              </a:cxn>
              <a:cxn ang="0">
                <a:pos x="csX1343" y="csY1343"/>
              </a:cxn>
              <a:cxn ang="0">
                <a:pos x="csX1344" y="csY1344"/>
              </a:cxn>
              <a:cxn ang="0">
                <a:pos x="csX1345" y="csY1345"/>
              </a:cxn>
              <a:cxn ang="0">
                <a:pos x="csX1346" y="csY1346"/>
              </a:cxn>
              <a:cxn ang="0">
                <a:pos x="csX1347" y="csY1347"/>
              </a:cxn>
              <a:cxn ang="0">
                <a:pos x="csX1348" y="csY1348"/>
              </a:cxn>
              <a:cxn ang="0">
                <a:pos x="csX1349" y="csY1349"/>
              </a:cxn>
              <a:cxn ang="0">
                <a:pos x="csX1350" y="csY1350"/>
              </a:cxn>
              <a:cxn ang="0">
                <a:pos x="csX1351" y="csY1351"/>
              </a:cxn>
              <a:cxn ang="0">
                <a:pos x="csX1352" y="csY1352"/>
              </a:cxn>
              <a:cxn ang="0">
                <a:pos x="csX1353" y="csY1353"/>
              </a:cxn>
              <a:cxn ang="0">
                <a:pos x="csX1354" y="csY1354"/>
              </a:cxn>
              <a:cxn ang="0">
                <a:pos x="csX1355" y="csY1355"/>
              </a:cxn>
              <a:cxn ang="0">
                <a:pos x="csX1356" y="csY1356"/>
              </a:cxn>
              <a:cxn ang="0">
                <a:pos x="csX1357" y="csY1357"/>
              </a:cxn>
              <a:cxn ang="0">
                <a:pos x="csX1358" y="csY1358"/>
              </a:cxn>
              <a:cxn ang="0">
                <a:pos x="csX1359" y="csY1359"/>
              </a:cxn>
              <a:cxn ang="0">
                <a:pos x="csX1360" y="csY1360"/>
              </a:cxn>
              <a:cxn ang="0">
                <a:pos x="csX1361" y="csY1361"/>
              </a:cxn>
              <a:cxn ang="0">
                <a:pos x="csX1362" y="csY1362"/>
              </a:cxn>
              <a:cxn ang="0">
                <a:pos x="csX1363" y="csY1363"/>
              </a:cxn>
              <a:cxn ang="0">
                <a:pos x="csX1364" y="csY1364"/>
              </a:cxn>
              <a:cxn ang="0">
                <a:pos x="csX1365" y="csY1365"/>
              </a:cxn>
              <a:cxn ang="0">
                <a:pos x="csX1366" y="csY1366"/>
              </a:cxn>
              <a:cxn ang="0">
                <a:pos x="csX1367" y="csY1367"/>
              </a:cxn>
              <a:cxn ang="0">
                <a:pos x="csX1368" y="csY1368"/>
              </a:cxn>
              <a:cxn ang="0">
                <a:pos x="csX1369" y="csY1369"/>
              </a:cxn>
              <a:cxn ang="0">
                <a:pos x="csX1370" y="csY1370"/>
              </a:cxn>
              <a:cxn ang="0">
                <a:pos x="csX1371" y="csY1371"/>
              </a:cxn>
              <a:cxn ang="0">
                <a:pos x="csX1372" y="csY1372"/>
              </a:cxn>
              <a:cxn ang="0">
                <a:pos x="csX1373" y="csY1373"/>
              </a:cxn>
              <a:cxn ang="0">
                <a:pos x="csX1374" y="csY1374"/>
              </a:cxn>
              <a:cxn ang="0">
                <a:pos x="csX1375" y="csY1375"/>
              </a:cxn>
              <a:cxn ang="0">
                <a:pos x="csX1376" y="csY1376"/>
              </a:cxn>
              <a:cxn ang="0">
                <a:pos x="csX1377" y="csY1377"/>
              </a:cxn>
              <a:cxn ang="0">
                <a:pos x="csX1378" y="csY1378"/>
              </a:cxn>
              <a:cxn ang="0">
                <a:pos x="csX1379" y="csY1379"/>
              </a:cxn>
              <a:cxn ang="0">
                <a:pos x="csX1380" y="csY1380"/>
              </a:cxn>
              <a:cxn ang="0">
                <a:pos x="csX1381" y="csY1381"/>
              </a:cxn>
              <a:cxn ang="0">
                <a:pos x="csX1382" y="csY1382"/>
              </a:cxn>
              <a:cxn ang="0">
                <a:pos x="csX1383" y="csY1383"/>
              </a:cxn>
              <a:cxn ang="0">
                <a:pos x="csX1384" y="csY1384"/>
              </a:cxn>
              <a:cxn ang="0">
                <a:pos x="csX1385" y="csY1385"/>
              </a:cxn>
              <a:cxn ang="0">
                <a:pos x="csX1386" y="csY1386"/>
              </a:cxn>
              <a:cxn ang="0">
                <a:pos x="csX1387" y="csY1387"/>
              </a:cxn>
              <a:cxn ang="0">
                <a:pos x="csX1388" y="csY1388"/>
              </a:cxn>
              <a:cxn ang="0">
                <a:pos x="csX1389" y="csY1389"/>
              </a:cxn>
              <a:cxn ang="0">
                <a:pos x="csX1390" y="csY1390"/>
              </a:cxn>
              <a:cxn ang="0">
                <a:pos x="csX1391" y="csY1391"/>
              </a:cxn>
              <a:cxn ang="0">
                <a:pos x="csX1392" y="csY1392"/>
              </a:cxn>
              <a:cxn ang="0">
                <a:pos x="csX1393" y="csY1393"/>
              </a:cxn>
              <a:cxn ang="0">
                <a:pos x="csX1394" y="csY1394"/>
              </a:cxn>
              <a:cxn ang="0">
                <a:pos x="csX1395" y="csY1395"/>
              </a:cxn>
              <a:cxn ang="0">
                <a:pos x="csX1396" y="csY1396"/>
              </a:cxn>
              <a:cxn ang="0">
                <a:pos x="csX1397" y="csY1397"/>
              </a:cxn>
              <a:cxn ang="0">
                <a:pos x="csX1398" y="csY1398"/>
              </a:cxn>
              <a:cxn ang="0">
                <a:pos x="csX1399" y="csY1399"/>
              </a:cxn>
              <a:cxn ang="0">
                <a:pos x="csX1400" y="csY1400"/>
              </a:cxn>
              <a:cxn ang="0">
                <a:pos x="csX1401" y="csY1401"/>
              </a:cxn>
              <a:cxn ang="0">
                <a:pos x="csX1402" y="csY1402"/>
              </a:cxn>
              <a:cxn ang="0">
                <a:pos x="csX1403" y="csY1403"/>
              </a:cxn>
              <a:cxn ang="0">
                <a:pos x="csX1404" y="csY1404"/>
              </a:cxn>
              <a:cxn ang="0">
                <a:pos x="csX1405" y="csY1405"/>
              </a:cxn>
              <a:cxn ang="0">
                <a:pos x="csX1406" y="csY1406"/>
              </a:cxn>
              <a:cxn ang="0">
                <a:pos x="csX1407" y="csY1407"/>
              </a:cxn>
              <a:cxn ang="0">
                <a:pos x="csX1408" y="csY1408"/>
              </a:cxn>
              <a:cxn ang="0">
                <a:pos x="csX1409" y="csY1409"/>
              </a:cxn>
              <a:cxn ang="0">
                <a:pos x="csX1410" y="csY1410"/>
              </a:cxn>
              <a:cxn ang="0">
                <a:pos x="csX1411" y="csY1411"/>
              </a:cxn>
              <a:cxn ang="0">
                <a:pos x="csX1412" y="csY1412"/>
              </a:cxn>
              <a:cxn ang="0">
                <a:pos x="csX1413" y="csY1413"/>
              </a:cxn>
              <a:cxn ang="0">
                <a:pos x="csX1414" y="csY1414"/>
              </a:cxn>
              <a:cxn ang="0">
                <a:pos x="csX1415" y="csY1415"/>
              </a:cxn>
              <a:cxn ang="0">
                <a:pos x="csX1416" y="csY1416"/>
              </a:cxn>
              <a:cxn ang="0">
                <a:pos x="csX1417" y="csY1417"/>
              </a:cxn>
              <a:cxn ang="0">
                <a:pos x="csX1418" y="csY1418"/>
              </a:cxn>
              <a:cxn ang="0">
                <a:pos x="csX1419" y="csY1419"/>
              </a:cxn>
              <a:cxn ang="0">
                <a:pos x="csX1420" y="csY1420"/>
              </a:cxn>
              <a:cxn ang="0">
                <a:pos x="csX1421" y="csY1421"/>
              </a:cxn>
              <a:cxn ang="0">
                <a:pos x="csX1422" y="csY1422"/>
              </a:cxn>
              <a:cxn ang="0">
                <a:pos x="csX1423" y="csY1423"/>
              </a:cxn>
              <a:cxn ang="0">
                <a:pos x="csX1424" y="csY1424"/>
              </a:cxn>
              <a:cxn ang="0">
                <a:pos x="csX1425" y="csY1425"/>
              </a:cxn>
              <a:cxn ang="0">
                <a:pos x="csX1426" y="csY1426"/>
              </a:cxn>
              <a:cxn ang="0">
                <a:pos x="csX1427" y="csY1427"/>
              </a:cxn>
              <a:cxn ang="0">
                <a:pos x="csX1428" y="csY1428"/>
              </a:cxn>
              <a:cxn ang="0">
                <a:pos x="csX1429" y="csY1429"/>
              </a:cxn>
              <a:cxn ang="0">
                <a:pos x="csX1430" y="csY1430"/>
              </a:cxn>
              <a:cxn ang="0">
                <a:pos x="csX1431" y="csY1431"/>
              </a:cxn>
              <a:cxn ang="0">
                <a:pos x="csX1432" y="csY1432"/>
              </a:cxn>
              <a:cxn ang="0">
                <a:pos x="csX1433" y="csY1433"/>
              </a:cxn>
              <a:cxn ang="0">
                <a:pos x="csX1434" y="csY1434"/>
              </a:cxn>
              <a:cxn ang="0">
                <a:pos x="csX1435" y="csY1435"/>
              </a:cxn>
              <a:cxn ang="0">
                <a:pos x="csX1436" y="csY1436"/>
              </a:cxn>
              <a:cxn ang="0">
                <a:pos x="csX1437" y="csY1437"/>
              </a:cxn>
              <a:cxn ang="0">
                <a:pos x="csX1438" y="csY1438"/>
              </a:cxn>
              <a:cxn ang="0">
                <a:pos x="csX1439" y="csY1439"/>
              </a:cxn>
              <a:cxn ang="0">
                <a:pos x="csX1440" y="csY1440"/>
              </a:cxn>
              <a:cxn ang="0">
                <a:pos x="csX1441" y="csY1441"/>
              </a:cxn>
              <a:cxn ang="0">
                <a:pos x="csX1442" y="csY1442"/>
              </a:cxn>
              <a:cxn ang="0">
                <a:pos x="csX1443" y="csY1443"/>
              </a:cxn>
              <a:cxn ang="0">
                <a:pos x="csX1444" y="csY1444"/>
              </a:cxn>
              <a:cxn ang="0">
                <a:pos x="csX1445" y="csY1445"/>
              </a:cxn>
              <a:cxn ang="0">
                <a:pos x="csX1446" y="csY1446"/>
              </a:cxn>
              <a:cxn ang="0">
                <a:pos x="csX1447" y="csY1447"/>
              </a:cxn>
              <a:cxn ang="0">
                <a:pos x="csX1448" y="csY1448"/>
              </a:cxn>
              <a:cxn ang="0">
                <a:pos x="csX1449" y="csY1449"/>
              </a:cxn>
              <a:cxn ang="0">
                <a:pos x="csX1450" y="csY1450"/>
              </a:cxn>
              <a:cxn ang="0">
                <a:pos x="csX1451" y="csY1451"/>
              </a:cxn>
              <a:cxn ang="0">
                <a:pos x="csX1452" y="csY1452"/>
              </a:cxn>
              <a:cxn ang="0">
                <a:pos x="csX1453" y="csY1453"/>
              </a:cxn>
              <a:cxn ang="0">
                <a:pos x="csX1454" y="csY1454"/>
              </a:cxn>
              <a:cxn ang="0">
                <a:pos x="csX1455" y="csY1455"/>
              </a:cxn>
              <a:cxn ang="0">
                <a:pos x="csX1456" y="csY1456"/>
              </a:cxn>
              <a:cxn ang="0">
                <a:pos x="csX1457" y="csY1457"/>
              </a:cxn>
              <a:cxn ang="0">
                <a:pos x="csX1458" y="csY1458"/>
              </a:cxn>
              <a:cxn ang="0">
                <a:pos x="csX1459" y="csY1459"/>
              </a:cxn>
              <a:cxn ang="0">
                <a:pos x="csX1460" y="csY1460"/>
              </a:cxn>
              <a:cxn ang="0">
                <a:pos x="csX1461" y="csY1461"/>
              </a:cxn>
              <a:cxn ang="0">
                <a:pos x="csX1462" y="csY1462"/>
              </a:cxn>
              <a:cxn ang="0">
                <a:pos x="csX1463" y="csY1463"/>
              </a:cxn>
              <a:cxn ang="0">
                <a:pos x="csX1464" y="csY1464"/>
              </a:cxn>
              <a:cxn ang="0">
                <a:pos x="csX1465" y="csY1465"/>
              </a:cxn>
              <a:cxn ang="0">
                <a:pos x="csX1466" y="csY1466"/>
              </a:cxn>
              <a:cxn ang="0">
                <a:pos x="csX1467" y="csY1467"/>
              </a:cxn>
              <a:cxn ang="0">
                <a:pos x="csX1468" y="csY1468"/>
              </a:cxn>
              <a:cxn ang="0">
                <a:pos x="csX1469" y="csY1469"/>
              </a:cxn>
              <a:cxn ang="0">
                <a:pos x="csX1470" y="csY1470"/>
              </a:cxn>
              <a:cxn ang="0">
                <a:pos x="csX1471" y="csY1471"/>
              </a:cxn>
              <a:cxn ang="0">
                <a:pos x="csX1472" y="csY1472"/>
              </a:cxn>
              <a:cxn ang="0">
                <a:pos x="csX1473" y="csY1473"/>
              </a:cxn>
              <a:cxn ang="0">
                <a:pos x="csX1474" y="csY1474"/>
              </a:cxn>
              <a:cxn ang="0">
                <a:pos x="csX1475" y="csY1475"/>
              </a:cxn>
              <a:cxn ang="0">
                <a:pos x="csX1476" y="csY1476"/>
              </a:cxn>
              <a:cxn ang="0">
                <a:pos x="csX1477" y="csY1477"/>
              </a:cxn>
              <a:cxn ang="0">
                <a:pos x="csX1478" y="csY1478"/>
              </a:cxn>
              <a:cxn ang="0">
                <a:pos x="csX1479" y="csY1479"/>
              </a:cxn>
              <a:cxn ang="0">
                <a:pos x="csX1480" y="csY1480"/>
              </a:cxn>
              <a:cxn ang="0">
                <a:pos x="csX1481" y="csY1481"/>
              </a:cxn>
              <a:cxn ang="0">
                <a:pos x="csX1482" y="csY1482"/>
              </a:cxn>
              <a:cxn ang="0">
                <a:pos x="csX1483" y="csY1483"/>
              </a:cxn>
              <a:cxn ang="0">
                <a:pos x="csX1484" y="csY1484"/>
              </a:cxn>
              <a:cxn ang="0">
                <a:pos x="csX1485" y="csY1485"/>
              </a:cxn>
              <a:cxn ang="0">
                <a:pos x="csX1486" y="csY1486"/>
              </a:cxn>
              <a:cxn ang="0">
                <a:pos x="csX1487" y="csY1487"/>
              </a:cxn>
              <a:cxn ang="0">
                <a:pos x="csX1488" y="csY1488"/>
              </a:cxn>
              <a:cxn ang="0">
                <a:pos x="csX1489" y="csY1489"/>
              </a:cxn>
              <a:cxn ang="0">
                <a:pos x="csX1490" y="csY1490"/>
              </a:cxn>
              <a:cxn ang="0">
                <a:pos x="csX1491" y="csY1491"/>
              </a:cxn>
              <a:cxn ang="0">
                <a:pos x="csX1492" y="csY1492"/>
              </a:cxn>
              <a:cxn ang="0">
                <a:pos x="csX1493" y="csY1493"/>
              </a:cxn>
              <a:cxn ang="0">
                <a:pos x="csX1494" y="csY1494"/>
              </a:cxn>
              <a:cxn ang="0">
                <a:pos x="csX1495" y="csY1495"/>
              </a:cxn>
              <a:cxn ang="0">
                <a:pos x="csX1496" y="csY1496"/>
              </a:cxn>
              <a:cxn ang="0">
                <a:pos x="csX1497" y="csY1497"/>
              </a:cxn>
              <a:cxn ang="0">
                <a:pos x="csX1498" y="csY1498"/>
              </a:cxn>
              <a:cxn ang="0">
                <a:pos x="csX1499" y="csY1499"/>
              </a:cxn>
              <a:cxn ang="0">
                <a:pos x="csX1500" y="csY1500"/>
              </a:cxn>
              <a:cxn ang="0">
                <a:pos x="csX1501" y="csY1501"/>
              </a:cxn>
              <a:cxn ang="0">
                <a:pos x="csX1502" y="csY1502"/>
              </a:cxn>
              <a:cxn ang="0">
                <a:pos x="csX1503" y="csY1503"/>
              </a:cxn>
              <a:cxn ang="0">
                <a:pos x="csX1504" y="csY1504"/>
              </a:cxn>
              <a:cxn ang="0">
                <a:pos x="csX1505" y="csY1505"/>
              </a:cxn>
              <a:cxn ang="0">
                <a:pos x="csX1506" y="csY1506"/>
              </a:cxn>
              <a:cxn ang="0">
                <a:pos x="csX1507" y="csY1507"/>
              </a:cxn>
              <a:cxn ang="0">
                <a:pos x="csX1508" y="csY1508"/>
              </a:cxn>
              <a:cxn ang="0">
                <a:pos x="csX1509" y="csY1509"/>
              </a:cxn>
              <a:cxn ang="0">
                <a:pos x="csX1510" y="csY1510"/>
              </a:cxn>
              <a:cxn ang="0">
                <a:pos x="csX1511" y="csY1511"/>
              </a:cxn>
              <a:cxn ang="0">
                <a:pos x="csX1512" y="csY1512"/>
              </a:cxn>
              <a:cxn ang="0">
                <a:pos x="csX1513" y="csY1513"/>
              </a:cxn>
              <a:cxn ang="0">
                <a:pos x="csX1514" y="csY1514"/>
              </a:cxn>
              <a:cxn ang="0">
                <a:pos x="csX1515" y="csY1515"/>
              </a:cxn>
              <a:cxn ang="0">
                <a:pos x="csX1516" y="csY1516"/>
              </a:cxn>
              <a:cxn ang="0">
                <a:pos x="csX1517" y="csY1517"/>
              </a:cxn>
              <a:cxn ang="0">
                <a:pos x="csX1518" y="csY1518"/>
              </a:cxn>
              <a:cxn ang="0">
                <a:pos x="csX1519" y="csY1519"/>
              </a:cxn>
              <a:cxn ang="0">
                <a:pos x="csX1520" y="csY1520"/>
              </a:cxn>
              <a:cxn ang="0">
                <a:pos x="csX1521" y="csY1521"/>
              </a:cxn>
              <a:cxn ang="0">
                <a:pos x="csX1522" y="csY1522"/>
              </a:cxn>
              <a:cxn ang="0">
                <a:pos x="csX1523" y="csY1523"/>
              </a:cxn>
              <a:cxn ang="0">
                <a:pos x="csX1524" y="csY1524"/>
              </a:cxn>
              <a:cxn ang="0">
                <a:pos x="csX1525" y="csY1525"/>
              </a:cxn>
              <a:cxn ang="0">
                <a:pos x="csX1526" y="csY1526"/>
              </a:cxn>
              <a:cxn ang="0">
                <a:pos x="csX1527" y="csY1527"/>
              </a:cxn>
              <a:cxn ang="0">
                <a:pos x="csX1528" y="csY1528"/>
              </a:cxn>
              <a:cxn ang="0">
                <a:pos x="csX1529" y="csY1529"/>
              </a:cxn>
              <a:cxn ang="0">
                <a:pos x="csX1530" y="csY1530"/>
              </a:cxn>
              <a:cxn ang="0">
                <a:pos x="csX1531" y="csY1531"/>
              </a:cxn>
              <a:cxn ang="0">
                <a:pos x="csX1532" y="csY1532"/>
              </a:cxn>
              <a:cxn ang="0">
                <a:pos x="csX1533" y="csY1533"/>
              </a:cxn>
              <a:cxn ang="0">
                <a:pos x="csX1534" y="csY1534"/>
              </a:cxn>
              <a:cxn ang="0">
                <a:pos x="csX1535" y="csY1535"/>
              </a:cxn>
              <a:cxn ang="0">
                <a:pos x="csX1536" y="csY1536"/>
              </a:cxn>
              <a:cxn ang="0">
                <a:pos x="csX1537" y="csY1537"/>
              </a:cxn>
              <a:cxn ang="0">
                <a:pos x="csX1538" y="csY1538"/>
              </a:cxn>
              <a:cxn ang="0">
                <a:pos x="csX1539" y="csY1539"/>
              </a:cxn>
              <a:cxn ang="0">
                <a:pos x="csX1540" y="csY1540"/>
              </a:cxn>
              <a:cxn ang="0">
                <a:pos x="csX1541" y="csY1541"/>
              </a:cxn>
              <a:cxn ang="0">
                <a:pos x="csX1542" y="csY1542"/>
              </a:cxn>
              <a:cxn ang="0">
                <a:pos x="csX1543" y="csY1543"/>
              </a:cxn>
              <a:cxn ang="0">
                <a:pos x="csX1544" y="csY1544"/>
              </a:cxn>
              <a:cxn ang="0">
                <a:pos x="csX1545" y="csY1545"/>
              </a:cxn>
              <a:cxn ang="0">
                <a:pos x="csX1546" y="csY1546"/>
              </a:cxn>
              <a:cxn ang="0">
                <a:pos x="csX1547" y="csY1547"/>
              </a:cxn>
              <a:cxn ang="0">
                <a:pos x="csX1548" y="csY1548"/>
              </a:cxn>
              <a:cxn ang="0">
                <a:pos x="csX1549" y="csY1549"/>
              </a:cxn>
              <a:cxn ang="0">
                <a:pos x="csX1550" y="csY1550"/>
              </a:cxn>
              <a:cxn ang="0">
                <a:pos x="csX1551" y="csY1551"/>
              </a:cxn>
              <a:cxn ang="0">
                <a:pos x="csX1552" y="csY1552"/>
              </a:cxn>
              <a:cxn ang="0">
                <a:pos x="csX1553" y="csY1553"/>
              </a:cxn>
              <a:cxn ang="0">
                <a:pos x="csX1554" y="csY1554"/>
              </a:cxn>
              <a:cxn ang="0">
                <a:pos x="csX1555" y="csY1555"/>
              </a:cxn>
              <a:cxn ang="0">
                <a:pos x="csX1556" y="csY1556"/>
              </a:cxn>
              <a:cxn ang="0">
                <a:pos x="csX1557" y="csY1557"/>
              </a:cxn>
              <a:cxn ang="0">
                <a:pos x="csX1558" y="csY1558"/>
              </a:cxn>
              <a:cxn ang="0">
                <a:pos x="csX1559" y="csY1559"/>
              </a:cxn>
              <a:cxn ang="0">
                <a:pos x="csX1560" y="csY1560"/>
              </a:cxn>
              <a:cxn ang="0">
                <a:pos x="csX1561" y="csY1561"/>
              </a:cxn>
              <a:cxn ang="0">
                <a:pos x="csX1562" y="csY1562"/>
              </a:cxn>
              <a:cxn ang="0">
                <a:pos x="csX1563" y="csY1563"/>
              </a:cxn>
              <a:cxn ang="0">
                <a:pos x="csX1564" y="csY1564"/>
              </a:cxn>
              <a:cxn ang="0">
                <a:pos x="csX1565" y="csY1565"/>
              </a:cxn>
              <a:cxn ang="0">
                <a:pos x="csX1566" y="csY1566"/>
              </a:cxn>
              <a:cxn ang="0">
                <a:pos x="csX1567" y="csY1567"/>
              </a:cxn>
              <a:cxn ang="0">
                <a:pos x="csX1568" y="csY1568"/>
              </a:cxn>
              <a:cxn ang="0">
                <a:pos x="csX1569" y="csY1569"/>
              </a:cxn>
              <a:cxn ang="0">
                <a:pos x="csX1570" y="csY1570"/>
              </a:cxn>
              <a:cxn ang="0">
                <a:pos x="csX1571" y="csY1571"/>
              </a:cxn>
              <a:cxn ang="0">
                <a:pos x="csX1572" y="csY1572"/>
              </a:cxn>
              <a:cxn ang="0">
                <a:pos x="csX1573" y="csY1573"/>
              </a:cxn>
              <a:cxn ang="0">
                <a:pos x="csX1574" y="csY1574"/>
              </a:cxn>
              <a:cxn ang="0">
                <a:pos x="csX1575" y="csY1575"/>
              </a:cxn>
              <a:cxn ang="0">
                <a:pos x="csX1576" y="csY1576"/>
              </a:cxn>
              <a:cxn ang="0">
                <a:pos x="csX1577" y="csY1577"/>
              </a:cxn>
              <a:cxn ang="0">
                <a:pos x="csX1578" y="csY1578"/>
              </a:cxn>
              <a:cxn ang="0">
                <a:pos x="csX1579" y="csY1579"/>
              </a:cxn>
              <a:cxn ang="0">
                <a:pos x="csX1580" y="csY1580"/>
              </a:cxn>
              <a:cxn ang="0">
                <a:pos x="csX1581" y="csY1581"/>
              </a:cxn>
              <a:cxn ang="0">
                <a:pos x="csX1582" y="csY1582"/>
              </a:cxn>
              <a:cxn ang="0">
                <a:pos x="csX1583" y="csY1583"/>
              </a:cxn>
              <a:cxn ang="0">
                <a:pos x="csX1584" y="csY1584"/>
              </a:cxn>
              <a:cxn ang="0">
                <a:pos x="csX1585" y="csY1585"/>
              </a:cxn>
              <a:cxn ang="0">
                <a:pos x="csX1586" y="csY1586"/>
              </a:cxn>
              <a:cxn ang="0">
                <a:pos x="csX1587" y="csY1587"/>
              </a:cxn>
              <a:cxn ang="0">
                <a:pos x="csX1588" y="csY1588"/>
              </a:cxn>
              <a:cxn ang="0">
                <a:pos x="csX1589" y="csY1589"/>
              </a:cxn>
              <a:cxn ang="0">
                <a:pos x="csX1590" y="csY1590"/>
              </a:cxn>
              <a:cxn ang="0">
                <a:pos x="csX1591" y="csY1591"/>
              </a:cxn>
              <a:cxn ang="0">
                <a:pos x="csX1592" y="csY1592"/>
              </a:cxn>
              <a:cxn ang="0">
                <a:pos x="csX1593" y="csY1593"/>
              </a:cxn>
              <a:cxn ang="0">
                <a:pos x="csX1594" y="csY1594"/>
              </a:cxn>
              <a:cxn ang="0">
                <a:pos x="csX1595" y="csY1595"/>
              </a:cxn>
              <a:cxn ang="0">
                <a:pos x="csX1596" y="csY1596"/>
              </a:cxn>
              <a:cxn ang="0">
                <a:pos x="csX1597" y="csY1597"/>
              </a:cxn>
              <a:cxn ang="0">
                <a:pos x="csX1598" y="csY1598"/>
              </a:cxn>
              <a:cxn ang="0">
                <a:pos x="csX1599" y="csY1599"/>
              </a:cxn>
              <a:cxn ang="0">
                <a:pos x="csX1600" y="csY1600"/>
              </a:cxn>
              <a:cxn ang="0">
                <a:pos x="csX1601" y="csY1601"/>
              </a:cxn>
              <a:cxn ang="0">
                <a:pos x="csX1602" y="csY1602"/>
              </a:cxn>
              <a:cxn ang="0">
                <a:pos x="csX1603" y="csY1603"/>
              </a:cxn>
              <a:cxn ang="0">
                <a:pos x="csX1604" y="csY1604"/>
              </a:cxn>
              <a:cxn ang="0">
                <a:pos x="csX1605" y="csY1605"/>
              </a:cxn>
              <a:cxn ang="0">
                <a:pos x="csX1606" y="csY1606"/>
              </a:cxn>
              <a:cxn ang="0">
                <a:pos x="csX1607" y="csY1607"/>
              </a:cxn>
              <a:cxn ang="0">
                <a:pos x="csX1608" y="csY1608"/>
              </a:cxn>
              <a:cxn ang="0">
                <a:pos x="csX1609" y="csY1609"/>
              </a:cxn>
              <a:cxn ang="0">
                <a:pos x="csX1610" y="csY1610"/>
              </a:cxn>
              <a:cxn ang="0">
                <a:pos x="csX1611" y="csY1611"/>
              </a:cxn>
              <a:cxn ang="0">
                <a:pos x="csX1612" y="csY1612"/>
              </a:cxn>
              <a:cxn ang="0">
                <a:pos x="csX1613" y="csY1613"/>
              </a:cxn>
              <a:cxn ang="0">
                <a:pos x="csX1614" y="csY1614"/>
              </a:cxn>
              <a:cxn ang="0">
                <a:pos x="csX1615" y="csY1615"/>
              </a:cxn>
              <a:cxn ang="0">
                <a:pos x="csX1616" y="csY1616"/>
              </a:cxn>
              <a:cxn ang="0">
                <a:pos x="csX1617" y="csY1617"/>
              </a:cxn>
              <a:cxn ang="0">
                <a:pos x="csX1618" y="csY1618"/>
              </a:cxn>
              <a:cxn ang="0">
                <a:pos x="csX1619" y="csY1619"/>
              </a:cxn>
              <a:cxn ang="0">
                <a:pos x="csX1620" y="csY1620"/>
              </a:cxn>
              <a:cxn ang="0">
                <a:pos x="csX1621" y="csY1621"/>
              </a:cxn>
              <a:cxn ang="0">
                <a:pos x="csX1622" y="csY1622"/>
              </a:cxn>
              <a:cxn ang="0">
                <a:pos x="csX1623" y="csY1623"/>
              </a:cxn>
              <a:cxn ang="0">
                <a:pos x="csX1624" y="csY1624"/>
              </a:cxn>
              <a:cxn ang="0">
                <a:pos x="csX1625" y="csY1625"/>
              </a:cxn>
              <a:cxn ang="0">
                <a:pos x="csX1626" y="csY1626"/>
              </a:cxn>
              <a:cxn ang="0">
                <a:pos x="csX1627" y="csY1627"/>
              </a:cxn>
              <a:cxn ang="0">
                <a:pos x="csX1628" y="csY1628"/>
              </a:cxn>
              <a:cxn ang="0">
                <a:pos x="csX1629" y="csY1629"/>
              </a:cxn>
              <a:cxn ang="0">
                <a:pos x="csX1630" y="csY1630"/>
              </a:cxn>
              <a:cxn ang="0">
                <a:pos x="csX1631" y="csY1631"/>
              </a:cxn>
              <a:cxn ang="0">
                <a:pos x="csX1632" y="csY1632"/>
              </a:cxn>
              <a:cxn ang="0">
                <a:pos x="csX1633" y="csY1633"/>
              </a:cxn>
              <a:cxn ang="0">
                <a:pos x="csX1634" y="csY1634"/>
              </a:cxn>
              <a:cxn ang="0">
                <a:pos x="csX1635" y="csY1635"/>
              </a:cxn>
              <a:cxn ang="0">
                <a:pos x="csX1636" y="csY1636"/>
              </a:cxn>
              <a:cxn ang="0">
                <a:pos x="csX1637" y="csY1637"/>
              </a:cxn>
              <a:cxn ang="0">
                <a:pos x="csX1638" y="csY1638"/>
              </a:cxn>
              <a:cxn ang="0">
                <a:pos x="csX1639" y="csY1639"/>
              </a:cxn>
              <a:cxn ang="0">
                <a:pos x="csX1640" y="csY1640"/>
              </a:cxn>
              <a:cxn ang="0">
                <a:pos x="csX1641" y="csY1641"/>
              </a:cxn>
              <a:cxn ang="0">
                <a:pos x="csX1642" y="csY1642"/>
              </a:cxn>
              <a:cxn ang="0">
                <a:pos x="csX1643" y="csY1643"/>
              </a:cxn>
              <a:cxn ang="0">
                <a:pos x="csX1644" y="csY1644"/>
              </a:cxn>
              <a:cxn ang="0">
                <a:pos x="csX1645" y="csY1645"/>
              </a:cxn>
              <a:cxn ang="0">
                <a:pos x="csX1646" y="csY1646"/>
              </a:cxn>
              <a:cxn ang="0">
                <a:pos x="csX1647" y="csY1647"/>
              </a:cxn>
              <a:cxn ang="0">
                <a:pos x="csX1648" y="csY1648"/>
              </a:cxn>
              <a:cxn ang="0">
                <a:pos x="csX1649" y="csY1649"/>
              </a:cxn>
              <a:cxn ang="0">
                <a:pos x="csX1650" y="csY1650"/>
              </a:cxn>
              <a:cxn ang="0">
                <a:pos x="csX1651" y="csY1651"/>
              </a:cxn>
              <a:cxn ang="0">
                <a:pos x="csX1652" y="csY1652"/>
              </a:cxn>
              <a:cxn ang="0">
                <a:pos x="csX1653" y="csY1653"/>
              </a:cxn>
              <a:cxn ang="0">
                <a:pos x="csX1654" y="csY1654"/>
              </a:cxn>
              <a:cxn ang="0">
                <a:pos x="csX1655" y="csY1655"/>
              </a:cxn>
              <a:cxn ang="0">
                <a:pos x="csX1656" y="csY1656"/>
              </a:cxn>
              <a:cxn ang="0">
                <a:pos x="csX1657" y="csY1657"/>
              </a:cxn>
              <a:cxn ang="0">
                <a:pos x="csX1658" y="csY1658"/>
              </a:cxn>
              <a:cxn ang="0">
                <a:pos x="csX1659" y="csY1659"/>
              </a:cxn>
              <a:cxn ang="0">
                <a:pos x="csX1660" y="csY1660"/>
              </a:cxn>
              <a:cxn ang="0">
                <a:pos x="csX1661" y="csY1661"/>
              </a:cxn>
              <a:cxn ang="0">
                <a:pos x="csX1662" y="csY1662"/>
              </a:cxn>
              <a:cxn ang="0">
                <a:pos x="csX1663" y="csY1663"/>
              </a:cxn>
              <a:cxn ang="0">
                <a:pos x="csX1664" y="csY1664"/>
              </a:cxn>
              <a:cxn ang="0">
                <a:pos x="csX1665" y="csY1665"/>
              </a:cxn>
              <a:cxn ang="0">
                <a:pos x="csX1666" y="csY1666"/>
              </a:cxn>
              <a:cxn ang="0">
                <a:pos x="csX1667" y="csY1667"/>
              </a:cxn>
              <a:cxn ang="0">
                <a:pos x="csX1668" y="csY1668"/>
              </a:cxn>
              <a:cxn ang="0">
                <a:pos x="csX1669" y="csY1669"/>
              </a:cxn>
              <a:cxn ang="0">
                <a:pos x="csX1670" y="csY1670"/>
              </a:cxn>
              <a:cxn ang="0">
                <a:pos x="csX1671" y="csY1671"/>
              </a:cxn>
              <a:cxn ang="0">
                <a:pos x="csX1672" y="csY1672"/>
              </a:cxn>
              <a:cxn ang="0">
                <a:pos x="csX1673" y="csY1673"/>
              </a:cxn>
              <a:cxn ang="0">
                <a:pos x="csX1674" y="csY1674"/>
              </a:cxn>
              <a:cxn ang="0">
                <a:pos x="csX1675" y="csY1675"/>
              </a:cxn>
              <a:cxn ang="0">
                <a:pos x="csX1676" y="csY1676"/>
              </a:cxn>
              <a:cxn ang="0">
                <a:pos x="csX1677" y="csY1677"/>
              </a:cxn>
              <a:cxn ang="0">
                <a:pos x="csX1678" y="csY1678"/>
              </a:cxn>
              <a:cxn ang="0">
                <a:pos x="csX1679" y="csY1679"/>
              </a:cxn>
              <a:cxn ang="0">
                <a:pos x="csX1680" y="csY1680"/>
              </a:cxn>
              <a:cxn ang="0">
                <a:pos x="csX1681" y="csY1681"/>
              </a:cxn>
              <a:cxn ang="0">
                <a:pos x="csX1682" y="csY1682"/>
              </a:cxn>
              <a:cxn ang="0">
                <a:pos x="csX1683" y="csY1683"/>
              </a:cxn>
              <a:cxn ang="0">
                <a:pos x="csX1684" y="csY1684"/>
              </a:cxn>
              <a:cxn ang="0">
                <a:pos x="csX1685" y="csY1685"/>
              </a:cxn>
              <a:cxn ang="0">
                <a:pos x="csX1686" y="csY1686"/>
              </a:cxn>
              <a:cxn ang="0">
                <a:pos x="csX1687" y="csY1687"/>
              </a:cxn>
              <a:cxn ang="0">
                <a:pos x="csX1688" y="csY1688"/>
              </a:cxn>
              <a:cxn ang="0">
                <a:pos x="csX1689" y="csY1689"/>
              </a:cxn>
              <a:cxn ang="0">
                <a:pos x="csX1690" y="csY1690"/>
              </a:cxn>
              <a:cxn ang="0">
                <a:pos x="csX1691" y="csY1691"/>
              </a:cxn>
              <a:cxn ang="0">
                <a:pos x="csX1692" y="csY1692"/>
              </a:cxn>
              <a:cxn ang="0">
                <a:pos x="csX1693" y="csY1693"/>
              </a:cxn>
              <a:cxn ang="0">
                <a:pos x="csX1694" y="csY1694"/>
              </a:cxn>
              <a:cxn ang="0">
                <a:pos x="csX1695" y="csY1695"/>
              </a:cxn>
              <a:cxn ang="0">
                <a:pos x="csX1696" y="csY1696"/>
              </a:cxn>
              <a:cxn ang="0">
                <a:pos x="csX1697" y="csY1697"/>
              </a:cxn>
              <a:cxn ang="0">
                <a:pos x="csX1698" y="csY1698"/>
              </a:cxn>
              <a:cxn ang="0">
                <a:pos x="csX1699" y="csY1699"/>
              </a:cxn>
              <a:cxn ang="0">
                <a:pos x="csX1700" y="csY1700"/>
              </a:cxn>
              <a:cxn ang="0">
                <a:pos x="csX1701" y="csY1701"/>
              </a:cxn>
              <a:cxn ang="0">
                <a:pos x="csX1702" y="csY1702"/>
              </a:cxn>
              <a:cxn ang="0">
                <a:pos x="csX1703" y="csY1703"/>
              </a:cxn>
              <a:cxn ang="0">
                <a:pos x="csX1704" y="csY1704"/>
              </a:cxn>
              <a:cxn ang="0">
                <a:pos x="csX1705" y="csY1705"/>
              </a:cxn>
              <a:cxn ang="0">
                <a:pos x="csX1706" y="csY1706"/>
              </a:cxn>
              <a:cxn ang="0">
                <a:pos x="csX1707" y="csY1707"/>
              </a:cxn>
              <a:cxn ang="0">
                <a:pos x="csX1708" y="csY1708"/>
              </a:cxn>
              <a:cxn ang="0">
                <a:pos x="csX1709" y="csY1709"/>
              </a:cxn>
              <a:cxn ang="0">
                <a:pos x="csX1710" y="csY1710"/>
              </a:cxn>
              <a:cxn ang="0">
                <a:pos x="csX1711" y="csY1711"/>
              </a:cxn>
              <a:cxn ang="0">
                <a:pos x="csX1712" y="csY1712"/>
              </a:cxn>
              <a:cxn ang="0">
                <a:pos x="csX1713" y="csY1713"/>
              </a:cxn>
              <a:cxn ang="0">
                <a:pos x="csX1714" y="csY1714"/>
              </a:cxn>
              <a:cxn ang="0">
                <a:pos x="csX1715" y="csY1715"/>
              </a:cxn>
              <a:cxn ang="0">
                <a:pos x="csX1716" y="csY1716"/>
              </a:cxn>
              <a:cxn ang="0">
                <a:pos x="csX1717" y="csY1717"/>
              </a:cxn>
              <a:cxn ang="0">
                <a:pos x="csX1718" y="csY1718"/>
              </a:cxn>
              <a:cxn ang="0">
                <a:pos x="csX1719" y="csY1719"/>
              </a:cxn>
              <a:cxn ang="0">
                <a:pos x="csX1720" y="csY1720"/>
              </a:cxn>
              <a:cxn ang="0">
                <a:pos x="csX1721" y="csY1721"/>
              </a:cxn>
              <a:cxn ang="0">
                <a:pos x="csX1722" y="csY1722"/>
              </a:cxn>
              <a:cxn ang="0">
                <a:pos x="csX1723" y="csY1723"/>
              </a:cxn>
              <a:cxn ang="0">
                <a:pos x="csX1724" y="csY1724"/>
              </a:cxn>
              <a:cxn ang="0">
                <a:pos x="csX1725" y="csY1725"/>
              </a:cxn>
              <a:cxn ang="0">
                <a:pos x="csX1726" y="csY1726"/>
              </a:cxn>
              <a:cxn ang="0">
                <a:pos x="csX1727" y="csY1727"/>
              </a:cxn>
              <a:cxn ang="0">
                <a:pos x="csX1728" y="csY1728"/>
              </a:cxn>
              <a:cxn ang="0">
                <a:pos x="csX1729" y="csY1729"/>
              </a:cxn>
              <a:cxn ang="0">
                <a:pos x="csX1730" y="csY1730"/>
              </a:cxn>
              <a:cxn ang="0">
                <a:pos x="csX1731" y="csY1731"/>
              </a:cxn>
              <a:cxn ang="0">
                <a:pos x="csX1732" y="csY1732"/>
              </a:cxn>
              <a:cxn ang="0">
                <a:pos x="csX1733" y="csY1733"/>
              </a:cxn>
              <a:cxn ang="0">
                <a:pos x="csX1734" y="csY1734"/>
              </a:cxn>
              <a:cxn ang="0">
                <a:pos x="csX1735" y="csY1735"/>
              </a:cxn>
              <a:cxn ang="0">
                <a:pos x="csX1736" y="csY1736"/>
              </a:cxn>
              <a:cxn ang="0">
                <a:pos x="csX1737" y="csY1737"/>
              </a:cxn>
              <a:cxn ang="0">
                <a:pos x="csX1738" y="csY1738"/>
              </a:cxn>
              <a:cxn ang="0">
                <a:pos x="csX1739" y="csY1739"/>
              </a:cxn>
              <a:cxn ang="0">
                <a:pos x="csX1740" y="csY1740"/>
              </a:cxn>
              <a:cxn ang="0">
                <a:pos x="csX1741" y="csY1741"/>
              </a:cxn>
              <a:cxn ang="0">
                <a:pos x="csX1742" y="csY1742"/>
              </a:cxn>
              <a:cxn ang="0">
                <a:pos x="csX1743" y="csY1743"/>
              </a:cxn>
              <a:cxn ang="0">
                <a:pos x="csX1744" y="csY1744"/>
              </a:cxn>
              <a:cxn ang="0">
                <a:pos x="csX1745" y="csY1745"/>
              </a:cxn>
              <a:cxn ang="0">
                <a:pos x="csX1746" y="csY1746"/>
              </a:cxn>
              <a:cxn ang="0">
                <a:pos x="csX1747" y="csY1747"/>
              </a:cxn>
              <a:cxn ang="0">
                <a:pos x="csX1748" y="csY1748"/>
              </a:cxn>
              <a:cxn ang="0">
                <a:pos x="csX1749" y="csY1749"/>
              </a:cxn>
              <a:cxn ang="0">
                <a:pos x="csX1750" y="csY1750"/>
              </a:cxn>
              <a:cxn ang="0">
                <a:pos x="csX1751" y="csY1751"/>
              </a:cxn>
              <a:cxn ang="0">
                <a:pos x="csX1752" y="csY1752"/>
              </a:cxn>
              <a:cxn ang="0">
                <a:pos x="csX1753" y="csY1753"/>
              </a:cxn>
              <a:cxn ang="0">
                <a:pos x="csX1754" y="csY1754"/>
              </a:cxn>
              <a:cxn ang="0">
                <a:pos x="csX1755" y="csY1755"/>
              </a:cxn>
              <a:cxn ang="0">
                <a:pos x="csX1756" y="csY1756"/>
              </a:cxn>
              <a:cxn ang="0">
                <a:pos x="csX1757" y="csY1757"/>
              </a:cxn>
              <a:cxn ang="0">
                <a:pos x="csX1758" y="csY1758"/>
              </a:cxn>
              <a:cxn ang="0">
                <a:pos x="csX1759" y="csY1759"/>
              </a:cxn>
              <a:cxn ang="0">
                <a:pos x="csX1760" y="csY1760"/>
              </a:cxn>
              <a:cxn ang="0">
                <a:pos x="csX1761" y="csY1761"/>
              </a:cxn>
              <a:cxn ang="0">
                <a:pos x="csX1762" y="csY1762"/>
              </a:cxn>
              <a:cxn ang="0">
                <a:pos x="csX1763" y="csY1763"/>
              </a:cxn>
              <a:cxn ang="0">
                <a:pos x="csX1764" y="csY1764"/>
              </a:cxn>
              <a:cxn ang="0">
                <a:pos x="csX1765" y="csY1765"/>
              </a:cxn>
              <a:cxn ang="0">
                <a:pos x="csX1766" y="csY1766"/>
              </a:cxn>
              <a:cxn ang="0">
                <a:pos x="csX1767" y="csY1767"/>
              </a:cxn>
              <a:cxn ang="0">
                <a:pos x="csX1768" y="csY1768"/>
              </a:cxn>
              <a:cxn ang="0">
                <a:pos x="csX1769" y="csY1769"/>
              </a:cxn>
              <a:cxn ang="0">
                <a:pos x="csX1770" y="csY1770"/>
              </a:cxn>
              <a:cxn ang="0">
                <a:pos x="csX1771" y="csY1771"/>
              </a:cxn>
              <a:cxn ang="0">
                <a:pos x="csX1772" y="csY1772"/>
              </a:cxn>
              <a:cxn ang="0">
                <a:pos x="csX1773" y="csY1773"/>
              </a:cxn>
              <a:cxn ang="0">
                <a:pos x="csX1774" y="csY1774"/>
              </a:cxn>
              <a:cxn ang="0">
                <a:pos x="csX1775" y="csY1775"/>
              </a:cxn>
              <a:cxn ang="0">
                <a:pos x="csX1776" y="csY1776"/>
              </a:cxn>
              <a:cxn ang="0">
                <a:pos x="csX1777" y="csY1777"/>
              </a:cxn>
              <a:cxn ang="0">
                <a:pos x="csX1778" y="csY1778"/>
              </a:cxn>
              <a:cxn ang="0">
                <a:pos x="csX1779" y="csY1779"/>
              </a:cxn>
              <a:cxn ang="0">
                <a:pos x="csX1780" y="csY1780"/>
              </a:cxn>
              <a:cxn ang="0">
                <a:pos x="csX1781" y="csY1781"/>
              </a:cxn>
              <a:cxn ang="0">
                <a:pos x="csX1782" y="csY1782"/>
              </a:cxn>
              <a:cxn ang="0">
                <a:pos x="csX1783" y="csY1783"/>
              </a:cxn>
              <a:cxn ang="0">
                <a:pos x="csX1784" y="csY1784"/>
              </a:cxn>
              <a:cxn ang="0">
                <a:pos x="csX1785" y="csY1785"/>
              </a:cxn>
              <a:cxn ang="0">
                <a:pos x="csX1786" y="csY1786"/>
              </a:cxn>
              <a:cxn ang="0">
                <a:pos x="csX1787" y="csY1787"/>
              </a:cxn>
              <a:cxn ang="0">
                <a:pos x="csX1788" y="csY1788"/>
              </a:cxn>
              <a:cxn ang="0">
                <a:pos x="csX1789" y="csY1789"/>
              </a:cxn>
              <a:cxn ang="0">
                <a:pos x="csX1790" y="csY1790"/>
              </a:cxn>
              <a:cxn ang="0">
                <a:pos x="csX1791" y="csY1791"/>
              </a:cxn>
              <a:cxn ang="0">
                <a:pos x="csX1792" y="csY1792"/>
              </a:cxn>
              <a:cxn ang="0">
                <a:pos x="csX1793" y="csY1793"/>
              </a:cxn>
              <a:cxn ang="0">
                <a:pos x="csX1794" y="csY1794"/>
              </a:cxn>
              <a:cxn ang="0">
                <a:pos x="csX1795" y="csY1795"/>
              </a:cxn>
              <a:cxn ang="0">
                <a:pos x="csX1796" y="csY1796"/>
              </a:cxn>
              <a:cxn ang="0">
                <a:pos x="csX1797" y="csY1797"/>
              </a:cxn>
              <a:cxn ang="0">
                <a:pos x="csX1798" y="csY1798"/>
              </a:cxn>
              <a:cxn ang="0">
                <a:pos x="csX1799" y="csY1799"/>
              </a:cxn>
              <a:cxn ang="0">
                <a:pos x="csX1800" y="csY1800"/>
              </a:cxn>
              <a:cxn ang="0">
                <a:pos x="csX1801" y="csY1801"/>
              </a:cxn>
              <a:cxn ang="0">
                <a:pos x="csX1802" y="csY1802"/>
              </a:cxn>
              <a:cxn ang="0">
                <a:pos x="csX1803" y="csY1803"/>
              </a:cxn>
              <a:cxn ang="0">
                <a:pos x="csX1804" y="csY1804"/>
              </a:cxn>
              <a:cxn ang="0">
                <a:pos x="csX1805" y="csY1805"/>
              </a:cxn>
              <a:cxn ang="0">
                <a:pos x="csX1806" y="csY1806"/>
              </a:cxn>
              <a:cxn ang="0">
                <a:pos x="csX1807" y="csY1807"/>
              </a:cxn>
              <a:cxn ang="0">
                <a:pos x="csX1808" y="csY1808"/>
              </a:cxn>
              <a:cxn ang="0">
                <a:pos x="csX1809" y="csY1809"/>
              </a:cxn>
              <a:cxn ang="0">
                <a:pos x="csX1810" y="csY1810"/>
              </a:cxn>
              <a:cxn ang="0">
                <a:pos x="csX1811" y="csY1811"/>
              </a:cxn>
              <a:cxn ang="0">
                <a:pos x="csX1812" y="csY1812"/>
              </a:cxn>
              <a:cxn ang="0">
                <a:pos x="csX1813" y="csY1813"/>
              </a:cxn>
              <a:cxn ang="0">
                <a:pos x="csX1814" y="csY1814"/>
              </a:cxn>
              <a:cxn ang="0">
                <a:pos x="csX1815" y="csY1815"/>
              </a:cxn>
              <a:cxn ang="0">
                <a:pos x="csX1816" y="csY1816"/>
              </a:cxn>
              <a:cxn ang="0">
                <a:pos x="csX1817" y="csY1817"/>
              </a:cxn>
              <a:cxn ang="0">
                <a:pos x="csX1818" y="csY1818"/>
              </a:cxn>
              <a:cxn ang="0">
                <a:pos x="csX1819" y="csY1819"/>
              </a:cxn>
              <a:cxn ang="0">
                <a:pos x="csX1820" y="csY1820"/>
              </a:cxn>
              <a:cxn ang="0">
                <a:pos x="csX1821" y="csY1821"/>
              </a:cxn>
              <a:cxn ang="0">
                <a:pos x="csX1822" y="csY1822"/>
              </a:cxn>
              <a:cxn ang="0">
                <a:pos x="csX1823" y="csY1823"/>
              </a:cxn>
              <a:cxn ang="0">
                <a:pos x="csX1824" y="csY1824"/>
              </a:cxn>
              <a:cxn ang="0">
                <a:pos x="csX1825" y="csY1825"/>
              </a:cxn>
              <a:cxn ang="0">
                <a:pos x="csX1826" y="csY1826"/>
              </a:cxn>
              <a:cxn ang="0">
                <a:pos x="csX1827" y="csY1827"/>
              </a:cxn>
              <a:cxn ang="0">
                <a:pos x="csX1828" y="csY1828"/>
              </a:cxn>
              <a:cxn ang="0">
                <a:pos x="csX1829" y="csY1829"/>
              </a:cxn>
              <a:cxn ang="0">
                <a:pos x="csX1830" y="csY1830"/>
              </a:cxn>
              <a:cxn ang="0">
                <a:pos x="csX1831" y="csY1831"/>
              </a:cxn>
              <a:cxn ang="0">
                <a:pos x="csX1832" y="csY1832"/>
              </a:cxn>
              <a:cxn ang="0">
                <a:pos x="csX1833" y="csY1833"/>
              </a:cxn>
              <a:cxn ang="0">
                <a:pos x="csX1834" y="csY1834"/>
              </a:cxn>
              <a:cxn ang="0">
                <a:pos x="csX1835" y="csY1835"/>
              </a:cxn>
              <a:cxn ang="0">
                <a:pos x="csX1836" y="csY1836"/>
              </a:cxn>
              <a:cxn ang="0">
                <a:pos x="csX1837" y="csY1837"/>
              </a:cxn>
              <a:cxn ang="0">
                <a:pos x="csX1838" y="csY1838"/>
              </a:cxn>
              <a:cxn ang="0">
                <a:pos x="csX1839" y="csY1839"/>
              </a:cxn>
              <a:cxn ang="0">
                <a:pos x="csX1840" y="csY1840"/>
              </a:cxn>
              <a:cxn ang="0">
                <a:pos x="csX1841" y="csY1841"/>
              </a:cxn>
              <a:cxn ang="0">
                <a:pos x="csX1842" y="csY1842"/>
              </a:cxn>
              <a:cxn ang="0">
                <a:pos x="csX1843" y="csY1843"/>
              </a:cxn>
              <a:cxn ang="0">
                <a:pos x="csX1844" y="csY1844"/>
              </a:cxn>
              <a:cxn ang="0">
                <a:pos x="csX1845" y="csY1845"/>
              </a:cxn>
              <a:cxn ang="0">
                <a:pos x="csX1846" y="csY1846"/>
              </a:cxn>
              <a:cxn ang="0">
                <a:pos x="csX1847" y="csY1847"/>
              </a:cxn>
              <a:cxn ang="0">
                <a:pos x="csX1848" y="csY1848"/>
              </a:cxn>
              <a:cxn ang="0">
                <a:pos x="csX1849" y="csY1849"/>
              </a:cxn>
              <a:cxn ang="0">
                <a:pos x="csX1850" y="csY1850"/>
              </a:cxn>
              <a:cxn ang="0">
                <a:pos x="csX1851" y="csY1851"/>
              </a:cxn>
              <a:cxn ang="0">
                <a:pos x="csX1852" y="csY1852"/>
              </a:cxn>
              <a:cxn ang="0">
                <a:pos x="csX1853" y="csY1853"/>
              </a:cxn>
              <a:cxn ang="0">
                <a:pos x="csX1854" y="csY1854"/>
              </a:cxn>
              <a:cxn ang="0">
                <a:pos x="csX1855" y="csY1855"/>
              </a:cxn>
              <a:cxn ang="0">
                <a:pos x="csX1856" y="csY1856"/>
              </a:cxn>
              <a:cxn ang="0">
                <a:pos x="csX1857" y="csY1857"/>
              </a:cxn>
              <a:cxn ang="0">
                <a:pos x="csX1858" y="csY1858"/>
              </a:cxn>
              <a:cxn ang="0">
                <a:pos x="csX1859" y="csY1859"/>
              </a:cxn>
              <a:cxn ang="0">
                <a:pos x="csX1860" y="csY1860"/>
              </a:cxn>
              <a:cxn ang="0">
                <a:pos x="csX1861" y="csY1861"/>
              </a:cxn>
              <a:cxn ang="0">
                <a:pos x="csX1862" y="csY1862"/>
              </a:cxn>
              <a:cxn ang="0">
                <a:pos x="csX1863" y="csY1863"/>
              </a:cxn>
              <a:cxn ang="0">
                <a:pos x="csX1864" y="csY1864"/>
              </a:cxn>
              <a:cxn ang="0">
                <a:pos x="csX1865" y="csY1865"/>
              </a:cxn>
              <a:cxn ang="0">
                <a:pos x="csX1866" y="csY1866"/>
              </a:cxn>
              <a:cxn ang="0">
                <a:pos x="csX1867" y="csY1867"/>
              </a:cxn>
              <a:cxn ang="0">
                <a:pos x="csX1868" y="csY1868"/>
              </a:cxn>
              <a:cxn ang="0">
                <a:pos x="csX1869" y="csY1869"/>
              </a:cxn>
              <a:cxn ang="0">
                <a:pos x="csX1870" y="csY1870"/>
              </a:cxn>
              <a:cxn ang="0">
                <a:pos x="csX1871" y="csY1871"/>
              </a:cxn>
              <a:cxn ang="0">
                <a:pos x="csX1872" y="csY1872"/>
              </a:cxn>
              <a:cxn ang="0">
                <a:pos x="csX1873" y="csY1873"/>
              </a:cxn>
              <a:cxn ang="0">
                <a:pos x="csX1874" y="csY1874"/>
              </a:cxn>
              <a:cxn ang="0">
                <a:pos x="csX1875" y="csY1875"/>
              </a:cxn>
              <a:cxn ang="0">
                <a:pos x="csX1876" y="csY1876"/>
              </a:cxn>
              <a:cxn ang="0">
                <a:pos x="csX1877" y="csY1877"/>
              </a:cxn>
              <a:cxn ang="0">
                <a:pos x="csX1878" y="csY1878"/>
              </a:cxn>
              <a:cxn ang="0">
                <a:pos x="csX1879" y="csY1879"/>
              </a:cxn>
              <a:cxn ang="0">
                <a:pos x="csX1880" y="csY1880"/>
              </a:cxn>
              <a:cxn ang="0">
                <a:pos x="csX1881" y="csY1881"/>
              </a:cxn>
              <a:cxn ang="0">
                <a:pos x="csX1882" y="csY1882"/>
              </a:cxn>
              <a:cxn ang="0">
                <a:pos x="csX1883" y="csY1883"/>
              </a:cxn>
              <a:cxn ang="0">
                <a:pos x="csX1884" y="csY1884"/>
              </a:cxn>
              <a:cxn ang="0">
                <a:pos x="csX1885" y="csY1885"/>
              </a:cxn>
              <a:cxn ang="0">
                <a:pos x="csX1886" y="csY1886"/>
              </a:cxn>
              <a:cxn ang="0">
                <a:pos x="csX1887" y="csY1887"/>
              </a:cxn>
            </a:cxnLst>
            <a:rect l="l" t="t" r="r" b="b"/>
            <a:pathLst>
              <a:path w="1443099" h="1443095">
                <a:moveTo>
                  <a:pt x="721547" y="0"/>
                </a:moveTo>
                <a:lnTo>
                  <a:pt x="721863" y="5320"/>
                </a:lnTo>
                <a:lnTo>
                  <a:pt x="722183" y="10639"/>
                </a:lnTo>
                <a:lnTo>
                  <a:pt x="722501" y="15959"/>
                </a:lnTo>
                <a:lnTo>
                  <a:pt x="722819" y="21279"/>
                </a:lnTo>
                <a:lnTo>
                  <a:pt x="723135" y="26598"/>
                </a:lnTo>
                <a:lnTo>
                  <a:pt x="723451" y="31918"/>
                </a:lnTo>
                <a:lnTo>
                  <a:pt x="723767" y="37237"/>
                </a:lnTo>
                <a:lnTo>
                  <a:pt x="724087" y="42557"/>
                </a:lnTo>
                <a:lnTo>
                  <a:pt x="724405" y="47877"/>
                </a:lnTo>
                <a:lnTo>
                  <a:pt x="724721" y="53196"/>
                </a:lnTo>
                <a:lnTo>
                  <a:pt x="725039" y="58516"/>
                </a:lnTo>
                <a:lnTo>
                  <a:pt x="725355" y="63836"/>
                </a:lnTo>
                <a:lnTo>
                  <a:pt x="725675" y="69155"/>
                </a:lnTo>
                <a:lnTo>
                  <a:pt x="725991" y="74475"/>
                </a:lnTo>
                <a:lnTo>
                  <a:pt x="726307" y="79795"/>
                </a:lnTo>
                <a:lnTo>
                  <a:pt x="726625" y="85114"/>
                </a:lnTo>
                <a:lnTo>
                  <a:pt x="726945" y="90434"/>
                </a:lnTo>
                <a:lnTo>
                  <a:pt x="727263" y="95753"/>
                </a:lnTo>
                <a:lnTo>
                  <a:pt x="727579" y="101073"/>
                </a:lnTo>
                <a:lnTo>
                  <a:pt x="727895" y="106393"/>
                </a:lnTo>
                <a:lnTo>
                  <a:pt x="728211" y="111712"/>
                </a:lnTo>
                <a:lnTo>
                  <a:pt x="728527" y="117035"/>
                </a:lnTo>
                <a:lnTo>
                  <a:pt x="728847" y="122355"/>
                </a:lnTo>
                <a:lnTo>
                  <a:pt x="729165" y="127674"/>
                </a:lnTo>
                <a:lnTo>
                  <a:pt x="729483" y="132991"/>
                </a:lnTo>
                <a:lnTo>
                  <a:pt x="729799" y="138314"/>
                </a:lnTo>
                <a:lnTo>
                  <a:pt x="730115" y="143633"/>
                </a:lnTo>
                <a:lnTo>
                  <a:pt x="730435" y="148953"/>
                </a:lnTo>
                <a:lnTo>
                  <a:pt x="730751" y="154273"/>
                </a:lnTo>
                <a:lnTo>
                  <a:pt x="731069" y="159592"/>
                </a:lnTo>
                <a:lnTo>
                  <a:pt x="731387" y="164912"/>
                </a:lnTo>
                <a:lnTo>
                  <a:pt x="731705" y="170232"/>
                </a:lnTo>
                <a:lnTo>
                  <a:pt x="732023" y="175551"/>
                </a:lnTo>
                <a:lnTo>
                  <a:pt x="732339" y="180871"/>
                </a:lnTo>
                <a:lnTo>
                  <a:pt x="732655" y="186191"/>
                </a:lnTo>
                <a:lnTo>
                  <a:pt x="732971" y="191510"/>
                </a:lnTo>
                <a:lnTo>
                  <a:pt x="733291" y="196830"/>
                </a:lnTo>
                <a:lnTo>
                  <a:pt x="733609" y="202149"/>
                </a:lnTo>
                <a:lnTo>
                  <a:pt x="733927" y="207469"/>
                </a:lnTo>
                <a:lnTo>
                  <a:pt x="734243" y="212789"/>
                </a:lnTo>
                <a:lnTo>
                  <a:pt x="734559" y="218108"/>
                </a:lnTo>
                <a:lnTo>
                  <a:pt x="734875" y="223428"/>
                </a:lnTo>
                <a:lnTo>
                  <a:pt x="735195" y="228748"/>
                </a:lnTo>
                <a:lnTo>
                  <a:pt x="735513" y="234067"/>
                </a:lnTo>
                <a:lnTo>
                  <a:pt x="735829" y="239387"/>
                </a:lnTo>
                <a:lnTo>
                  <a:pt x="736147" y="244706"/>
                </a:lnTo>
                <a:lnTo>
                  <a:pt x="736463" y="250026"/>
                </a:lnTo>
                <a:lnTo>
                  <a:pt x="736783" y="255346"/>
                </a:lnTo>
                <a:lnTo>
                  <a:pt x="737099" y="260665"/>
                </a:lnTo>
                <a:lnTo>
                  <a:pt x="737415" y="265985"/>
                </a:lnTo>
                <a:lnTo>
                  <a:pt x="737733" y="271305"/>
                </a:lnTo>
                <a:lnTo>
                  <a:pt x="738053" y="276624"/>
                </a:lnTo>
                <a:lnTo>
                  <a:pt x="738371" y="281944"/>
                </a:lnTo>
                <a:lnTo>
                  <a:pt x="738687" y="287264"/>
                </a:lnTo>
                <a:lnTo>
                  <a:pt x="739003" y="292583"/>
                </a:lnTo>
                <a:lnTo>
                  <a:pt x="739319" y="297903"/>
                </a:lnTo>
                <a:lnTo>
                  <a:pt x="739639" y="303223"/>
                </a:lnTo>
                <a:lnTo>
                  <a:pt x="739955" y="308542"/>
                </a:lnTo>
                <a:lnTo>
                  <a:pt x="740273" y="313862"/>
                </a:lnTo>
                <a:lnTo>
                  <a:pt x="740591" y="319181"/>
                </a:lnTo>
                <a:lnTo>
                  <a:pt x="740907" y="324501"/>
                </a:lnTo>
                <a:lnTo>
                  <a:pt x="741223" y="329824"/>
                </a:lnTo>
                <a:lnTo>
                  <a:pt x="741543" y="335144"/>
                </a:lnTo>
                <a:lnTo>
                  <a:pt x="741859" y="340463"/>
                </a:lnTo>
                <a:lnTo>
                  <a:pt x="742177" y="345783"/>
                </a:lnTo>
                <a:lnTo>
                  <a:pt x="742493" y="351102"/>
                </a:lnTo>
                <a:lnTo>
                  <a:pt x="742811" y="356422"/>
                </a:lnTo>
                <a:lnTo>
                  <a:pt x="743131" y="361742"/>
                </a:lnTo>
                <a:lnTo>
                  <a:pt x="743447" y="367061"/>
                </a:lnTo>
                <a:lnTo>
                  <a:pt x="743763" y="372381"/>
                </a:lnTo>
                <a:lnTo>
                  <a:pt x="744079" y="377701"/>
                </a:lnTo>
                <a:lnTo>
                  <a:pt x="744397" y="383020"/>
                </a:lnTo>
                <a:lnTo>
                  <a:pt x="744717" y="388340"/>
                </a:lnTo>
                <a:lnTo>
                  <a:pt x="745033" y="393660"/>
                </a:lnTo>
                <a:lnTo>
                  <a:pt x="745351" y="398979"/>
                </a:lnTo>
                <a:lnTo>
                  <a:pt x="745667" y="404299"/>
                </a:lnTo>
                <a:lnTo>
                  <a:pt x="745983" y="409618"/>
                </a:lnTo>
                <a:lnTo>
                  <a:pt x="746303" y="414938"/>
                </a:lnTo>
                <a:lnTo>
                  <a:pt x="746619" y="420258"/>
                </a:lnTo>
                <a:lnTo>
                  <a:pt x="746937" y="425577"/>
                </a:lnTo>
                <a:lnTo>
                  <a:pt x="747255" y="430897"/>
                </a:lnTo>
                <a:lnTo>
                  <a:pt x="747571" y="436217"/>
                </a:lnTo>
                <a:lnTo>
                  <a:pt x="747891" y="441536"/>
                </a:lnTo>
                <a:lnTo>
                  <a:pt x="748207" y="446856"/>
                </a:lnTo>
                <a:lnTo>
                  <a:pt x="748523" y="452176"/>
                </a:lnTo>
                <a:lnTo>
                  <a:pt x="748841" y="457495"/>
                </a:lnTo>
                <a:lnTo>
                  <a:pt x="749157" y="462815"/>
                </a:lnTo>
                <a:lnTo>
                  <a:pt x="749477" y="468134"/>
                </a:lnTo>
                <a:lnTo>
                  <a:pt x="749795" y="473454"/>
                </a:lnTo>
                <a:lnTo>
                  <a:pt x="750111" y="478774"/>
                </a:lnTo>
                <a:lnTo>
                  <a:pt x="750427" y="484093"/>
                </a:lnTo>
                <a:lnTo>
                  <a:pt x="750743" y="489413"/>
                </a:lnTo>
                <a:lnTo>
                  <a:pt x="751063" y="494733"/>
                </a:lnTo>
                <a:lnTo>
                  <a:pt x="751381" y="500052"/>
                </a:lnTo>
                <a:lnTo>
                  <a:pt x="751697" y="505372"/>
                </a:lnTo>
                <a:lnTo>
                  <a:pt x="752015" y="510692"/>
                </a:lnTo>
                <a:lnTo>
                  <a:pt x="752331" y="516011"/>
                </a:lnTo>
                <a:lnTo>
                  <a:pt x="752651" y="521331"/>
                </a:lnTo>
                <a:lnTo>
                  <a:pt x="752967" y="526651"/>
                </a:lnTo>
                <a:lnTo>
                  <a:pt x="753285" y="531970"/>
                </a:lnTo>
                <a:lnTo>
                  <a:pt x="753601" y="537290"/>
                </a:lnTo>
                <a:lnTo>
                  <a:pt x="753919" y="542609"/>
                </a:lnTo>
                <a:lnTo>
                  <a:pt x="754239" y="547932"/>
                </a:lnTo>
                <a:lnTo>
                  <a:pt x="754555" y="553252"/>
                </a:lnTo>
                <a:lnTo>
                  <a:pt x="754871" y="558572"/>
                </a:lnTo>
                <a:lnTo>
                  <a:pt x="755187" y="563891"/>
                </a:lnTo>
                <a:lnTo>
                  <a:pt x="755505" y="569211"/>
                </a:lnTo>
                <a:lnTo>
                  <a:pt x="755825" y="574530"/>
                </a:lnTo>
                <a:lnTo>
                  <a:pt x="756141" y="579850"/>
                </a:lnTo>
                <a:lnTo>
                  <a:pt x="756459" y="585170"/>
                </a:lnTo>
                <a:lnTo>
                  <a:pt x="756775" y="590489"/>
                </a:lnTo>
                <a:lnTo>
                  <a:pt x="757091" y="595809"/>
                </a:lnTo>
                <a:lnTo>
                  <a:pt x="757411" y="601129"/>
                </a:lnTo>
                <a:lnTo>
                  <a:pt x="757727" y="606448"/>
                </a:lnTo>
                <a:lnTo>
                  <a:pt x="758045" y="611768"/>
                </a:lnTo>
                <a:lnTo>
                  <a:pt x="758363" y="617088"/>
                </a:lnTo>
                <a:lnTo>
                  <a:pt x="758679" y="622407"/>
                </a:lnTo>
                <a:lnTo>
                  <a:pt x="758999" y="627727"/>
                </a:lnTo>
                <a:lnTo>
                  <a:pt x="759315" y="633046"/>
                </a:lnTo>
                <a:lnTo>
                  <a:pt x="759631" y="638366"/>
                </a:lnTo>
                <a:lnTo>
                  <a:pt x="759949" y="643686"/>
                </a:lnTo>
                <a:lnTo>
                  <a:pt x="760265" y="649005"/>
                </a:lnTo>
                <a:lnTo>
                  <a:pt x="760415" y="651506"/>
                </a:lnTo>
                <a:lnTo>
                  <a:pt x="761019" y="650970"/>
                </a:lnTo>
                <a:lnTo>
                  <a:pt x="763483" y="648782"/>
                </a:lnTo>
                <a:lnTo>
                  <a:pt x="765951" y="646591"/>
                </a:lnTo>
                <a:lnTo>
                  <a:pt x="768419" y="644403"/>
                </a:lnTo>
                <a:lnTo>
                  <a:pt x="770885" y="642215"/>
                </a:lnTo>
                <a:lnTo>
                  <a:pt x="773351" y="640027"/>
                </a:lnTo>
                <a:lnTo>
                  <a:pt x="775817" y="637836"/>
                </a:lnTo>
                <a:lnTo>
                  <a:pt x="778287" y="635648"/>
                </a:lnTo>
                <a:lnTo>
                  <a:pt x="780751" y="633460"/>
                </a:lnTo>
                <a:lnTo>
                  <a:pt x="783219" y="631269"/>
                </a:lnTo>
                <a:lnTo>
                  <a:pt x="785687" y="629081"/>
                </a:lnTo>
                <a:lnTo>
                  <a:pt x="788153" y="626893"/>
                </a:lnTo>
                <a:lnTo>
                  <a:pt x="790619" y="624702"/>
                </a:lnTo>
                <a:lnTo>
                  <a:pt x="793085" y="622514"/>
                </a:lnTo>
                <a:lnTo>
                  <a:pt x="795555" y="620326"/>
                </a:lnTo>
                <a:lnTo>
                  <a:pt x="798019" y="618135"/>
                </a:lnTo>
                <a:lnTo>
                  <a:pt x="800487" y="615947"/>
                </a:lnTo>
                <a:lnTo>
                  <a:pt x="802951" y="613759"/>
                </a:lnTo>
                <a:lnTo>
                  <a:pt x="805421" y="611568"/>
                </a:lnTo>
                <a:lnTo>
                  <a:pt x="807887" y="609380"/>
                </a:lnTo>
                <a:lnTo>
                  <a:pt x="810353" y="607192"/>
                </a:lnTo>
                <a:lnTo>
                  <a:pt x="812819" y="605000"/>
                </a:lnTo>
                <a:lnTo>
                  <a:pt x="815287" y="602812"/>
                </a:lnTo>
                <a:lnTo>
                  <a:pt x="817755" y="600624"/>
                </a:lnTo>
                <a:lnTo>
                  <a:pt x="820219" y="598433"/>
                </a:lnTo>
                <a:lnTo>
                  <a:pt x="822687" y="596245"/>
                </a:lnTo>
                <a:lnTo>
                  <a:pt x="825155" y="594057"/>
                </a:lnTo>
                <a:lnTo>
                  <a:pt x="827621" y="591869"/>
                </a:lnTo>
                <a:lnTo>
                  <a:pt x="830087" y="589678"/>
                </a:lnTo>
                <a:lnTo>
                  <a:pt x="832551" y="587490"/>
                </a:lnTo>
                <a:lnTo>
                  <a:pt x="835023" y="585302"/>
                </a:lnTo>
                <a:lnTo>
                  <a:pt x="837487" y="583111"/>
                </a:lnTo>
                <a:lnTo>
                  <a:pt x="839953" y="580923"/>
                </a:lnTo>
                <a:lnTo>
                  <a:pt x="842419" y="578735"/>
                </a:lnTo>
                <a:lnTo>
                  <a:pt x="844887" y="576544"/>
                </a:lnTo>
                <a:lnTo>
                  <a:pt x="847355" y="574356"/>
                </a:lnTo>
                <a:lnTo>
                  <a:pt x="849819" y="572168"/>
                </a:lnTo>
                <a:lnTo>
                  <a:pt x="852287" y="569977"/>
                </a:lnTo>
                <a:lnTo>
                  <a:pt x="854755" y="567789"/>
                </a:lnTo>
                <a:lnTo>
                  <a:pt x="857221" y="565601"/>
                </a:lnTo>
                <a:lnTo>
                  <a:pt x="859687" y="563410"/>
                </a:lnTo>
                <a:lnTo>
                  <a:pt x="862153" y="561222"/>
                </a:lnTo>
                <a:lnTo>
                  <a:pt x="864623" y="559034"/>
                </a:lnTo>
                <a:lnTo>
                  <a:pt x="867087" y="556843"/>
                </a:lnTo>
                <a:lnTo>
                  <a:pt x="869555" y="554655"/>
                </a:lnTo>
                <a:lnTo>
                  <a:pt x="872023" y="552467"/>
                </a:lnTo>
                <a:lnTo>
                  <a:pt x="874489" y="550275"/>
                </a:lnTo>
                <a:lnTo>
                  <a:pt x="876955" y="548087"/>
                </a:lnTo>
                <a:lnTo>
                  <a:pt x="879421" y="545900"/>
                </a:lnTo>
                <a:lnTo>
                  <a:pt x="881891" y="543712"/>
                </a:lnTo>
                <a:lnTo>
                  <a:pt x="884355" y="541520"/>
                </a:lnTo>
                <a:lnTo>
                  <a:pt x="886823" y="539332"/>
                </a:lnTo>
                <a:lnTo>
                  <a:pt x="889287" y="537144"/>
                </a:lnTo>
                <a:lnTo>
                  <a:pt x="891757" y="534953"/>
                </a:lnTo>
                <a:lnTo>
                  <a:pt x="894223" y="532765"/>
                </a:lnTo>
                <a:lnTo>
                  <a:pt x="896687" y="530577"/>
                </a:lnTo>
                <a:lnTo>
                  <a:pt x="899155" y="528386"/>
                </a:lnTo>
                <a:lnTo>
                  <a:pt x="901623" y="526198"/>
                </a:lnTo>
                <a:lnTo>
                  <a:pt x="904091" y="524010"/>
                </a:lnTo>
                <a:lnTo>
                  <a:pt x="906555" y="521819"/>
                </a:lnTo>
                <a:lnTo>
                  <a:pt x="909023" y="519631"/>
                </a:lnTo>
                <a:lnTo>
                  <a:pt x="911491" y="517443"/>
                </a:lnTo>
                <a:lnTo>
                  <a:pt x="913955" y="515252"/>
                </a:lnTo>
                <a:lnTo>
                  <a:pt x="916423" y="513064"/>
                </a:lnTo>
                <a:lnTo>
                  <a:pt x="918887" y="510876"/>
                </a:lnTo>
                <a:lnTo>
                  <a:pt x="921357" y="508688"/>
                </a:lnTo>
                <a:lnTo>
                  <a:pt x="923823" y="506497"/>
                </a:lnTo>
                <a:lnTo>
                  <a:pt x="926289" y="504309"/>
                </a:lnTo>
                <a:lnTo>
                  <a:pt x="928755" y="502118"/>
                </a:lnTo>
                <a:lnTo>
                  <a:pt x="931223" y="499930"/>
                </a:lnTo>
                <a:lnTo>
                  <a:pt x="933691" y="497742"/>
                </a:lnTo>
                <a:lnTo>
                  <a:pt x="936155" y="495554"/>
                </a:lnTo>
                <a:lnTo>
                  <a:pt x="938625" y="493362"/>
                </a:lnTo>
                <a:lnTo>
                  <a:pt x="941091" y="491174"/>
                </a:lnTo>
                <a:lnTo>
                  <a:pt x="943557" y="488986"/>
                </a:lnTo>
                <a:lnTo>
                  <a:pt x="946023" y="486795"/>
                </a:lnTo>
                <a:lnTo>
                  <a:pt x="948491" y="484607"/>
                </a:lnTo>
                <a:lnTo>
                  <a:pt x="950959" y="482419"/>
                </a:lnTo>
                <a:lnTo>
                  <a:pt x="953423" y="480228"/>
                </a:lnTo>
                <a:lnTo>
                  <a:pt x="955891" y="478040"/>
                </a:lnTo>
                <a:lnTo>
                  <a:pt x="958359" y="475852"/>
                </a:lnTo>
                <a:lnTo>
                  <a:pt x="960825" y="473661"/>
                </a:lnTo>
                <a:lnTo>
                  <a:pt x="963291" y="471473"/>
                </a:lnTo>
                <a:lnTo>
                  <a:pt x="965755" y="469285"/>
                </a:lnTo>
                <a:lnTo>
                  <a:pt x="968227" y="467094"/>
                </a:lnTo>
                <a:lnTo>
                  <a:pt x="970691" y="464906"/>
                </a:lnTo>
                <a:lnTo>
                  <a:pt x="973157" y="462718"/>
                </a:lnTo>
                <a:lnTo>
                  <a:pt x="975623" y="460530"/>
                </a:lnTo>
                <a:lnTo>
                  <a:pt x="978091" y="458339"/>
                </a:lnTo>
                <a:lnTo>
                  <a:pt x="980559" y="456151"/>
                </a:lnTo>
                <a:lnTo>
                  <a:pt x="983023" y="453963"/>
                </a:lnTo>
                <a:lnTo>
                  <a:pt x="985493" y="451772"/>
                </a:lnTo>
                <a:lnTo>
                  <a:pt x="987959" y="449584"/>
                </a:lnTo>
                <a:lnTo>
                  <a:pt x="990425" y="447396"/>
                </a:lnTo>
                <a:lnTo>
                  <a:pt x="992891" y="445204"/>
                </a:lnTo>
                <a:lnTo>
                  <a:pt x="995359" y="443017"/>
                </a:lnTo>
                <a:lnTo>
                  <a:pt x="997827" y="440829"/>
                </a:lnTo>
                <a:lnTo>
                  <a:pt x="1000291" y="438637"/>
                </a:lnTo>
                <a:lnTo>
                  <a:pt x="1002759" y="436449"/>
                </a:lnTo>
                <a:lnTo>
                  <a:pt x="1005223" y="434261"/>
                </a:lnTo>
                <a:lnTo>
                  <a:pt x="1007693" y="432070"/>
                </a:lnTo>
                <a:lnTo>
                  <a:pt x="1010159" y="429882"/>
                </a:lnTo>
                <a:lnTo>
                  <a:pt x="1012625" y="427694"/>
                </a:lnTo>
                <a:lnTo>
                  <a:pt x="1015095" y="425503"/>
                </a:lnTo>
                <a:lnTo>
                  <a:pt x="1017559" y="423315"/>
                </a:lnTo>
                <a:lnTo>
                  <a:pt x="1020027" y="421127"/>
                </a:lnTo>
                <a:lnTo>
                  <a:pt x="1022491" y="418936"/>
                </a:lnTo>
                <a:lnTo>
                  <a:pt x="1024961" y="416748"/>
                </a:lnTo>
                <a:lnTo>
                  <a:pt x="1027427" y="414560"/>
                </a:lnTo>
                <a:lnTo>
                  <a:pt x="1029893" y="412372"/>
                </a:lnTo>
                <a:lnTo>
                  <a:pt x="1032359" y="410181"/>
                </a:lnTo>
                <a:lnTo>
                  <a:pt x="1034827" y="407993"/>
                </a:lnTo>
                <a:lnTo>
                  <a:pt x="1037295" y="405805"/>
                </a:lnTo>
                <a:lnTo>
                  <a:pt x="1035107" y="408271"/>
                </a:lnTo>
                <a:lnTo>
                  <a:pt x="1032915" y="410737"/>
                </a:lnTo>
                <a:lnTo>
                  <a:pt x="1030727" y="413203"/>
                </a:lnTo>
                <a:lnTo>
                  <a:pt x="1028539" y="415672"/>
                </a:lnTo>
                <a:lnTo>
                  <a:pt x="1026347" y="418138"/>
                </a:lnTo>
                <a:lnTo>
                  <a:pt x="1024159" y="420604"/>
                </a:lnTo>
                <a:lnTo>
                  <a:pt x="1021971" y="423070"/>
                </a:lnTo>
                <a:lnTo>
                  <a:pt x="1019779" y="425539"/>
                </a:lnTo>
                <a:lnTo>
                  <a:pt x="1017591" y="428005"/>
                </a:lnTo>
                <a:lnTo>
                  <a:pt x="1015403" y="430470"/>
                </a:lnTo>
                <a:lnTo>
                  <a:pt x="1013213" y="432936"/>
                </a:lnTo>
                <a:lnTo>
                  <a:pt x="1011025" y="435406"/>
                </a:lnTo>
                <a:lnTo>
                  <a:pt x="1008837" y="437871"/>
                </a:lnTo>
                <a:lnTo>
                  <a:pt x="1006647" y="440337"/>
                </a:lnTo>
                <a:lnTo>
                  <a:pt x="1004459" y="442803"/>
                </a:lnTo>
                <a:lnTo>
                  <a:pt x="1002271" y="445272"/>
                </a:lnTo>
                <a:lnTo>
                  <a:pt x="1000079" y="447738"/>
                </a:lnTo>
                <a:lnTo>
                  <a:pt x="997891" y="450204"/>
                </a:lnTo>
                <a:lnTo>
                  <a:pt x="995703" y="452673"/>
                </a:lnTo>
                <a:lnTo>
                  <a:pt x="993511" y="455139"/>
                </a:lnTo>
                <a:lnTo>
                  <a:pt x="991323" y="457605"/>
                </a:lnTo>
                <a:lnTo>
                  <a:pt x="989135" y="460071"/>
                </a:lnTo>
                <a:lnTo>
                  <a:pt x="986945" y="462540"/>
                </a:lnTo>
                <a:lnTo>
                  <a:pt x="984757" y="465006"/>
                </a:lnTo>
                <a:lnTo>
                  <a:pt x="982569" y="467472"/>
                </a:lnTo>
                <a:lnTo>
                  <a:pt x="980377" y="469938"/>
                </a:lnTo>
                <a:lnTo>
                  <a:pt x="978189" y="472407"/>
                </a:lnTo>
                <a:lnTo>
                  <a:pt x="976001" y="474873"/>
                </a:lnTo>
                <a:lnTo>
                  <a:pt x="973815" y="477339"/>
                </a:lnTo>
                <a:lnTo>
                  <a:pt x="971623" y="479805"/>
                </a:lnTo>
                <a:lnTo>
                  <a:pt x="969435" y="482274"/>
                </a:lnTo>
                <a:lnTo>
                  <a:pt x="967247" y="484740"/>
                </a:lnTo>
                <a:lnTo>
                  <a:pt x="965055" y="487206"/>
                </a:lnTo>
                <a:lnTo>
                  <a:pt x="962867" y="489672"/>
                </a:lnTo>
                <a:lnTo>
                  <a:pt x="960679" y="492141"/>
                </a:lnTo>
                <a:lnTo>
                  <a:pt x="958487" y="494607"/>
                </a:lnTo>
                <a:lnTo>
                  <a:pt x="956299" y="497073"/>
                </a:lnTo>
                <a:lnTo>
                  <a:pt x="954111" y="499539"/>
                </a:lnTo>
                <a:lnTo>
                  <a:pt x="951921" y="502008"/>
                </a:lnTo>
                <a:lnTo>
                  <a:pt x="949733" y="504474"/>
                </a:lnTo>
                <a:lnTo>
                  <a:pt x="947545" y="506939"/>
                </a:lnTo>
                <a:lnTo>
                  <a:pt x="945355" y="509405"/>
                </a:lnTo>
                <a:lnTo>
                  <a:pt x="943167" y="511874"/>
                </a:lnTo>
                <a:lnTo>
                  <a:pt x="940979" y="514340"/>
                </a:lnTo>
                <a:lnTo>
                  <a:pt x="938787" y="516806"/>
                </a:lnTo>
                <a:lnTo>
                  <a:pt x="936599" y="519275"/>
                </a:lnTo>
                <a:lnTo>
                  <a:pt x="934411" y="521741"/>
                </a:lnTo>
                <a:lnTo>
                  <a:pt x="932219" y="524207"/>
                </a:lnTo>
                <a:lnTo>
                  <a:pt x="930031" y="526673"/>
                </a:lnTo>
                <a:lnTo>
                  <a:pt x="927843" y="529139"/>
                </a:lnTo>
                <a:lnTo>
                  <a:pt x="925655" y="531608"/>
                </a:lnTo>
                <a:lnTo>
                  <a:pt x="923463" y="534074"/>
                </a:lnTo>
                <a:lnTo>
                  <a:pt x="921275" y="536540"/>
                </a:lnTo>
                <a:lnTo>
                  <a:pt x="919089" y="539009"/>
                </a:lnTo>
                <a:lnTo>
                  <a:pt x="916897" y="541475"/>
                </a:lnTo>
                <a:lnTo>
                  <a:pt x="914709" y="543941"/>
                </a:lnTo>
                <a:lnTo>
                  <a:pt x="912521" y="546407"/>
                </a:lnTo>
                <a:lnTo>
                  <a:pt x="910331" y="548876"/>
                </a:lnTo>
                <a:lnTo>
                  <a:pt x="908143" y="551342"/>
                </a:lnTo>
                <a:lnTo>
                  <a:pt x="905955" y="553808"/>
                </a:lnTo>
                <a:lnTo>
                  <a:pt x="903763" y="556274"/>
                </a:lnTo>
                <a:lnTo>
                  <a:pt x="901575" y="558743"/>
                </a:lnTo>
                <a:lnTo>
                  <a:pt x="899387" y="561209"/>
                </a:lnTo>
                <a:lnTo>
                  <a:pt x="897195" y="563675"/>
                </a:lnTo>
                <a:lnTo>
                  <a:pt x="895007" y="566141"/>
                </a:lnTo>
                <a:lnTo>
                  <a:pt x="892819" y="568610"/>
                </a:lnTo>
                <a:lnTo>
                  <a:pt x="890629" y="571076"/>
                </a:lnTo>
                <a:lnTo>
                  <a:pt x="888441" y="573542"/>
                </a:lnTo>
                <a:lnTo>
                  <a:pt x="886253" y="576008"/>
                </a:lnTo>
                <a:lnTo>
                  <a:pt x="884063" y="578477"/>
                </a:lnTo>
                <a:lnTo>
                  <a:pt x="881875" y="580942"/>
                </a:lnTo>
                <a:lnTo>
                  <a:pt x="879687" y="583408"/>
                </a:lnTo>
                <a:lnTo>
                  <a:pt x="877495" y="585878"/>
                </a:lnTo>
                <a:lnTo>
                  <a:pt x="875307" y="588343"/>
                </a:lnTo>
                <a:lnTo>
                  <a:pt x="873119" y="590809"/>
                </a:lnTo>
                <a:lnTo>
                  <a:pt x="870927" y="593275"/>
                </a:lnTo>
                <a:lnTo>
                  <a:pt x="868739" y="595741"/>
                </a:lnTo>
                <a:lnTo>
                  <a:pt x="866551" y="598210"/>
                </a:lnTo>
                <a:lnTo>
                  <a:pt x="864363" y="600676"/>
                </a:lnTo>
                <a:lnTo>
                  <a:pt x="862171" y="603142"/>
                </a:lnTo>
                <a:lnTo>
                  <a:pt x="859983" y="605608"/>
                </a:lnTo>
                <a:lnTo>
                  <a:pt x="857793" y="608077"/>
                </a:lnTo>
                <a:lnTo>
                  <a:pt x="855605" y="610543"/>
                </a:lnTo>
                <a:lnTo>
                  <a:pt x="853417" y="613009"/>
                </a:lnTo>
                <a:lnTo>
                  <a:pt x="851227" y="615478"/>
                </a:lnTo>
                <a:lnTo>
                  <a:pt x="849039" y="617944"/>
                </a:lnTo>
                <a:lnTo>
                  <a:pt x="846851" y="620410"/>
                </a:lnTo>
                <a:lnTo>
                  <a:pt x="844663" y="622876"/>
                </a:lnTo>
                <a:lnTo>
                  <a:pt x="842471" y="625345"/>
                </a:lnTo>
                <a:lnTo>
                  <a:pt x="840283" y="627811"/>
                </a:lnTo>
                <a:lnTo>
                  <a:pt x="838095" y="630277"/>
                </a:lnTo>
                <a:lnTo>
                  <a:pt x="835903" y="632743"/>
                </a:lnTo>
                <a:lnTo>
                  <a:pt x="833715" y="635212"/>
                </a:lnTo>
                <a:lnTo>
                  <a:pt x="831527" y="637678"/>
                </a:lnTo>
                <a:lnTo>
                  <a:pt x="829337" y="640144"/>
                </a:lnTo>
                <a:lnTo>
                  <a:pt x="827149" y="642610"/>
                </a:lnTo>
                <a:lnTo>
                  <a:pt x="824961" y="645079"/>
                </a:lnTo>
                <a:lnTo>
                  <a:pt x="822771" y="647545"/>
                </a:lnTo>
                <a:lnTo>
                  <a:pt x="820583" y="650011"/>
                </a:lnTo>
                <a:lnTo>
                  <a:pt x="818395" y="652480"/>
                </a:lnTo>
                <a:lnTo>
                  <a:pt x="816203" y="654946"/>
                </a:lnTo>
                <a:lnTo>
                  <a:pt x="814015" y="657411"/>
                </a:lnTo>
                <a:lnTo>
                  <a:pt x="811827" y="659877"/>
                </a:lnTo>
                <a:lnTo>
                  <a:pt x="809635" y="662343"/>
                </a:lnTo>
                <a:lnTo>
                  <a:pt x="807447" y="664812"/>
                </a:lnTo>
                <a:lnTo>
                  <a:pt x="805259" y="667278"/>
                </a:lnTo>
                <a:lnTo>
                  <a:pt x="803067" y="669744"/>
                </a:lnTo>
                <a:lnTo>
                  <a:pt x="800879" y="672210"/>
                </a:lnTo>
                <a:lnTo>
                  <a:pt x="798691" y="674679"/>
                </a:lnTo>
                <a:lnTo>
                  <a:pt x="796501" y="677145"/>
                </a:lnTo>
                <a:lnTo>
                  <a:pt x="794313" y="679611"/>
                </a:lnTo>
                <a:lnTo>
                  <a:pt x="792125" y="682080"/>
                </a:lnTo>
                <a:lnTo>
                  <a:pt x="791593" y="682678"/>
                </a:lnTo>
                <a:lnTo>
                  <a:pt x="794091" y="682827"/>
                </a:lnTo>
                <a:lnTo>
                  <a:pt x="799411" y="683147"/>
                </a:lnTo>
                <a:lnTo>
                  <a:pt x="804729" y="683463"/>
                </a:lnTo>
                <a:lnTo>
                  <a:pt x="810049" y="683780"/>
                </a:lnTo>
                <a:lnTo>
                  <a:pt x="815367" y="684097"/>
                </a:lnTo>
                <a:lnTo>
                  <a:pt x="820687" y="684414"/>
                </a:lnTo>
                <a:lnTo>
                  <a:pt x="826007" y="684734"/>
                </a:lnTo>
                <a:lnTo>
                  <a:pt x="831327" y="685050"/>
                </a:lnTo>
                <a:lnTo>
                  <a:pt x="836647" y="685367"/>
                </a:lnTo>
                <a:lnTo>
                  <a:pt x="841967" y="685684"/>
                </a:lnTo>
                <a:lnTo>
                  <a:pt x="847287" y="686000"/>
                </a:lnTo>
                <a:lnTo>
                  <a:pt x="852607" y="686320"/>
                </a:lnTo>
                <a:lnTo>
                  <a:pt x="857925" y="686637"/>
                </a:lnTo>
                <a:lnTo>
                  <a:pt x="863245" y="686954"/>
                </a:lnTo>
                <a:lnTo>
                  <a:pt x="868565" y="687271"/>
                </a:lnTo>
                <a:lnTo>
                  <a:pt x="873883" y="687587"/>
                </a:lnTo>
                <a:lnTo>
                  <a:pt x="879203" y="687907"/>
                </a:lnTo>
                <a:lnTo>
                  <a:pt x="884523" y="688224"/>
                </a:lnTo>
                <a:lnTo>
                  <a:pt x="889847" y="688541"/>
                </a:lnTo>
                <a:lnTo>
                  <a:pt x="895167" y="688857"/>
                </a:lnTo>
                <a:lnTo>
                  <a:pt x="900487" y="689174"/>
                </a:lnTo>
                <a:lnTo>
                  <a:pt x="905807" y="689494"/>
                </a:lnTo>
                <a:lnTo>
                  <a:pt x="911125" y="689811"/>
                </a:lnTo>
                <a:lnTo>
                  <a:pt x="916445" y="690127"/>
                </a:lnTo>
                <a:lnTo>
                  <a:pt x="921763" y="690444"/>
                </a:lnTo>
                <a:lnTo>
                  <a:pt x="927083" y="690764"/>
                </a:lnTo>
                <a:lnTo>
                  <a:pt x="932403" y="691081"/>
                </a:lnTo>
                <a:lnTo>
                  <a:pt x="937723" y="691398"/>
                </a:lnTo>
                <a:lnTo>
                  <a:pt x="943043" y="691714"/>
                </a:lnTo>
                <a:lnTo>
                  <a:pt x="948363" y="692031"/>
                </a:lnTo>
                <a:lnTo>
                  <a:pt x="953683" y="692351"/>
                </a:lnTo>
                <a:lnTo>
                  <a:pt x="959003" y="692668"/>
                </a:lnTo>
                <a:lnTo>
                  <a:pt x="964321" y="692984"/>
                </a:lnTo>
                <a:lnTo>
                  <a:pt x="969641" y="693301"/>
                </a:lnTo>
                <a:lnTo>
                  <a:pt x="974961" y="693618"/>
                </a:lnTo>
                <a:lnTo>
                  <a:pt x="980279" y="693938"/>
                </a:lnTo>
                <a:lnTo>
                  <a:pt x="985599" y="694255"/>
                </a:lnTo>
                <a:lnTo>
                  <a:pt x="990919" y="694571"/>
                </a:lnTo>
                <a:lnTo>
                  <a:pt x="996239" y="694888"/>
                </a:lnTo>
                <a:lnTo>
                  <a:pt x="1001559" y="695205"/>
                </a:lnTo>
                <a:lnTo>
                  <a:pt x="1006879" y="695525"/>
                </a:lnTo>
                <a:lnTo>
                  <a:pt x="1012199" y="695841"/>
                </a:lnTo>
                <a:lnTo>
                  <a:pt x="1017519" y="696158"/>
                </a:lnTo>
                <a:lnTo>
                  <a:pt x="1022837" y="696475"/>
                </a:lnTo>
                <a:lnTo>
                  <a:pt x="1028159" y="696792"/>
                </a:lnTo>
                <a:lnTo>
                  <a:pt x="1033479" y="697112"/>
                </a:lnTo>
                <a:lnTo>
                  <a:pt x="1038799" y="697428"/>
                </a:lnTo>
                <a:lnTo>
                  <a:pt x="1044119" y="697745"/>
                </a:lnTo>
                <a:lnTo>
                  <a:pt x="1049439" y="698062"/>
                </a:lnTo>
                <a:lnTo>
                  <a:pt x="1054759" y="698382"/>
                </a:lnTo>
                <a:lnTo>
                  <a:pt x="1060079" y="698698"/>
                </a:lnTo>
                <a:lnTo>
                  <a:pt x="1065399" y="699015"/>
                </a:lnTo>
                <a:lnTo>
                  <a:pt x="1070719" y="699332"/>
                </a:lnTo>
                <a:lnTo>
                  <a:pt x="1076037" y="699649"/>
                </a:lnTo>
                <a:lnTo>
                  <a:pt x="1081357" y="699968"/>
                </a:lnTo>
                <a:lnTo>
                  <a:pt x="1086675" y="700285"/>
                </a:lnTo>
                <a:lnTo>
                  <a:pt x="1091995" y="700602"/>
                </a:lnTo>
                <a:lnTo>
                  <a:pt x="1097315" y="700919"/>
                </a:lnTo>
                <a:lnTo>
                  <a:pt x="1102635" y="701235"/>
                </a:lnTo>
                <a:lnTo>
                  <a:pt x="1107955" y="701555"/>
                </a:lnTo>
                <a:lnTo>
                  <a:pt x="1113275" y="701872"/>
                </a:lnTo>
                <a:lnTo>
                  <a:pt x="1118595" y="702189"/>
                </a:lnTo>
                <a:lnTo>
                  <a:pt x="1123915" y="702506"/>
                </a:lnTo>
                <a:lnTo>
                  <a:pt x="1129233" y="702822"/>
                </a:lnTo>
                <a:lnTo>
                  <a:pt x="1134553" y="703142"/>
                </a:lnTo>
                <a:lnTo>
                  <a:pt x="1139873" y="703459"/>
                </a:lnTo>
                <a:lnTo>
                  <a:pt x="1145191" y="703776"/>
                </a:lnTo>
                <a:lnTo>
                  <a:pt x="1150511" y="704092"/>
                </a:lnTo>
                <a:lnTo>
                  <a:pt x="1155831" y="704409"/>
                </a:lnTo>
                <a:lnTo>
                  <a:pt x="1161151" y="704729"/>
                </a:lnTo>
                <a:lnTo>
                  <a:pt x="1166471" y="705046"/>
                </a:lnTo>
                <a:lnTo>
                  <a:pt x="1171795" y="705362"/>
                </a:lnTo>
                <a:lnTo>
                  <a:pt x="1177115" y="705679"/>
                </a:lnTo>
                <a:lnTo>
                  <a:pt x="1182433" y="705996"/>
                </a:lnTo>
                <a:lnTo>
                  <a:pt x="1187753" y="706316"/>
                </a:lnTo>
                <a:lnTo>
                  <a:pt x="1193071" y="706633"/>
                </a:lnTo>
                <a:lnTo>
                  <a:pt x="1198391" y="706949"/>
                </a:lnTo>
                <a:lnTo>
                  <a:pt x="1203711" y="707266"/>
                </a:lnTo>
                <a:lnTo>
                  <a:pt x="1209031" y="707586"/>
                </a:lnTo>
                <a:lnTo>
                  <a:pt x="1214351" y="707903"/>
                </a:lnTo>
                <a:lnTo>
                  <a:pt x="1219671" y="708219"/>
                </a:lnTo>
                <a:lnTo>
                  <a:pt x="1224991" y="708536"/>
                </a:lnTo>
                <a:lnTo>
                  <a:pt x="1230311" y="708853"/>
                </a:lnTo>
                <a:lnTo>
                  <a:pt x="1235629" y="709173"/>
                </a:lnTo>
                <a:lnTo>
                  <a:pt x="1240949" y="709490"/>
                </a:lnTo>
                <a:lnTo>
                  <a:pt x="1246269" y="709806"/>
                </a:lnTo>
                <a:lnTo>
                  <a:pt x="1251587" y="710123"/>
                </a:lnTo>
                <a:lnTo>
                  <a:pt x="1256907" y="710440"/>
                </a:lnTo>
                <a:lnTo>
                  <a:pt x="1262227" y="710760"/>
                </a:lnTo>
                <a:lnTo>
                  <a:pt x="1267547" y="711076"/>
                </a:lnTo>
                <a:lnTo>
                  <a:pt x="1272867" y="711393"/>
                </a:lnTo>
                <a:lnTo>
                  <a:pt x="1278187" y="711710"/>
                </a:lnTo>
                <a:lnTo>
                  <a:pt x="1283507" y="712027"/>
                </a:lnTo>
                <a:lnTo>
                  <a:pt x="1288827" y="712343"/>
                </a:lnTo>
                <a:lnTo>
                  <a:pt x="1294145" y="712663"/>
                </a:lnTo>
                <a:lnTo>
                  <a:pt x="1299465" y="712980"/>
                </a:lnTo>
                <a:lnTo>
                  <a:pt x="1304785" y="713297"/>
                </a:lnTo>
                <a:lnTo>
                  <a:pt x="1310107" y="713613"/>
                </a:lnTo>
                <a:lnTo>
                  <a:pt x="1315427" y="713933"/>
                </a:lnTo>
                <a:lnTo>
                  <a:pt x="1320747" y="714250"/>
                </a:lnTo>
                <a:lnTo>
                  <a:pt x="1326067" y="714567"/>
                </a:lnTo>
                <a:lnTo>
                  <a:pt x="1331387" y="714883"/>
                </a:lnTo>
                <a:lnTo>
                  <a:pt x="1336707" y="715200"/>
                </a:lnTo>
                <a:lnTo>
                  <a:pt x="1342025" y="715520"/>
                </a:lnTo>
                <a:lnTo>
                  <a:pt x="1347345" y="715837"/>
                </a:lnTo>
                <a:lnTo>
                  <a:pt x="1352665" y="716154"/>
                </a:lnTo>
                <a:lnTo>
                  <a:pt x="1357983" y="716470"/>
                </a:lnTo>
                <a:lnTo>
                  <a:pt x="1363303" y="716787"/>
                </a:lnTo>
                <a:lnTo>
                  <a:pt x="1368623" y="717107"/>
                </a:lnTo>
                <a:lnTo>
                  <a:pt x="1373943" y="717424"/>
                </a:lnTo>
                <a:lnTo>
                  <a:pt x="1379263" y="717740"/>
                </a:lnTo>
                <a:lnTo>
                  <a:pt x="1384583" y="718057"/>
                </a:lnTo>
                <a:lnTo>
                  <a:pt x="1389903" y="718374"/>
                </a:lnTo>
                <a:lnTo>
                  <a:pt x="1395223" y="718694"/>
                </a:lnTo>
                <a:lnTo>
                  <a:pt x="1400541" y="719011"/>
                </a:lnTo>
                <a:lnTo>
                  <a:pt x="1405861" y="719327"/>
                </a:lnTo>
                <a:lnTo>
                  <a:pt x="1411181" y="719644"/>
                </a:lnTo>
                <a:lnTo>
                  <a:pt x="1416499" y="719961"/>
                </a:lnTo>
                <a:lnTo>
                  <a:pt x="1421819" y="720281"/>
                </a:lnTo>
                <a:lnTo>
                  <a:pt x="1427139" y="720597"/>
                </a:lnTo>
                <a:lnTo>
                  <a:pt x="1432459" y="720914"/>
                </a:lnTo>
                <a:lnTo>
                  <a:pt x="1437779" y="721231"/>
                </a:lnTo>
                <a:lnTo>
                  <a:pt x="1443099" y="721548"/>
                </a:lnTo>
                <a:lnTo>
                  <a:pt x="1437779" y="721868"/>
                </a:lnTo>
                <a:lnTo>
                  <a:pt x="1432459" y="722184"/>
                </a:lnTo>
                <a:lnTo>
                  <a:pt x="1427139" y="722501"/>
                </a:lnTo>
                <a:lnTo>
                  <a:pt x="1421819" y="722818"/>
                </a:lnTo>
                <a:lnTo>
                  <a:pt x="1416499" y="723134"/>
                </a:lnTo>
                <a:lnTo>
                  <a:pt x="1411181" y="723454"/>
                </a:lnTo>
                <a:lnTo>
                  <a:pt x="1405861" y="723771"/>
                </a:lnTo>
                <a:lnTo>
                  <a:pt x="1400541" y="724088"/>
                </a:lnTo>
                <a:lnTo>
                  <a:pt x="1395223" y="724405"/>
                </a:lnTo>
                <a:lnTo>
                  <a:pt x="1389903" y="724725"/>
                </a:lnTo>
                <a:lnTo>
                  <a:pt x="1384583" y="725041"/>
                </a:lnTo>
                <a:lnTo>
                  <a:pt x="1379263" y="725358"/>
                </a:lnTo>
                <a:lnTo>
                  <a:pt x="1373943" y="725675"/>
                </a:lnTo>
                <a:lnTo>
                  <a:pt x="1368623" y="725991"/>
                </a:lnTo>
                <a:lnTo>
                  <a:pt x="1363303" y="726311"/>
                </a:lnTo>
                <a:lnTo>
                  <a:pt x="1357983" y="726628"/>
                </a:lnTo>
                <a:lnTo>
                  <a:pt x="1352665" y="726945"/>
                </a:lnTo>
                <a:lnTo>
                  <a:pt x="1347345" y="727262"/>
                </a:lnTo>
                <a:lnTo>
                  <a:pt x="1342025" y="727578"/>
                </a:lnTo>
                <a:lnTo>
                  <a:pt x="1336707" y="727898"/>
                </a:lnTo>
                <a:lnTo>
                  <a:pt x="1331387" y="728215"/>
                </a:lnTo>
                <a:lnTo>
                  <a:pt x="1326067" y="728532"/>
                </a:lnTo>
                <a:lnTo>
                  <a:pt x="1320747" y="728848"/>
                </a:lnTo>
                <a:lnTo>
                  <a:pt x="1315427" y="729165"/>
                </a:lnTo>
                <a:lnTo>
                  <a:pt x="1310107" y="729485"/>
                </a:lnTo>
                <a:lnTo>
                  <a:pt x="1304785" y="729802"/>
                </a:lnTo>
                <a:lnTo>
                  <a:pt x="1299465" y="730119"/>
                </a:lnTo>
                <a:lnTo>
                  <a:pt x="1294145" y="730435"/>
                </a:lnTo>
                <a:lnTo>
                  <a:pt x="1288827" y="730752"/>
                </a:lnTo>
                <a:lnTo>
                  <a:pt x="1283507" y="731072"/>
                </a:lnTo>
                <a:lnTo>
                  <a:pt x="1278187" y="731389"/>
                </a:lnTo>
                <a:lnTo>
                  <a:pt x="1272867" y="731705"/>
                </a:lnTo>
                <a:lnTo>
                  <a:pt x="1267547" y="732022"/>
                </a:lnTo>
                <a:lnTo>
                  <a:pt x="1262227" y="732339"/>
                </a:lnTo>
                <a:lnTo>
                  <a:pt x="1256907" y="732659"/>
                </a:lnTo>
                <a:lnTo>
                  <a:pt x="1251587" y="732975"/>
                </a:lnTo>
                <a:lnTo>
                  <a:pt x="1246269" y="733292"/>
                </a:lnTo>
                <a:lnTo>
                  <a:pt x="1240949" y="733609"/>
                </a:lnTo>
                <a:lnTo>
                  <a:pt x="1235629" y="733926"/>
                </a:lnTo>
                <a:lnTo>
                  <a:pt x="1230311" y="734242"/>
                </a:lnTo>
                <a:lnTo>
                  <a:pt x="1224991" y="734562"/>
                </a:lnTo>
                <a:lnTo>
                  <a:pt x="1219671" y="734879"/>
                </a:lnTo>
                <a:lnTo>
                  <a:pt x="1214351" y="735196"/>
                </a:lnTo>
                <a:lnTo>
                  <a:pt x="1209031" y="735512"/>
                </a:lnTo>
                <a:lnTo>
                  <a:pt x="1203711" y="735829"/>
                </a:lnTo>
                <a:lnTo>
                  <a:pt x="1198391" y="736149"/>
                </a:lnTo>
                <a:lnTo>
                  <a:pt x="1193071" y="736466"/>
                </a:lnTo>
                <a:lnTo>
                  <a:pt x="1187753" y="736783"/>
                </a:lnTo>
                <a:lnTo>
                  <a:pt x="1182433" y="737099"/>
                </a:lnTo>
                <a:lnTo>
                  <a:pt x="1177115" y="737416"/>
                </a:lnTo>
                <a:lnTo>
                  <a:pt x="1171795" y="737736"/>
                </a:lnTo>
                <a:lnTo>
                  <a:pt x="1166471" y="738053"/>
                </a:lnTo>
                <a:lnTo>
                  <a:pt x="1161151" y="738369"/>
                </a:lnTo>
                <a:lnTo>
                  <a:pt x="1155831" y="738686"/>
                </a:lnTo>
                <a:lnTo>
                  <a:pt x="1150511" y="739003"/>
                </a:lnTo>
                <a:lnTo>
                  <a:pt x="1145191" y="739323"/>
                </a:lnTo>
                <a:lnTo>
                  <a:pt x="1139873" y="739640"/>
                </a:lnTo>
                <a:lnTo>
                  <a:pt x="1134553" y="739956"/>
                </a:lnTo>
                <a:lnTo>
                  <a:pt x="1129233" y="740273"/>
                </a:lnTo>
                <a:lnTo>
                  <a:pt x="1123915" y="740590"/>
                </a:lnTo>
                <a:lnTo>
                  <a:pt x="1118595" y="740910"/>
                </a:lnTo>
                <a:lnTo>
                  <a:pt x="1113275" y="741226"/>
                </a:lnTo>
                <a:lnTo>
                  <a:pt x="1107955" y="741543"/>
                </a:lnTo>
                <a:lnTo>
                  <a:pt x="1102635" y="741860"/>
                </a:lnTo>
                <a:lnTo>
                  <a:pt x="1097315" y="742177"/>
                </a:lnTo>
                <a:lnTo>
                  <a:pt x="1091995" y="742496"/>
                </a:lnTo>
                <a:lnTo>
                  <a:pt x="1086675" y="742813"/>
                </a:lnTo>
                <a:lnTo>
                  <a:pt x="1081357" y="743130"/>
                </a:lnTo>
                <a:lnTo>
                  <a:pt x="1076037" y="743447"/>
                </a:lnTo>
                <a:lnTo>
                  <a:pt x="1070719" y="743763"/>
                </a:lnTo>
                <a:lnTo>
                  <a:pt x="1065399" y="744083"/>
                </a:lnTo>
                <a:lnTo>
                  <a:pt x="1060079" y="744400"/>
                </a:lnTo>
                <a:lnTo>
                  <a:pt x="1054759" y="744717"/>
                </a:lnTo>
                <a:lnTo>
                  <a:pt x="1049439" y="745034"/>
                </a:lnTo>
                <a:lnTo>
                  <a:pt x="1044119" y="745350"/>
                </a:lnTo>
                <a:lnTo>
                  <a:pt x="1038799" y="745670"/>
                </a:lnTo>
                <a:lnTo>
                  <a:pt x="1033479" y="745987"/>
                </a:lnTo>
                <a:lnTo>
                  <a:pt x="1028159" y="746304"/>
                </a:lnTo>
                <a:lnTo>
                  <a:pt x="1022837" y="746620"/>
                </a:lnTo>
                <a:lnTo>
                  <a:pt x="1017519" y="746937"/>
                </a:lnTo>
                <a:lnTo>
                  <a:pt x="1012199" y="747257"/>
                </a:lnTo>
                <a:lnTo>
                  <a:pt x="1006879" y="747574"/>
                </a:lnTo>
                <a:lnTo>
                  <a:pt x="1001559" y="747890"/>
                </a:lnTo>
                <a:lnTo>
                  <a:pt x="996239" y="748207"/>
                </a:lnTo>
                <a:lnTo>
                  <a:pt x="990919" y="748524"/>
                </a:lnTo>
                <a:lnTo>
                  <a:pt x="985599" y="748844"/>
                </a:lnTo>
                <a:lnTo>
                  <a:pt x="980279" y="749161"/>
                </a:lnTo>
                <a:lnTo>
                  <a:pt x="974961" y="749477"/>
                </a:lnTo>
                <a:lnTo>
                  <a:pt x="969641" y="749794"/>
                </a:lnTo>
                <a:lnTo>
                  <a:pt x="964321" y="750111"/>
                </a:lnTo>
                <a:lnTo>
                  <a:pt x="959003" y="750431"/>
                </a:lnTo>
                <a:lnTo>
                  <a:pt x="953683" y="750747"/>
                </a:lnTo>
                <a:lnTo>
                  <a:pt x="948363" y="751064"/>
                </a:lnTo>
                <a:lnTo>
                  <a:pt x="943043" y="751381"/>
                </a:lnTo>
                <a:lnTo>
                  <a:pt x="937723" y="751698"/>
                </a:lnTo>
                <a:lnTo>
                  <a:pt x="932403" y="752018"/>
                </a:lnTo>
                <a:lnTo>
                  <a:pt x="927083" y="752334"/>
                </a:lnTo>
                <a:lnTo>
                  <a:pt x="921763" y="752651"/>
                </a:lnTo>
                <a:lnTo>
                  <a:pt x="916445" y="752968"/>
                </a:lnTo>
                <a:lnTo>
                  <a:pt x="911125" y="753284"/>
                </a:lnTo>
                <a:lnTo>
                  <a:pt x="905807" y="753604"/>
                </a:lnTo>
                <a:lnTo>
                  <a:pt x="900487" y="753921"/>
                </a:lnTo>
                <a:lnTo>
                  <a:pt x="895167" y="754238"/>
                </a:lnTo>
                <a:lnTo>
                  <a:pt x="889847" y="754555"/>
                </a:lnTo>
                <a:lnTo>
                  <a:pt x="884523" y="754871"/>
                </a:lnTo>
                <a:lnTo>
                  <a:pt x="879203" y="755191"/>
                </a:lnTo>
                <a:lnTo>
                  <a:pt x="873883" y="755508"/>
                </a:lnTo>
                <a:lnTo>
                  <a:pt x="868565" y="755825"/>
                </a:lnTo>
                <a:lnTo>
                  <a:pt x="863245" y="756141"/>
                </a:lnTo>
                <a:lnTo>
                  <a:pt x="857925" y="756458"/>
                </a:lnTo>
                <a:lnTo>
                  <a:pt x="852607" y="756778"/>
                </a:lnTo>
                <a:lnTo>
                  <a:pt x="847287" y="757095"/>
                </a:lnTo>
                <a:lnTo>
                  <a:pt x="841967" y="757411"/>
                </a:lnTo>
                <a:lnTo>
                  <a:pt x="836647" y="757728"/>
                </a:lnTo>
                <a:lnTo>
                  <a:pt x="831327" y="758045"/>
                </a:lnTo>
                <a:lnTo>
                  <a:pt x="826007" y="758365"/>
                </a:lnTo>
                <a:lnTo>
                  <a:pt x="820687" y="758682"/>
                </a:lnTo>
                <a:lnTo>
                  <a:pt x="815367" y="758998"/>
                </a:lnTo>
                <a:lnTo>
                  <a:pt x="810049" y="759315"/>
                </a:lnTo>
                <a:lnTo>
                  <a:pt x="804729" y="759632"/>
                </a:lnTo>
                <a:lnTo>
                  <a:pt x="799411" y="759952"/>
                </a:lnTo>
                <a:lnTo>
                  <a:pt x="794091" y="760268"/>
                </a:lnTo>
                <a:lnTo>
                  <a:pt x="791593" y="760417"/>
                </a:lnTo>
                <a:lnTo>
                  <a:pt x="792125" y="761015"/>
                </a:lnTo>
                <a:lnTo>
                  <a:pt x="794313" y="763481"/>
                </a:lnTo>
                <a:lnTo>
                  <a:pt x="796501" y="765947"/>
                </a:lnTo>
                <a:lnTo>
                  <a:pt x="798691" y="768416"/>
                </a:lnTo>
                <a:lnTo>
                  <a:pt x="800879" y="770882"/>
                </a:lnTo>
                <a:lnTo>
                  <a:pt x="803067" y="773348"/>
                </a:lnTo>
                <a:lnTo>
                  <a:pt x="805259" y="775817"/>
                </a:lnTo>
                <a:lnTo>
                  <a:pt x="807447" y="778283"/>
                </a:lnTo>
                <a:lnTo>
                  <a:pt x="809635" y="780749"/>
                </a:lnTo>
                <a:lnTo>
                  <a:pt x="811827" y="783215"/>
                </a:lnTo>
                <a:lnTo>
                  <a:pt x="814015" y="785684"/>
                </a:lnTo>
                <a:lnTo>
                  <a:pt x="816203" y="788150"/>
                </a:lnTo>
                <a:lnTo>
                  <a:pt x="818395" y="790616"/>
                </a:lnTo>
                <a:lnTo>
                  <a:pt x="820583" y="793082"/>
                </a:lnTo>
                <a:lnTo>
                  <a:pt x="822771" y="795551"/>
                </a:lnTo>
                <a:lnTo>
                  <a:pt x="824961" y="798017"/>
                </a:lnTo>
                <a:lnTo>
                  <a:pt x="827149" y="800483"/>
                </a:lnTo>
                <a:lnTo>
                  <a:pt x="829337" y="802949"/>
                </a:lnTo>
                <a:lnTo>
                  <a:pt x="831527" y="805418"/>
                </a:lnTo>
                <a:lnTo>
                  <a:pt x="833715" y="807883"/>
                </a:lnTo>
                <a:lnTo>
                  <a:pt x="835903" y="810349"/>
                </a:lnTo>
                <a:lnTo>
                  <a:pt x="838095" y="812819"/>
                </a:lnTo>
                <a:lnTo>
                  <a:pt x="840283" y="815284"/>
                </a:lnTo>
                <a:lnTo>
                  <a:pt x="842471" y="817750"/>
                </a:lnTo>
                <a:lnTo>
                  <a:pt x="844663" y="820216"/>
                </a:lnTo>
                <a:lnTo>
                  <a:pt x="846851" y="822685"/>
                </a:lnTo>
                <a:lnTo>
                  <a:pt x="849039" y="825151"/>
                </a:lnTo>
                <a:lnTo>
                  <a:pt x="851227" y="827617"/>
                </a:lnTo>
                <a:lnTo>
                  <a:pt x="853417" y="830083"/>
                </a:lnTo>
                <a:lnTo>
                  <a:pt x="855605" y="832552"/>
                </a:lnTo>
                <a:lnTo>
                  <a:pt x="857793" y="835018"/>
                </a:lnTo>
                <a:lnTo>
                  <a:pt x="859983" y="837484"/>
                </a:lnTo>
                <a:lnTo>
                  <a:pt x="862171" y="839950"/>
                </a:lnTo>
                <a:lnTo>
                  <a:pt x="864363" y="842419"/>
                </a:lnTo>
                <a:lnTo>
                  <a:pt x="866551" y="844885"/>
                </a:lnTo>
                <a:lnTo>
                  <a:pt x="868739" y="847351"/>
                </a:lnTo>
                <a:lnTo>
                  <a:pt x="870927" y="849817"/>
                </a:lnTo>
                <a:lnTo>
                  <a:pt x="873119" y="852286"/>
                </a:lnTo>
                <a:lnTo>
                  <a:pt x="875307" y="854752"/>
                </a:lnTo>
                <a:lnTo>
                  <a:pt x="877495" y="857218"/>
                </a:lnTo>
                <a:lnTo>
                  <a:pt x="879687" y="859684"/>
                </a:lnTo>
                <a:lnTo>
                  <a:pt x="881875" y="862153"/>
                </a:lnTo>
                <a:lnTo>
                  <a:pt x="884063" y="864619"/>
                </a:lnTo>
                <a:lnTo>
                  <a:pt x="886253" y="867085"/>
                </a:lnTo>
                <a:lnTo>
                  <a:pt x="888441" y="869554"/>
                </a:lnTo>
                <a:lnTo>
                  <a:pt x="890629" y="872020"/>
                </a:lnTo>
                <a:lnTo>
                  <a:pt x="892819" y="874486"/>
                </a:lnTo>
                <a:lnTo>
                  <a:pt x="895007" y="876951"/>
                </a:lnTo>
                <a:lnTo>
                  <a:pt x="897195" y="879421"/>
                </a:lnTo>
                <a:lnTo>
                  <a:pt x="899387" y="881887"/>
                </a:lnTo>
                <a:lnTo>
                  <a:pt x="901575" y="884352"/>
                </a:lnTo>
                <a:lnTo>
                  <a:pt x="903763" y="886818"/>
                </a:lnTo>
                <a:lnTo>
                  <a:pt x="905955" y="889288"/>
                </a:lnTo>
                <a:lnTo>
                  <a:pt x="908143" y="891753"/>
                </a:lnTo>
                <a:lnTo>
                  <a:pt x="910331" y="894219"/>
                </a:lnTo>
                <a:lnTo>
                  <a:pt x="912521" y="896685"/>
                </a:lnTo>
                <a:lnTo>
                  <a:pt x="914709" y="899154"/>
                </a:lnTo>
                <a:lnTo>
                  <a:pt x="916897" y="901620"/>
                </a:lnTo>
                <a:lnTo>
                  <a:pt x="919089" y="904086"/>
                </a:lnTo>
                <a:lnTo>
                  <a:pt x="921275" y="906555"/>
                </a:lnTo>
                <a:lnTo>
                  <a:pt x="923463" y="909021"/>
                </a:lnTo>
                <a:lnTo>
                  <a:pt x="925655" y="911487"/>
                </a:lnTo>
                <a:lnTo>
                  <a:pt x="927843" y="913953"/>
                </a:lnTo>
                <a:lnTo>
                  <a:pt x="930031" y="916422"/>
                </a:lnTo>
                <a:lnTo>
                  <a:pt x="932219" y="918888"/>
                </a:lnTo>
                <a:lnTo>
                  <a:pt x="934411" y="921354"/>
                </a:lnTo>
                <a:lnTo>
                  <a:pt x="936599" y="923820"/>
                </a:lnTo>
                <a:lnTo>
                  <a:pt x="938787" y="926289"/>
                </a:lnTo>
                <a:lnTo>
                  <a:pt x="940979" y="928755"/>
                </a:lnTo>
                <a:lnTo>
                  <a:pt x="943167" y="931221"/>
                </a:lnTo>
                <a:lnTo>
                  <a:pt x="945355" y="933690"/>
                </a:lnTo>
                <a:lnTo>
                  <a:pt x="947545" y="936156"/>
                </a:lnTo>
                <a:lnTo>
                  <a:pt x="949733" y="938622"/>
                </a:lnTo>
                <a:lnTo>
                  <a:pt x="951921" y="941088"/>
                </a:lnTo>
                <a:lnTo>
                  <a:pt x="954111" y="943557"/>
                </a:lnTo>
                <a:lnTo>
                  <a:pt x="956299" y="946023"/>
                </a:lnTo>
                <a:lnTo>
                  <a:pt x="958487" y="948489"/>
                </a:lnTo>
                <a:lnTo>
                  <a:pt x="960679" y="950955"/>
                </a:lnTo>
                <a:lnTo>
                  <a:pt x="962867" y="953424"/>
                </a:lnTo>
                <a:lnTo>
                  <a:pt x="965055" y="955890"/>
                </a:lnTo>
                <a:lnTo>
                  <a:pt x="967247" y="958355"/>
                </a:lnTo>
                <a:lnTo>
                  <a:pt x="969435" y="960821"/>
                </a:lnTo>
                <a:lnTo>
                  <a:pt x="971623" y="963291"/>
                </a:lnTo>
                <a:lnTo>
                  <a:pt x="973815" y="965757"/>
                </a:lnTo>
                <a:lnTo>
                  <a:pt x="976001" y="968222"/>
                </a:lnTo>
                <a:lnTo>
                  <a:pt x="978189" y="970688"/>
                </a:lnTo>
                <a:lnTo>
                  <a:pt x="980377" y="973157"/>
                </a:lnTo>
                <a:lnTo>
                  <a:pt x="982569" y="975623"/>
                </a:lnTo>
                <a:lnTo>
                  <a:pt x="984757" y="978089"/>
                </a:lnTo>
                <a:lnTo>
                  <a:pt x="986945" y="980555"/>
                </a:lnTo>
                <a:lnTo>
                  <a:pt x="989135" y="983024"/>
                </a:lnTo>
                <a:lnTo>
                  <a:pt x="991323" y="985490"/>
                </a:lnTo>
                <a:lnTo>
                  <a:pt x="993511" y="987956"/>
                </a:lnTo>
                <a:lnTo>
                  <a:pt x="995703" y="990425"/>
                </a:lnTo>
                <a:lnTo>
                  <a:pt x="997891" y="992891"/>
                </a:lnTo>
                <a:lnTo>
                  <a:pt x="1000079" y="995357"/>
                </a:lnTo>
                <a:lnTo>
                  <a:pt x="1002271" y="997823"/>
                </a:lnTo>
                <a:lnTo>
                  <a:pt x="1004459" y="1000292"/>
                </a:lnTo>
                <a:lnTo>
                  <a:pt x="1006647" y="1002758"/>
                </a:lnTo>
                <a:lnTo>
                  <a:pt x="1008837" y="1005224"/>
                </a:lnTo>
                <a:lnTo>
                  <a:pt x="1011025" y="1007690"/>
                </a:lnTo>
                <a:lnTo>
                  <a:pt x="1013213" y="1010159"/>
                </a:lnTo>
                <a:lnTo>
                  <a:pt x="1015403" y="1012625"/>
                </a:lnTo>
                <a:lnTo>
                  <a:pt x="1017591" y="1015091"/>
                </a:lnTo>
                <a:lnTo>
                  <a:pt x="1019779" y="1017560"/>
                </a:lnTo>
                <a:lnTo>
                  <a:pt x="1021971" y="1020026"/>
                </a:lnTo>
                <a:lnTo>
                  <a:pt x="1024159" y="1022492"/>
                </a:lnTo>
                <a:lnTo>
                  <a:pt x="1026347" y="1024958"/>
                </a:lnTo>
                <a:lnTo>
                  <a:pt x="1028539" y="1027427"/>
                </a:lnTo>
                <a:lnTo>
                  <a:pt x="1030727" y="1029893"/>
                </a:lnTo>
                <a:lnTo>
                  <a:pt x="1032915" y="1032359"/>
                </a:lnTo>
                <a:lnTo>
                  <a:pt x="1035107" y="1034824"/>
                </a:lnTo>
                <a:lnTo>
                  <a:pt x="1037295" y="1037294"/>
                </a:lnTo>
                <a:lnTo>
                  <a:pt x="1034827" y="1035102"/>
                </a:lnTo>
                <a:lnTo>
                  <a:pt x="1032359" y="1032914"/>
                </a:lnTo>
                <a:lnTo>
                  <a:pt x="1029893" y="1030726"/>
                </a:lnTo>
                <a:lnTo>
                  <a:pt x="1027427" y="1028535"/>
                </a:lnTo>
                <a:lnTo>
                  <a:pt x="1024961" y="1026347"/>
                </a:lnTo>
                <a:lnTo>
                  <a:pt x="1022491" y="1024159"/>
                </a:lnTo>
                <a:lnTo>
                  <a:pt x="1020027" y="1021968"/>
                </a:lnTo>
                <a:lnTo>
                  <a:pt x="1017559" y="1019780"/>
                </a:lnTo>
                <a:lnTo>
                  <a:pt x="1015091" y="1017592"/>
                </a:lnTo>
                <a:lnTo>
                  <a:pt x="1012625" y="1015401"/>
                </a:lnTo>
                <a:lnTo>
                  <a:pt x="1010159" y="1013213"/>
                </a:lnTo>
                <a:lnTo>
                  <a:pt x="1007693" y="1011025"/>
                </a:lnTo>
                <a:lnTo>
                  <a:pt x="1005223" y="1008834"/>
                </a:lnTo>
                <a:lnTo>
                  <a:pt x="1002759" y="1006646"/>
                </a:lnTo>
                <a:lnTo>
                  <a:pt x="1000291" y="1004458"/>
                </a:lnTo>
                <a:lnTo>
                  <a:pt x="997827" y="1002270"/>
                </a:lnTo>
                <a:lnTo>
                  <a:pt x="995357" y="1000079"/>
                </a:lnTo>
                <a:lnTo>
                  <a:pt x="992891" y="997891"/>
                </a:lnTo>
                <a:lnTo>
                  <a:pt x="990425" y="995703"/>
                </a:lnTo>
                <a:lnTo>
                  <a:pt x="987959" y="993512"/>
                </a:lnTo>
                <a:lnTo>
                  <a:pt x="985491" y="991324"/>
                </a:lnTo>
                <a:lnTo>
                  <a:pt x="983023" y="989132"/>
                </a:lnTo>
                <a:lnTo>
                  <a:pt x="980559" y="986945"/>
                </a:lnTo>
                <a:lnTo>
                  <a:pt x="978091" y="984757"/>
                </a:lnTo>
                <a:lnTo>
                  <a:pt x="975623" y="982569"/>
                </a:lnTo>
                <a:lnTo>
                  <a:pt x="973157" y="980377"/>
                </a:lnTo>
                <a:lnTo>
                  <a:pt x="970691" y="978189"/>
                </a:lnTo>
                <a:lnTo>
                  <a:pt x="968227" y="976001"/>
                </a:lnTo>
                <a:lnTo>
                  <a:pt x="965755" y="973810"/>
                </a:lnTo>
                <a:lnTo>
                  <a:pt x="963291" y="971622"/>
                </a:lnTo>
                <a:lnTo>
                  <a:pt x="960825" y="969434"/>
                </a:lnTo>
                <a:lnTo>
                  <a:pt x="958355" y="967243"/>
                </a:lnTo>
                <a:lnTo>
                  <a:pt x="955891" y="965055"/>
                </a:lnTo>
                <a:lnTo>
                  <a:pt x="953423" y="962867"/>
                </a:lnTo>
                <a:lnTo>
                  <a:pt x="950959" y="960676"/>
                </a:lnTo>
                <a:lnTo>
                  <a:pt x="948487" y="958488"/>
                </a:lnTo>
                <a:lnTo>
                  <a:pt x="946023" y="956300"/>
                </a:lnTo>
                <a:lnTo>
                  <a:pt x="943557" y="954109"/>
                </a:lnTo>
                <a:lnTo>
                  <a:pt x="941091" y="951921"/>
                </a:lnTo>
                <a:lnTo>
                  <a:pt x="938623" y="949733"/>
                </a:lnTo>
                <a:lnTo>
                  <a:pt x="936155" y="947542"/>
                </a:lnTo>
                <a:lnTo>
                  <a:pt x="933691" y="945354"/>
                </a:lnTo>
                <a:lnTo>
                  <a:pt x="931223" y="943166"/>
                </a:lnTo>
                <a:lnTo>
                  <a:pt x="928755" y="940975"/>
                </a:lnTo>
                <a:lnTo>
                  <a:pt x="926289" y="938787"/>
                </a:lnTo>
                <a:lnTo>
                  <a:pt x="923823" y="936599"/>
                </a:lnTo>
                <a:lnTo>
                  <a:pt x="921357" y="934408"/>
                </a:lnTo>
                <a:lnTo>
                  <a:pt x="918887" y="932220"/>
                </a:lnTo>
                <a:lnTo>
                  <a:pt x="916423" y="930032"/>
                </a:lnTo>
                <a:lnTo>
                  <a:pt x="913955" y="927844"/>
                </a:lnTo>
                <a:lnTo>
                  <a:pt x="911487" y="925652"/>
                </a:lnTo>
                <a:lnTo>
                  <a:pt x="909021" y="923464"/>
                </a:lnTo>
                <a:lnTo>
                  <a:pt x="906555" y="921276"/>
                </a:lnTo>
                <a:lnTo>
                  <a:pt x="904091" y="919085"/>
                </a:lnTo>
                <a:lnTo>
                  <a:pt x="901619" y="916897"/>
                </a:lnTo>
                <a:lnTo>
                  <a:pt x="899155" y="914709"/>
                </a:lnTo>
                <a:lnTo>
                  <a:pt x="896687" y="912518"/>
                </a:lnTo>
                <a:lnTo>
                  <a:pt x="894223" y="910330"/>
                </a:lnTo>
                <a:lnTo>
                  <a:pt x="891753" y="908142"/>
                </a:lnTo>
                <a:lnTo>
                  <a:pt x="889287" y="905951"/>
                </a:lnTo>
                <a:lnTo>
                  <a:pt x="886823" y="903763"/>
                </a:lnTo>
                <a:lnTo>
                  <a:pt x="884351" y="901575"/>
                </a:lnTo>
                <a:lnTo>
                  <a:pt x="881887" y="899384"/>
                </a:lnTo>
                <a:lnTo>
                  <a:pt x="879421" y="897196"/>
                </a:lnTo>
                <a:lnTo>
                  <a:pt x="876955" y="895008"/>
                </a:lnTo>
                <a:lnTo>
                  <a:pt x="874487" y="892817"/>
                </a:lnTo>
                <a:lnTo>
                  <a:pt x="872019" y="890629"/>
                </a:lnTo>
                <a:lnTo>
                  <a:pt x="869555" y="888441"/>
                </a:lnTo>
                <a:lnTo>
                  <a:pt x="867087" y="886250"/>
                </a:lnTo>
                <a:lnTo>
                  <a:pt x="864619" y="884062"/>
                </a:lnTo>
                <a:lnTo>
                  <a:pt x="862153" y="881874"/>
                </a:lnTo>
                <a:lnTo>
                  <a:pt x="859687" y="879682"/>
                </a:lnTo>
                <a:lnTo>
                  <a:pt x="857221" y="877494"/>
                </a:lnTo>
                <a:lnTo>
                  <a:pt x="854751" y="875306"/>
                </a:lnTo>
                <a:lnTo>
                  <a:pt x="852287" y="873119"/>
                </a:lnTo>
                <a:lnTo>
                  <a:pt x="849819" y="870927"/>
                </a:lnTo>
                <a:lnTo>
                  <a:pt x="847355" y="868739"/>
                </a:lnTo>
                <a:lnTo>
                  <a:pt x="844885" y="866548"/>
                </a:lnTo>
                <a:lnTo>
                  <a:pt x="842419" y="864360"/>
                </a:lnTo>
                <a:lnTo>
                  <a:pt x="839953" y="862172"/>
                </a:lnTo>
                <a:lnTo>
                  <a:pt x="837487" y="859984"/>
                </a:lnTo>
                <a:lnTo>
                  <a:pt x="835019" y="857793"/>
                </a:lnTo>
                <a:lnTo>
                  <a:pt x="832551" y="855605"/>
                </a:lnTo>
                <a:lnTo>
                  <a:pt x="830087" y="853417"/>
                </a:lnTo>
                <a:lnTo>
                  <a:pt x="827621" y="851226"/>
                </a:lnTo>
                <a:lnTo>
                  <a:pt x="825151" y="849038"/>
                </a:lnTo>
                <a:lnTo>
                  <a:pt x="822687" y="846850"/>
                </a:lnTo>
                <a:lnTo>
                  <a:pt x="820219" y="844659"/>
                </a:lnTo>
                <a:lnTo>
                  <a:pt x="817751" y="842471"/>
                </a:lnTo>
                <a:lnTo>
                  <a:pt x="815283" y="840283"/>
                </a:lnTo>
                <a:lnTo>
                  <a:pt x="812819" y="838092"/>
                </a:lnTo>
                <a:lnTo>
                  <a:pt x="810353" y="835904"/>
                </a:lnTo>
                <a:lnTo>
                  <a:pt x="807883" y="833716"/>
                </a:lnTo>
                <a:lnTo>
                  <a:pt x="805419" y="831525"/>
                </a:lnTo>
                <a:lnTo>
                  <a:pt x="802951" y="829337"/>
                </a:lnTo>
                <a:lnTo>
                  <a:pt x="800487" y="827149"/>
                </a:lnTo>
                <a:lnTo>
                  <a:pt x="798017" y="824957"/>
                </a:lnTo>
                <a:lnTo>
                  <a:pt x="795551" y="822769"/>
                </a:lnTo>
                <a:lnTo>
                  <a:pt x="793085" y="820581"/>
                </a:lnTo>
                <a:lnTo>
                  <a:pt x="790619" y="818390"/>
                </a:lnTo>
                <a:lnTo>
                  <a:pt x="788151" y="816202"/>
                </a:lnTo>
                <a:lnTo>
                  <a:pt x="785683" y="814014"/>
                </a:lnTo>
                <a:lnTo>
                  <a:pt x="783219" y="811823"/>
                </a:lnTo>
                <a:lnTo>
                  <a:pt x="780749" y="809635"/>
                </a:lnTo>
                <a:lnTo>
                  <a:pt x="778283" y="807447"/>
                </a:lnTo>
                <a:lnTo>
                  <a:pt x="775817" y="805256"/>
                </a:lnTo>
                <a:lnTo>
                  <a:pt x="773351" y="803068"/>
                </a:lnTo>
                <a:lnTo>
                  <a:pt x="770883" y="800880"/>
                </a:lnTo>
                <a:lnTo>
                  <a:pt x="768415" y="798692"/>
                </a:lnTo>
                <a:lnTo>
                  <a:pt x="765951" y="796501"/>
                </a:lnTo>
                <a:lnTo>
                  <a:pt x="763483" y="794313"/>
                </a:lnTo>
                <a:lnTo>
                  <a:pt x="761015" y="792125"/>
                </a:lnTo>
                <a:lnTo>
                  <a:pt x="760415" y="791592"/>
                </a:lnTo>
                <a:lnTo>
                  <a:pt x="760265" y="794090"/>
                </a:lnTo>
                <a:lnTo>
                  <a:pt x="759949" y="799410"/>
                </a:lnTo>
                <a:lnTo>
                  <a:pt x="759631" y="804729"/>
                </a:lnTo>
                <a:lnTo>
                  <a:pt x="759315" y="810049"/>
                </a:lnTo>
                <a:lnTo>
                  <a:pt x="758999" y="815368"/>
                </a:lnTo>
                <a:lnTo>
                  <a:pt x="758679" y="820688"/>
                </a:lnTo>
                <a:lnTo>
                  <a:pt x="758363" y="826008"/>
                </a:lnTo>
                <a:lnTo>
                  <a:pt x="758045" y="831327"/>
                </a:lnTo>
                <a:lnTo>
                  <a:pt x="757727" y="836647"/>
                </a:lnTo>
                <a:lnTo>
                  <a:pt x="757411" y="841967"/>
                </a:lnTo>
                <a:lnTo>
                  <a:pt x="757091" y="847286"/>
                </a:lnTo>
                <a:lnTo>
                  <a:pt x="756775" y="852606"/>
                </a:lnTo>
                <a:lnTo>
                  <a:pt x="756459" y="857925"/>
                </a:lnTo>
                <a:lnTo>
                  <a:pt x="756141" y="863248"/>
                </a:lnTo>
                <a:lnTo>
                  <a:pt x="755825" y="868568"/>
                </a:lnTo>
                <a:lnTo>
                  <a:pt x="755505" y="873888"/>
                </a:lnTo>
                <a:lnTo>
                  <a:pt x="755187" y="879207"/>
                </a:lnTo>
                <a:lnTo>
                  <a:pt x="754871" y="884527"/>
                </a:lnTo>
                <a:lnTo>
                  <a:pt x="754555" y="889847"/>
                </a:lnTo>
                <a:lnTo>
                  <a:pt x="754239" y="895166"/>
                </a:lnTo>
                <a:lnTo>
                  <a:pt x="753919" y="900486"/>
                </a:lnTo>
                <a:lnTo>
                  <a:pt x="753601" y="905805"/>
                </a:lnTo>
                <a:lnTo>
                  <a:pt x="753285" y="911125"/>
                </a:lnTo>
                <a:lnTo>
                  <a:pt x="752967" y="916445"/>
                </a:lnTo>
                <a:lnTo>
                  <a:pt x="752651" y="921764"/>
                </a:lnTo>
                <a:lnTo>
                  <a:pt x="752331" y="927084"/>
                </a:lnTo>
                <a:lnTo>
                  <a:pt x="752015" y="932404"/>
                </a:lnTo>
                <a:lnTo>
                  <a:pt x="751697" y="937723"/>
                </a:lnTo>
                <a:lnTo>
                  <a:pt x="751381" y="943043"/>
                </a:lnTo>
                <a:lnTo>
                  <a:pt x="751063" y="948363"/>
                </a:lnTo>
                <a:lnTo>
                  <a:pt x="750743" y="953682"/>
                </a:lnTo>
                <a:lnTo>
                  <a:pt x="750427" y="959002"/>
                </a:lnTo>
                <a:lnTo>
                  <a:pt x="750111" y="964321"/>
                </a:lnTo>
                <a:lnTo>
                  <a:pt x="749795" y="969641"/>
                </a:lnTo>
                <a:lnTo>
                  <a:pt x="749477" y="974961"/>
                </a:lnTo>
                <a:lnTo>
                  <a:pt x="749157" y="980280"/>
                </a:lnTo>
                <a:lnTo>
                  <a:pt x="748841" y="985600"/>
                </a:lnTo>
                <a:lnTo>
                  <a:pt x="748523" y="990920"/>
                </a:lnTo>
                <a:lnTo>
                  <a:pt x="748207" y="996239"/>
                </a:lnTo>
                <a:lnTo>
                  <a:pt x="747891" y="1001559"/>
                </a:lnTo>
                <a:lnTo>
                  <a:pt x="747571" y="1006879"/>
                </a:lnTo>
                <a:lnTo>
                  <a:pt x="747255" y="1012198"/>
                </a:lnTo>
                <a:lnTo>
                  <a:pt x="746937" y="1017518"/>
                </a:lnTo>
                <a:lnTo>
                  <a:pt x="746619" y="1022837"/>
                </a:lnTo>
                <a:lnTo>
                  <a:pt x="746303" y="1028157"/>
                </a:lnTo>
                <a:lnTo>
                  <a:pt x="745983" y="1033477"/>
                </a:lnTo>
                <a:lnTo>
                  <a:pt x="745667" y="1038796"/>
                </a:lnTo>
                <a:lnTo>
                  <a:pt x="745351" y="1044116"/>
                </a:lnTo>
                <a:lnTo>
                  <a:pt x="745033" y="1049436"/>
                </a:lnTo>
                <a:lnTo>
                  <a:pt x="744717" y="1054755"/>
                </a:lnTo>
                <a:lnTo>
                  <a:pt x="744397" y="1060075"/>
                </a:lnTo>
                <a:lnTo>
                  <a:pt x="744079" y="1065398"/>
                </a:lnTo>
                <a:lnTo>
                  <a:pt x="743763" y="1070717"/>
                </a:lnTo>
                <a:lnTo>
                  <a:pt x="743447" y="1076037"/>
                </a:lnTo>
                <a:lnTo>
                  <a:pt x="743131" y="1081357"/>
                </a:lnTo>
                <a:lnTo>
                  <a:pt x="742811" y="1086676"/>
                </a:lnTo>
                <a:lnTo>
                  <a:pt x="742493" y="1091996"/>
                </a:lnTo>
                <a:lnTo>
                  <a:pt x="742177" y="1097316"/>
                </a:lnTo>
                <a:lnTo>
                  <a:pt x="741859" y="1102635"/>
                </a:lnTo>
                <a:lnTo>
                  <a:pt x="741543" y="1107955"/>
                </a:lnTo>
                <a:lnTo>
                  <a:pt x="741223" y="1113274"/>
                </a:lnTo>
                <a:lnTo>
                  <a:pt x="740907" y="1118594"/>
                </a:lnTo>
                <a:lnTo>
                  <a:pt x="740591" y="1123914"/>
                </a:lnTo>
                <a:lnTo>
                  <a:pt x="740273" y="1129234"/>
                </a:lnTo>
                <a:lnTo>
                  <a:pt x="739955" y="1134553"/>
                </a:lnTo>
                <a:lnTo>
                  <a:pt x="739639" y="1139873"/>
                </a:lnTo>
                <a:lnTo>
                  <a:pt x="739319" y="1145192"/>
                </a:lnTo>
                <a:lnTo>
                  <a:pt x="739003" y="1150512"/>
                </a:lnTo>
                <a:lnTo>
                  <a:pt x="738687" y="1155832"/>
                </a:lnTo>
                <a:lnTo>
                  <a:pt x="738371" y="1161151"/>
                </a:lnTo>
                <a:lnTo>
                  <a:pt x="738053" y="1166471"/>
                </a:lnTo>
                <a:lnTo>
                  <a:pt x="737733" y="1171791"/>
                </a:lnTo>
                <a:lnTo>
                  <a:pt x="737415" y="1177110"/>
                </a:lnTo>
                <a:lnTo>
                  <a:pt x="737099" y="1182430"/>
                </a:lnTo>
                <a:lnTo>
                  <a:pt x="736783" y="1187749"/>
                </a:lnTo>
                <a:lnTo>
                  <a:pt x="736463" y="1193069"/>
                </a:lnTo>
                <a:lnTo>
                  <a:pt x="736147" y="1198389"/>
                </a:lnTo>
                <a:lnTo>
                  <a:pt x="735829" y="1203708"/>
                </a:lnTo>
                <a:lnTo>
                  <a:pt x="735513" y="1209028"/>
                </a:lnTo>
                <a:lnTo>
                  <a:pt x="735195" y="1214348"/>
                </a:lnTo>
                <a:lnTo>
                  <a:pt x="734875" y="1219667"/>
                </a:lnTo>
                <a:lnTo>
                  <a:pt x="734559" y="1224987"/>
                </a:lnTo>
                <a:lnTo>
                  <a:pt x="734243" y="1230307"/>
                </a:lnTo>
                <a:lnTo>
                  <a:pt x="733927" y="1235626"/>
                </a:lnTo>
                <a:lnTo>
                  <a:pt x="733609" y="1240946"/>
                </a:lnTo>
                <a:lnTo>
                  <a:pt x="733291" y="1246265"/>
                </a:lnTo>
                <a:lnTo>
                  <a:pt x="732971" y="1251585"/>
                </a:lnTo>
                <a:lnTo>
                  <a:pt x="732655" y="1256905"/>
                </a:lnTo>
                <a:lnTo>
                  <a:pt x="732339" y="1262224"/>
                </a:lnTo>
                <a:lnTo>
                  <a:pt x="732023" y="1267544"/>
                </a:lnTo>
                <a:lnTo>
                  <a:pt x="731705" y="1272864"/>
                </a:lnTo>
                <a:lnTo>
                  <a:pt x="731387" y="1278187"/>
                </a:lnTo>
                <a:lnTo>
                  <a:pt x="731069" y="1283506"/>
                </a:lnTo>
                <a:lnTo>
                  <a:pt x="730751" y="1288826"/>
                </a:lnTo>
                <a:lnTo>
                  <a:pt x="730435" y="1294145"/>
                </a:lnTo>
                <a:lnTo>
                  <a:pt x="730115" y="1299465"/>
                </a:lnTo>
                <a:lnTo>
                  <a:pt x="729799" y="1304785"/>
                </a:lnTo>
                <a:lnTo>
                  <a:pt x="729483" y="1310104"/>
                </a:lnTo>
                <a:lnTo>
                  <a:pt x="729165" y="1315424"/>
                </a:lnTo>
                <a:lnTo>
                  <a:pt x="728847" y="1320744"/>
                </a:lnTo>
                <a:lnTo>
                  <a:pt x="728527" y="1326063"/>
                </a:lnTo>
                <a:lnTo>
                  <a:pt x="728211" y="1331383"/>
                </a:lnTo>
                <a:lnTo>
                  <a:pt x="727895" y="1336702"/>
                </a:lnTo>
                <a:lnTo>
                  <a:pt x="727579" y="1342022"/>
                </a:lnTo>
                <a:lnTo>
                  <a:pt x="727263" y="1347342"/>
                </a:lnTo>
                <a:lnTo>
                  <a:pt x="726945" y="1352661"/>
                </a:lnTo>
                <a:lnTo>
                  <a:pt x="726625" y="1357981"/>
                </a:lnTo>
                <a:lnTo>
                  <a:pt x="726307" y="1363301"/>
                </a:lnTo>
                <a:lnTo>
                  <a:pt x="725991" y="1368620"/>
                </a:lnTo>
                <a:lnTo>
                  <a:pt x="725675" y="1373940"/>
                </a:lnTo>
                <a:lnTo>
                  <a:pt x="725355" y="1379260"/>
                </a:lnTo>
                <a:lnTo>
                  <a:pt x="725039" y="1384579"/>
                </a:lnTo>
                <a:lnTo>
                  <a:pt x="724721" y="1389899"/>
                </a:lnTo>
                <a:lnTo>
                  <a:pt x="724405" y="1395218"/>
                </a:lnTo>
                <a:lnTo>
                  <a:pt x="724087" y="1400538"/>
                </a:lnTo>
                <a:lnTo>
                  <a:pt x="723767" y="1405858"/>
                </a:lnTo>
                <a:lnTo>
                  <a:pt x="723451" y="1411177"/>
                </a:lnTo>
                <a:lnTo>
                  <a:pt x="723135" y="1416497"/>
                </a:lnTo>
                <a:lnTo>
                  <a:pt x="722819" y="1421817"/>
                </a:lnTo>
                <a:lnTo>
                  <a:pt x="722501" y="1427136"/>
                </a:lnTo>
                <a:lnTo>
                  <a:pt x="722183" y="1432456"/>
                </a:lnTo>
                <a:lnTo>
                  <a:pt x="721863" y="1437776"/>
                </a:lnTo>
                <a:lnTo>
                  <a:pt x="721547" y="1443095"/>
                </a:lnTo>
                <a:lnTo>
                  <a:pt x="721231" y="1437776"/>
                </a:lnTo>
                <a:lnTo>
                  <a:pt x="720915" y="1432456"/>
                </a:lnTo>
                <a:lnTo>
                  <a:pt x="720599" y="1427136"/>
                </a:lnTo>
                <a:lnTo>
                  <a:pt x="720279" y="1421817"/>
                </a:lnTo>
                <a:lnTo>
                  <a:pt x="719961" y="1416497"/>
                </a:lnTo>
                <a:lnTo>
                  <a:pt x="719643" y="1411177"/>
                </a:lnTo>
                <a:lnTo>
                  <a:pt x="719327" y="1405858"/>
                </a:lnTo>
                <a:lnTo>
                  <a:pt x="719011" y="1400538"/>
                </a:lnTo>
                <a:lnTo>
                  <a:pt x="718691" y="1395218"/>
                </a:lnTo>
                <a:lnTo>
                  <a:pt x="718375" y="1389899"/>
                </a:lnTo>
                <a:lnTo>
                  <a:pt x="718057" y="1384579"/>
                </a:lnTo>
                <a:lnTo>
                  <a:pt x="717739" y="1379260"/>
                </a:lnTo>
                <a:lnTo>
                  <a:pt x="717423" y="1373940"/>
                </a:lnTo>
                <a:lnTo>
                  <a:pt x="717103" y="1368620"/>
                </a:lnTo>
                <a:lnTo>
                  <a:pt x="716787" y="1363301"/>
                </a:lnTo>
                <a:lnTo>
                  <a:pt x="716471" y="1357981"/>
                </a:lnTo>
                <a:lnTo>
                  <a:pt x="716155" y="1352661"/>
                </a:lnTo>
                <a:lnTo>
                  <a:pt x="715837" y="1347342"/>
                </a:lnTo>
                <a:lnTo>
                  <a:pt x="715517" y="1342022"/>
                </a:lnTo>
                <a:lnTo>
                  <a:pt x="715199" y="1336702"/>
                </a:lnTo>
                <a:lnTo>
                  <a:pt x="714883" y="1331383"/>
                </a:lnTo>
                <a:lnTo>
                  <a:pt x="714567" y="1326063"/>
                </a:lnTo>
                <a:lnTo>
                  <a:pt x="714251" y="1320744"/>
                </a:lnTo>
                <a:lnTo>
                  <a:pt x="713933" y="1315424"/>
                </a:lnTo>
                <a:lnTo>
                  <a:pt x="713613" y="1310104"/>
                </a:lnTo>
                <a:lnTo>
                  <a:pt x="713297" y="1304785"/>
                </a:lnTo>
                <a:lnTo>
                  <a:pt x="712979" y="1299465"/>
                </a:lnTo>
                <a:lnTo>
                  <a:pt x="712663" y="1294145"/>
                </a:lnTo>
                <a:lnTo>
                  <a:pt x="712343" y="1288826"/>
                </a:lnTo>
                <a:lnTo>
                  <a:pt x="712027" y="1283506"/>
                </a:lnTo>
                <a:lnTo>
                  <a:pt x="711711" y="1278187"/>
                </a:lnTo>
                <a:lnTo>
                  <a:pt x="711393" y="1272864"/>
                </a:lnTo>
                <a:lnTo>
                  <a:pt x="711075" y="1267544"/>
                </a:lnTo>
                <a:lnTo>
                  <a:pt x="710755" y="1262224"/>
                </a:lnTo>
                <a:lnTo>
                  <a:pt x="710439" y="1256905"/>
                </a:lnTo>
                <a:lnTo>
                  <a:pt x="710123" y="1251585"/>
                </a:lnTo>
                <a:lnTo>
                  <a:pt x="709807" y="1246265"/>
                </a:lnTo>
                <a:lnTo>
                  <a:pt x="709491" y="1240946"/>
                </a:lnTo>
                <a:lnTo>
                  <a:pt x="709173" y="1235626"/>
                </a:lnTo>
                <a:lnTo>
                  <a:pt x="708853" y="1230307"/>
                </a:lnTo>
                <a:lnTo>
                  <a:pt x="708535" y="1224987"/>
                </a:lnTo>
                <a:lnTo>
                  <a:pt x="708219" y="1219667"/>
                </a:lnTo>
                <a:lnTo>
                  <a:pt x="707903" y="1214348"/>
                </a:lnTo>
                <a:lnTo>
                  <a:pt x="707587" y="1209028"/>
                </a:lnTo>
                <a:lnTo>
                  <a:pt x="707267" y="1203708"/>
                </a:lnTo>
                <a:lnTo>
                  <a:pt x="706949" y="1198389"/>
                </a:lnTo>
                <a:lnTo>
                  <a:pt x="706633" y="1193069"/>
                </a:lnTo>
                <a:lnTo>
                  <a:pt x="706315" y="1187749"/>
                </a:lnTo>
                <a:lnTo>
                  <a:pt x="705999" y="1182430"/>
                </a:lnTo>
                <a:lnTo>
                  <a:pt x="705679" y="1177110"/>
                </a:lnTo>
                <a:lnTo>
                  <a:pt x="705363" y="1171791"/>
                </a:lnTo>
                <a:lnTo>
                  <a:pt x="705047" y="1166471"/>
                </a:lnTo>
                <a:lnTo>
                  <a:pt x="704729" y="1161151"/>
                </a:lnTo>
                <a:lnTo>
                  <a:pt x="704411" y="1155832"/>
                </a:lnTo>
                <a:lnTo>
                  <a:pt x="704091" y="1150512"/>
                </a:lnTo>
                <a:lnTo>
                  <a:pt x="703775" y="1145192"/>
                </a:lnTo>
                <a:lnTo>
                  <a:pt x="703459" y="1139873"/>
                </a:lnTo>
                <a:lnTo>
                  <a:pt x="703143" y="1134553"/>
                </a:lnTo>
                <a:lnTo>
                  <a:pt x="702827" y="1129234"/>
                </a:lnTo>
                <a:lnTo>
                  <a:pt x="702507" y="1123914"/>
                </a:lnTo>
                <a:lnTo>
                  <a:pt x="702189" y="1118594"/>
                </a:lnTo>
                <a:lnTo>
                  <a:pt x="701871" y="1113274"/>
                </a:lnTo>
                <a:lnTo>
                  <a:pt x="701555" y="1107955"/>
                </a:lnTo>
                <a:lnTo>
                  <a:pt x="701239" y="1102635"/>
                </a:lnTo>
                <a:lnTo>
                  <a:pt x="700923" y="1097316"/>
                </a:lnTo>
                <a:lnTo>
                  <a:pt x="700603" y="1091996"/>
                </a:lnTo>
                <a:lnTo>
                  <a:pt x="700285" y="1086676"/>
                </a:lnTo>
                <a:lnTo>
                  <a:pt x="699967" y="1081357"/>
                </a:lnTo>
                <a:lnTo>
                  <a:pt x="699651" y="1076037"/>
                </a:lnTo>
                <a:lnTo>
                  <a:pt x="699331" y="1070717"/>
                </a:lnTo>
                <a:lnTo>
                  <a:pt x="699015" y="1065398"/>
                </a:lnTo>
                <a:lnTo>
                  <a:pt x="698699" y="1060075"/>
                </a:lnTo>
                <a:lnTo>
                  <a:pt x="698383" y="1054755"/>
                </a:lnTo>
                <a:lnTo>
                  <a:pt x="698065" y="1049436"/>
                </a:lnTo>
                <a:lnTo>
                  <a:pt x="697747" y="1044116"/>
                </a:lnTo>
                <a:lnTo>
                  <a:pt x="697427" y="1038796"/>
                </a:lnTo>
                <a:lnTo>
                  <a:pt x="697111" y="1033477"/>
                </a:lnTo>
                <a:lnTo>
                  <a:pt x="696795" y="1028157"/>
                </a:lnTo>
                <a:lnTo>
                  <a:pt x="696479" y="1022837"/>
                </a:lnTo>
                <a:lnTo>
                  <a:pt x="696161" y="1017518"/>
                </a:lnTo>
                <a:lnTo>
                  <a:pt x="695841" y="1012198"/>
                </a:lnTo>
                <a:lnTo>
                  <a:pt x="695525" y="1006879"/>
                </a:lnTo>
                <a:lnTo>
                  <a:pt x="695207" y="1001559"/>
                </a:lnTo>
                <a:lnTo>
                  <a:pt x="694891" y="996239"/>
                </a:lnTo>
                <a:lnTo>
                  <a:pt x="694575" y="990920"/>
                </a:lnTo>
                <a:lnTo>
                  <a:pt x="694255" y="985600"/>
                </a:lnTo>
                <a:lnTo>
                  <a:pt x="693939" y="980280"/>
                </a:lnTo>
                <a:lnTo>
                  <a:pt x="693621" y="974961"/>
                </a:lnTo>
                <a:lnTo>
                  <a:pt x="693303" y="969641"/>
                </a:lnTo>
                <a:lnTo>
                  <a:pt x="692987" y="964321"/>
                </a:lnTo>
                <a:lnTo>
                  <a:pt x="692671" y="959002"/>
                </a:lnTo>
                <a:lnTo>
                  <a:pt x="692351" y="953682"/>
                </a:lnTo>
                <a:lnTo>
                  <a:pt x="692035" y="948363"/>
                </a:lnTo>
                <a:lnTo>
                  <a:pt x="691719" y="943043"/>
                </a:lnTo>
                <a:lnTo>
                  <a:pt x="691401" y="937723"/>
                </a:lnTo>
                <a:lnTo>
                  <a:pt x="691081" y="932404"/>
                </a:lnTo>
                <a:lnTo>
                  <a:pt x="690763" y="927084"/>
                </a:lnTo>
                <a:lnTo>
                  <a:pt x="690447" y="921764"/>
                </a:lnTo>
                <a:lnTo>
                  <a:pt x="690131" y="916445"/>
                </a:lnTo>
                <a:lnTo>
                  <a:pt x="689815" y="911125"/>
                </a:lnTo>
                <a:lnTo>
                  <a:pt x="689495" y="905805"/>
                </a:lnTo>
                <a:lnTo>
                  <a:pt x="689177" y="900486"/>
                </a:lnTo>
                <a:lnTo>
                  <a:pt x="688861" y="895166"/>
                </a:lnTo>
                <a:lnTo>
                  <a:pt x="688543" y="889847"/>
                </a:lnTo>
                <a:lnTo>
                  <a:pt x="688227" y="884527"/>
                </a:lnTo>
                <a:lnTo>
                  <a:pt x="687911" y="879207"/>
                </a:lnTo>
                <a:lnTo>
                  <a:pt x="687591" y="873888"/>
                </a:lnTo>
                <a:lnTo>
                  <a:pt x="687275" y="868568"/>
                </a:lnTo>
                <a:lnTo>
                  <a:pt x="686957" y="863248"/>
                </a:lnTo>
                <a:lnTo>
                  <a:pt x="686639" y="857925"/>
                </a:lnTo>
                <a:lnTo>
                  <a:pt x="686323" y="852606"/>
                </a:lnTo>
                <a:lnTo>
                  <a:pt x="686003" y="847286"/>
                </a:lnTo>
                <a:lnTo>
                  <a:pt x="685687" y="841967"/>
                </a:lnTo>
                <a:lnTo>
                  <a:pt x="685371" y="836647"/>
                </a:lnTo>
                <a:lnTo>
                  <a:pt x="685053" y="831327"/>
                </a:lnTo>
                <a:lnTo>
                  <a:pt x="684737" y="826008"/>
                </a:lnTo>
                <a:lnTo>
                  <a:pt x="684417" y="820688"/>
                </a:lnTo>
                <a:lnTo>
                  <a:pt x="684099" y="815368"/>
                </a:lnTo>
                <a:lnTo>
                  <a:pt x="683783" y="810049"/>
                </a:lnTo>
                <a:lnTo>
                  <a:pt x="683467" y="804729"/>
                </a:lnTo>
                <a:lnTo>
                  <a:pt x="683151" y="799410"/>
                </a:lnTo>
                <a:lnTo>
                  <a:pt x="682831" y="794090"/>
                </a:lnTo>
                <a:lnTo>
                  <a:pt x="682681" y="791590"/>
                </a:lnTo>
                <a:lnTo>
                  <a:pt x="682079" y="792125"/>
                </a:lnTo>
                <a:lnTo>
                  <a:pt x="679615" y="794313"/>
                </a:lnTo>
                <a:lnTo>
                  <a:pt x="677145" y="796501"/>
                </a:lnTo>
                <a:lnTo>
                  <a:pt x="674679" y="798692"/>
                </a:lnTo>
                <a:lnTo>
                  <a:pt x="672213" y="800880"/>
                </a:lnTo>
                <a:lnTo>
                  <a:pt x="669747" y="803068"/>
                </a:lnTo>
                <a:lnTo>
                  <a:pt x="667279" y="805256"/>
                </a:lnTo>
                <a:lnTo>
                  <a:pt x="664813" y="807447"/>
                </a:lnTo>
                <a:lnTo>
                  <a:pt x="662347" y="809635"/>
                </a:lnTo>
                <a:lnTo>
                  <a:pt x="659881" y="811823"/>
                </a:lnTo>
                <a:lnTo>
                  <a:pt x="657411" y="814014"/>
                </a:lnTo>
                <a:lnTo>
                  <a:pt x="654945" y="816202"/>
                </a:lnTo>
                <a:lnTo>
                  <a:pt x="652479" y="818390"/>
                </a:lnTo>
                <a:lnTo>
                  <a:pt x="650015" y="820581"/>
                </a:lnTo>
                <a:lnTo>
                  <a:pt x="647545" y="822769"/>
                </a:lnTo>
                <a:lnTo>
                  <a:pt x="645079" y="824957"/>
                </a:lnTo>
                <a:lnTo>
                  <a:pt x="642613" y="827149"/>
                </a:lnTo>
                <a:lnTo>
                  <a:pt x="640147" y="829337"/>
                </a:lnTo>
                <a:lnTo>
                  <a:pt x="637679" y="831525"/>
                </a:lnTo>
                <a:lnTo>
                  <a:pt x="635211" y="833716"/>
                </a:lnTo>
                <a:lnTo>
                  <a:pt x="632747" y="835904"/>
                </a:lnTo>
                <a:lnTo>
                  <a:pt x="630277" y="838092"/>
                </a:lnTo>
                <a:lnTo>
                  <a:pt x="627811" y="840283"/>
                </a:lnTo>
                <a:lnTo>
                  <a:pt x="625345" y="842471"/>
                </a:lnTo>
                <a:lnTo>
                  <a:pt x="622879" y="844659"/>
                </a:lnTo>
                <a:lnTo>
                  <a:pt x="620413" y="846850"/>
                </a:lnTo>
                <a:lnTo>
                  <a:pt x="617943" y="849038"/>
                </a:lnTo>
                <a:lnTo>
                  <a:pt x="615479" y="851226"/>
                </a:lnTo>
                <a:lnTo>
                  <a:pt x="613011" y="853417"/>
                </a:lnTo>
                <a:lnTo>
                  <a:pt x="610547" y="855605"/>
                </a:lnTo>
                <a:lnTo>
                  <a:pt x="608077" y="857793"/>
                </a:lnTo>
                <a:lnTo>
                  <a:pt x="605611" y="859984"/>
                </a:lnTo>
                <a:lnTo>
                  <a:pt x="603145" y="862172"/>
                </a:lnTo>
                <a:lnTo>
                  <a:pt x="600675" y="864360"/>
                </a:lnTo>
                <a:lnTo>
                  <a:pt x="598211" y="866548"/>
                </a:lnTo>
                <a:lnTo>
                  <a:pt x="595743" y="868739"/>
                </a:lnTo>
                <a:lnTo>
                  <a:pt x="593279" y="870927"/>
                </a:lnTo>
                <a:lnTo>
                  <a:pt x="590809" y="873119"/>
                </a:lnTo>
                <a:lnTo>
                  <a:pt x="588343" y="875306"/>
                </a:lnTo>
                <a:lnTo>
                  <a:pt x="585877" y="877494"/>
                </a:lnTo>
                <a:lnTo>
                  <a:pt x="583411" y="879682"/>
                </a:lnTo>
                <a:lnTo>
                  <a:pt x="580943" y="881874"/>
                </a:lnTo>
                <a:lnTo>
                  <a:pt x="578477" y="884062"/>
                </a:lnTo>
                <a:lnTo>
                  <a:pt x="576011" y="886250"/>
                </a:lnTo>
                <a:lnTo>
                  <a:pt x="573545" y="888441"/>
                </a:lnTo>
                <a:lnTo>
                  <a:pt x="571075" y="890629"/>
                </a:lnTo>
                <a:lnTo>
                  <a:pt x="568611" y="892817"/>
                </a:lnTo>
                <a:lnTo>
                  <a:pt x="566143" y="895008"/>
                </a:lnTo>
                <a:lnTo>
                  <a:pt x="563679" y="897196"/>
                </a:lnTo>
                <a:lnTo>
                  <a:pt x="561209" y="899384"/>
                </a:lnTo>
                <a:lnTo>
                  <a:pt x="558743" y="901575"/>
                </a:lnTo>
                <a:lnTo>
                  <a:pt x="556277" y="903763"/>
                </a:lnTo>
                <a:lnTo>
                  <a:pt x="553807" y="905951"/>
                </a:lnTo>
                <a:lnTo>
                  <a:pt x="551343" y="908142"/>
                </a:lnTo>
                <a:lnTo>
                  <a:pt x="548875" y="910330"/>
                </a:lnTo>
                <a:lnTo>
                  <a:pt x="546411" y="912518"/>
                </a:lnTo>
                <a:lnTo>
                  <a:pt x="543943" y="914709"/>
                </a:lnTo>
                <a:lnTo>
                  <a:pt x="541475" y="916897"/>
                </a:lnTo>
                <a:lnTo>
                  <a:pt x="539009" y="919085"/>
                </a:lnTo>
                <a:lnTo>
                  <a:pt x="536543" y="921276"/>
                </a:lnTo>
                <a:lnTo>
                  <a:pt x="534075" y="923464"/>
                </a:lnTo>
                <a:lnTo>
                  <a:pt x="531607" y="925652"/>
                </a:lnTo>
                <a:lnTo>
                  <a:pt x="529143" y="927844"/>
                </a:lnTo>
                <a:lnTo>
                  <a:pt x="526675" y="930032"/>
                </a:lnTo>
                <a:lnTo>
                  <a:pt x="524207" y="932220"/>
                </a:lnTo>
                <a:lnTo>
                  <a:pt x="521741" y="934408"/>
                </a:lnTo>
                <a:lnTo>
                  <a:pt x="519275" y="936599"/>
                </a:lnTo>
                <a:lnTo>
                  <a:pt x="516811" y="938787"/>
                </a:lnTo>
                <a:lnTo>
                  <a:pt x="514339" y="940975"/>
                </a:lnTo>
                <a:lnTo>
                  <a:pt x="511875" y="943166"/>
                </a:lnTo>
                <a:lnTo>
                  <a:pt x="509407" y="945354"/>
                </a:lnTo>
                <a:lnTo>
                  <a:pt x="506943" y="947542"/>
                </a:lnTo>
                <a:lnTo>
                  <a:pt x="504473" y="949733"/>
                </a:lnTo>
                <a:lnTo>
                  <a:pt x="502007" y="951921"/>
                </a:lnTo>
                <a:lnTo>
                  <a:pt x="499543" y="954109"/>
                </a:lnTo>
                <a:lnTo>
                  <a:pt x="497075" y="956300"/>
                </a:lnTo>
                <a:lnTo>
                  <a:pt x="494607" y="958488"/>
                </a:lnTo>
                <a:lnTo>
                  <a:pt x="492141" y="960676"/>
                </a:lnTo>
                <a:lnTo>
                  <a:pt x="489675" y="962867"/>
                </a:lnTo>
                <a:lnTo>
                  <a:pt x="487209" y="965055"/>
                </a:lnTo>
                <a:lnTo>
                  <a:pt x="484739" y="967243"/>
                </a:lnTo>
                <a:lnTo>
                  <a:pt x="482274" y="969434"/>
                </a:lnTo>
                <a:lnTo>
                  <a:pt x="479808" y="971622"/>
                </a:lnTo>
                <a:lnTo>
                  <a:pt x="477339" y="973810"/>
                </a:lnTo>
                <a:lnTo>
                  <a:pt x="474873" y="976001"/>
                </a:lnTo>
                <a:lnTo>
                  <a:pt x="472407" y="978189"/>
                </a:lnTo>
                <a:lnTo>
                  <a:pt x="469941" y="980377"/>
                </a:lnTo>
                <a:lnTo>
                  <a:pt x="467472" y="982569"/>
                </a:lnTo>
                <a:lnTo>
                  <a:pt x="465006" y="984757"/>
                </a:lnTo>
                <a:lnTo>
                  <a:pt x="462540" y="986945"/>
                </a:lnTo>
                <a:lnTo>
                  <a:pt x="460074" y="989132"/>
                </a:lnTo>
                <a:lnTo>
                  <a:pt x="457605" y="991324"/>
                </a:lnTo>
                <a:lnTo>
                  <a:pt x="455139" y="993512"/>
                </a:lnTo>
                <a:lnTo>
                  <a:pt x="452673" y="995703"/>
                </a:lnTo>
                <a:lnTo>
                  <a:pt x="450208" y="997891"/>
                </a:lnTo>
                <a:lnTo>
                  <a:pt x="447738" y="1000079"/>
                </a:lnTo>
                <a:lnTo>
                  <a:pt x="445272" y="1002270"/>
                </a:lnTo>
                <a:lnTo>
                  <a:pt x="442806" y="1004458"/>
                </a:lnTo>
                <a:lnTo>
                  <a:pt x="440341" y="1006646"/>
                </a:lnTo>
                <a:lnTo>
                  <a:pt x="437871" y="1008834"/>
                </a:lnTo>
                <a:lnTo>
                  <a:pt x="435406" y="1011025"/>
                </a:lnTo>
                <a:lnTo>
                  <a:pt x="432940" y="1013213"/>
                </a:lnTo>
                <a:lnTo>
                  <a:pt x="430474" y="1015401"/>
                </a:lnTo>
                <a:lnTo>
                  <a:pt x="428004" y="1017592"/>
                </a:lnTo>
                <a:lnTo>
                  <a:pt x="425539" y="1019780"/>
                </a:lnTo>
                <a:lnTo>
                  <a:pt x="423073" y="1021968"/>
                </a:lnTo>
                <a:lnTo>
                  <a:pt x="420607" y="1024159"/>
                </a:lnTo>
                <a:lnTo>
                  <a:pt x="418138" y="1026347"/>
                </a:lnTo>
                <a:lnTo>
                  <a:pt x="415672" y="1028535"/>
                </a:lnTo>
                <a:lnTo>
                  <a:pt x="413206" y="1030726"/>
                </a:lnTo>
                <a:lnTo>
                  <a:pt x="410740" y="1032914"/>
                </a:lnTo>
                <a:lnTo>
                  <a:pt x="408271" y="1035102"/>
                </a:lnTo>
                <a:lnTo>
                  <a:pt x="405805" y="1037294"/>
                </a:lnTo>
                <a:lnTo>
                  <a:pt x="407993" y="1034824"/>
                </a:lnTo>
                <a:lnTo>
                  <a:pt x="410184" y="1032359"/>
                </a:lnTo>
                <a:lnTo>
                  <a:pt x="412372" y="1029893"/>
                </a:lnTo>
                <a:lnTo>
                  <a:pt x="414560" y="1027427"/>
                </a:lnTo>
                <a:lnTo>
                  <a:pt x="416751" y="1024958"/>
                </a:lnTo>
                <a:lnTo>
                  <a:pt x="418939" y="1022492"/>
                </a:lnTo>
                <a:lnTo>
                  <a:pt x="421127" y="1020026"/>
                </a:lnTo>
                <a:lnTo>
                  <a:pt x="423315" y="1017560"/>
                </a:lnTo>
                <a:lnTo>
                  <a:pt x="425506" y="1015091"/>
                </a:lnTo>
                <a:lnTo>
                  <a:pt x="427694" y="1012625"/>
                </a:lnTo>
                <a:lnTo>
                  <a:pt x="429886" y="1010159"/>
                </a:lnTo>
                <a:lnTo>
                  <a:pt x="432074" y="1007690"/>
                </a:lnTo>
                <a:lnTo>
                  <a:pt x="434261" y="1005224"/>
                </a:lnTo>
                <a:lnTo>
                  <a:pt x="436449" y="1002758"/>
                </a:lnTo>
                <a:lnTo>
                  <a:pt x="438641" y="1000292"/>
                </a:lnTo>
                <a:lnTo>
                  <a:pt x="440829" y="997826"/>
                </a:lnTo>
                <a:lnTo>
                  <a:pt x="443017" y="995357"/>
                </a:lnTo>
                <a:lnTo>
                  <a:pt x="445208" y="992891"/>
                </a:lnTo>
                <a:lnTo>
                  <a:pt x="447396" y="990425"/>
                </a:lnTo>
                <a:lnTo>
                  <a:pt x="449584" y="987956"/>
                </a:lnTo>
                <a:lnTo>
                  <a:pt x="451775" y="985490"/>
                </a:lnTo>
                <a:lnTo>
                  <a:pt x="453963" y="983024"/>
                </a:lnTo>
                <a:lnTo>
                  <a:pt x="456151" y="980558"/>
                </a:lnTo>
                <a:lnTo>
                  <a:pt x="458342" y="978089"/>
                </a:lnTo>
                <a:lnTo>
                  <a:pt x="460530" y="975623"/>
                </a:lnTo>
                <a:lnTo>
                  <a:pt x="462718" y="973157"/>
                </a:lnTo>
                <a:lnTo>
                  <a:pt x="464906" y="970692"/>
                </a:lnTo>
                <a:lnTo>
                  <a:pt x="467097" y="968222"/>
                </a:lnTo>
                <a:lnTo>
                  <a:pt x="469285" y="965757"/>
                </a:lnTo>
                <a:lnTo>
                  <a:pt x="471473" y="963291"/>
                </a:lnTo>
                <a:lnTo>
                  <a:pt x="473664" y="960825"/>
                </a:lnTo>
                <a:lnTo>
                  <a:pt x="475852" y="958355"/>
                </a:lnTo>
                <a:lnTo>
                  <a:pt x="478040" y="955890"/>
                </a:lnTo>
                <a:lnTo>
                  <a:pt x="480231" y="953424"/>
                </a:lnTo>
                <a:lnTo>
                  <a:pt x="482419" y="950955"/>
                </a:lnTo>
                <a:lnTo>
                  <a:pt x="484607" y="948489"/>
                </a:lnTo>
                <a:lnTo>
                  <a:pt x="486799" y="946023"/>
                </a:lnTo>
                <a:lnTo>
                  <a:pt x="488987" y="943557"/>
                </a:lnTo>
                <a:lnTo>
                  <a:pt x="491175" y="941091"/>
                </a:lnTo>
                <a:lnTo>
                  <a:pt x="493367" y="938622"/>
                </a:lnTo>
                <a:lnTo>
                  <a:pt x="495555" y="936156"/>
                </a:lnTo>
                <a:lnTo>
                  <a:pt x="497743" y="933690"/>
                </a:lnTo>
                <a:lnTo>
                  <a:pt x="499933" y="931224"/>
                </a:lnTo>
                <a:lnTo>
                  <a:pt x="502121" y="928755"/>
                </a:lnTo>
                <a:lnTo>
                  <a:pt x="504309" y="926289"/>
                </a:lnTo>
                <a:lnTo>
                  <a:pt x="506497" y="923823"/>
                </a:lnTo>
                <a:lnTo>
                  <a:pt x="508687" y="921354"/>
                </a:lnTo>
                <a:lnTo>
                  <a:pt x="510875" y="918888"/>
                </a:lnTo>
                <a:lnTo>
                  <a:pt x="513067" y="916422"/>
                </a:lnTo>
                <a:lnTo>
                  <a:pt x="515255" y="913956"/>
                </a:lnTo>
                <a:lnTo>
                  <a:pt x="517443" y="911487"/>
                </a:lnTo>
                <a:lnTo>
                  <a:pt x="519631" y="909021"/>
                </a:lnTo>
                <a:lnTo>
                  <a:pt x="521823" y="906555"/>
                </a:lnTo>
                <a:lnTo>
                  <a:pt x="524011" y="904089"/>
                </a:lnTo>
                <a:lnTo>
                  <a:pt x="526199" y="901620"/>
                </a:lnTo>
                <a:lnTo>
                  <a:pt x="528389" y="899154"/>
                </a:lnTo>
                <a:lnTo>
                  <a:pt x="530577" y="896688"/>
                </a:lnTo>
                <a:lnTo>
                  <a:pt x="532765" y="894223"/>
                </a:lnTo>
                <a:lnTo>
                  <a:pt x="534955" y="891753"/>
                </a:lnTo>
                <a:lnTo>
                  <a:pt x="537143" y="889288"/>
                </a:lnTo>
                <a:lnTo>
                  <a:pt x="539331" y="886822"/>
                </a:lnTo>
                <a:lnTo>
                  <a:pt x="541523" y="884356"/>
                </a:lnTo>
                <a:lnTo>
                  <a:pt x="543711" y="881887"/>
                </a:lnTo>
                <a:lnTo>
                  <a:pt x="545899" y="879421"/>
                </a:lnTo>
                <a:lnTo>
                  <a:pt x="548087" y="876955"/>
                </a:lnTo>
                <a:lnTo>
                  <a:pt x="550279" y="874489"/>
                </a:lnTo>
                <a:lnTo>
                  <a:pt x="552467" y="872020"/>
                </a:lnTo>
                <a:lnTo>
                  <a:pt x="554655" y="869554"/>
                </a:lnTo>
                <a:lnTo>
                  <a:pt x="556847" y="867088"/>
                </a:lnTo>
                <a:lnTo>
                  <a:pt x="559035" y="864622"/>
                </a:lnTo>
                <a:lnTo>
                  <a:pt x="561223" y="862153"/>
                </a:lnTo>
                <a:lnTo>
                  <a:pt x="563413" y="859687"/>
                </a:lnTo>
                <a:lnTo>
                  <a:pt x="565601" y="857221"/>
                </a:lnTo>
                <a:lnTo>
                  <a:pt x="567789" y="854752"/>
                </a:lnTo>
                <a:lnTo>
                  <a:pt x="569979" y="852286"/>
                </a:lnTo>
                <a:lnTo>
                  <a:pt x="572167" y="849820"/>
                </a:lnTo>
                <a:lnTo>
                  <a:pt x="574355" y="847354"/>
                </a:lnTo>
                <a:lnTo>
                  <a:pt x="576547" y="844885"/>
                </a:lnTo>
                <a:lnTo>
                  <a:pt x="578735" y="842419"/>
                </a:lnTo>
                <a:lnTo>
                  <a:pt x="580923" y="839953"/>
                </a:lnTo>
                <a:lnTo>
                  <a:pt x="583115" y="837487"/>
                </a:lnTo>
                <a:lnTo>
                  <a:pt x="585303" y="835018"/>
                </a:lnTo>
                <a:lnTo>
                  <a:pt x="587491" y="832552"/>
                </a:lnTo>
                <a:lnTo>
                  <a:pt x="589679" y="830086"/>
                </a:lnTo>
                <a:lnTo>
                  <a:pt x="591869" y="827620"/>
                </a:lnTo>
                <a:lnTo>
                  <a:pt x="594057" y="825151"/>
                </a:lnTo>
                <a:lnTo>
                  <a:pt x="596245" y="822685"/>
                </a:lnTo>
                <a:lnTo>
                  <a:pt x="598435" y="820220"/>
                </a:lnTo>
                <a:lnTo>
                  <a:pt x="600623" y="817754"/>
                </a:lnTo>
                <a:lnTo>
                  <a:pt x="602811" y="815284"/>
                </a:lnTo>
                <a:lnTo>
                  <a:pt x="605003" y="812819"/>
                </a:lnTo>
                <a:lnTo>
                  <a:pt x="607191" y="810353"/>
                </a:lnTo>
                <a:lnTo>
                  <a:pt x="609379" y="807887"/>
                </a:lnTo>
                <a:lnTo>
                  <a:pt x="611571" y="805418"/>
                </a:lnTo>
                <a:lnTo>
                  <a:pt x="613759" y="802952"/>
                </a:lnTo>
                <a:lnTo>
                  <a:pt x="615947" y="800486"/>
                </a:lnTo>
                <a:lnTo>
                  <a:pt x="618139" y="798020"/>
                </a:lnTo>
                <a:lnTo>
                  <a:pt x="620327" y="795551"/>
                </a:lnTo>
                <a:lnTo>
                  <a:pt x="622515" y="793085"/>
                </a:lnTo>
                <a:lnTo>
                  <a:pt x="624705" y="790619"/>
                </a:lnTo>
                <a:lnTo>
                  <a:pt x="626893" y="788150"/>
                </a:lnTo>
                <a:lnTo>
                  <a:pt x="629081" y="785684"/>
                </a:lnTo>
                <a:lnTo>
                  <a:pt x="631271" y="783218"/>
                </a:lnTo>
                <a:lnTo>
                  <a:pt x="633459" y="780752"/>
                </a:lnTo>
                <a:lnTo>
                  <a:pt x="635647" y="778283"/>
                </a:lnTo>
                <a:lnTo>
                  <a:pt x="637835" y="775817"/>
                </a:lnTo>
                <a:lnTo>
                  <a:pt x="640027" y="773351"/>
                </a:lnTo>
                <a:lnTo>
                  <a:pt x="642215" y="770885"/>
                </a:lnTo>
                <a:lnTo>
                  <a:pt x="644403" y="768416"/>
                </a:lnTo>
                <a:lnTo>
                  <a:pt x="646595" y="765950"/>
                </a:lnTo>
                <a:lnTo>
                  <a:pt x="648783" y="763484"/>
                </a:lnTo>
                <a:lnTo>
                  <a:pt x="650971" y="761018"/>
                </a:lnTo>
                <a:lnTo>
                  <a:pt x="651505" y="760417"/>
                </a:lnTo>
                <a:lnTo>
                  <a:pt x="649009" y="760268"/>
                </a:lnTo>
                <a:lnTo>
                  <a:pt x="643689" y="759952"/>
                </a:lnTo>
                <a:lnTo>
                  <a:pt x="638369" y="759632"/>
                </a:lnTo>
                <a:lnTo>
                  <a:pt x="633051" y="759315"/>
                </a:lnTo>
                <a:lnTo>
                  <a:pt x="627731" y="758998"/>
                </a:lnTo>
                <a:lnTo>
                  <a:pt x="622411" y="758682"/>
                </a:lnTo>
                <a:lnTo>
                  <a:pt x="617091" y="758365"/>
                </a:lnTo>
                <a:lnTo>
                  <a:pt x="611771" y="758045"/>
                </a:lnTo>
                <a:lnTo>
                  <a:pt x="606451" y="757728"/>
                </a:lnTo>
                <a:lnTo>
                  <a:pt x="601131" y="757411"/>
                </a:lnTo>
                <a:lnTo>
                  <a:pt x="595811" y="757095"/>
                </a:lnTo>
                <a:lnTo>
                  <a:pt x="590491" y="756778"/>
                </a:lnTo>
                <a:lnTo>
                  <a:pt x="585173" y="756458"/>
                </a:lnTo>
                <a:lnTo>
                  <a:pt x="579853" y="756141"/>
                </a:lnTo>
                <a:lnTo>
                  <a:pt x="574531" y="755825"/>
                </a:lnTo>
                <a:lnTo>
                  <a:pt x="569211" y="755508"/>
                </a:lnTo>
                <a:lnTo>
                  <a:pt x="563891" y="755191"/>
                </a:lnTo>
                <a:lnTo>
                  <a:pt x="558571" y="754871"/>
                </a:lnTo>
                <a:lnTo>
                  <a:pt x="553251" y="754555"/>
                </a:lnTo>
                <a:lnTo>
                  <a:pt x="547931" y="754238"/>
                </a:lnTo>
                <a:lnTo>
                  <a:pt x="542613" y="753921"/>
                </a:lnTo>
                <a:lnTo>
                  <a:pt x="537293" y="753604"/>
                </a:lnTo>
                <a:lnTo>
                  <a:pt x="531973" y="753284"/>
                </a:lnTo>
                <a:lnTo>
                  <a:pt x="526655" y="752968"/>
                </a:lnTo>
                <a:lnTo>
                  <a:pt x="521335" y="752651"/>
                </a:lnTo>
                <a:lnTo>
                  <a:pt x="516015" y="752334"/>
                </a:lnTo>
                <a:lnTo>
                  <a:pt x="510695" y="752018"/>
                </a:lnTo>
                <a:lnTo>
                  <a:pt x="505375" y="751698"/>
                </a:lnTo>
                <a:lnTo>
                  <a:pt x="500055" y="751381"/>
                </a:lnTo>
                <a:lnTo>
                  <a:pt x="494735" y="751064"/>
                </a:lnTo>
                <a:lnTo>
                  <a:pt x="489415" y="750747"/>
                </a:lnTo>
                <a:lnTo>
                  <a:pt x="484097" y="750431"/>
                </a:lnTo>
                <a:lnTo>
                  <a:pt x="478777" y="750111"/>
                </a:lnTo>
                <a:lnTo>
                  <a:pt x="473457" y="749794"/>
                </a:lnTo>
                <a:lnTo>
                  <a:pt x="468138" y="749477"/>
                </a:lnTo>
                <a:lnTo>
                  <a:pt x="462818" y="749161"/>
                </a:lnTo>
                <a:lnTo>
                  <a:pt x="457498" y="748844"/>
                </a:lnTo>
                <a:lnTo>
                  <a:pt x="452179" y="748524"/>
                </a:lnTo>
                <a:lnTo>
                  <a:pt x="446859" y="748207"/>
                </a:lnTo>
                <a:lnTo>
                  <a:pt x="441540" y="747890"/>
                </a:lnTo>
                <a:lnTo>
                  <a:pt x="436220" y="747574"/>
                </a:lnTo>
                <a:lnTo>
                  <a:pt x="430897" y="747257"/>
                </a:lnTo>
                <a:lnTo>
                  <a:pt x="425577" y="746937"/>
                </a:lnTo>
                <a:lnTo>
                  <a:pt x="420258" y="746620"/>
                </a:lnTo>
                <a:lnTo>
                  <a:pt x="414938" y="746304"/>
                </a:lnTo>
                <a:lnTo>
                  <a:pt x="409619" y="745987"/>
                </a:lnTo>
                <a:lnTo>
                  <a:pt x="404299" y="745670"/>
                </a:lnTo>
                <a:lnTo>
                  <a:pt x="398979" y="745350"/>
                </a:lnTo>
                <a:lnTo>
                  <a:pt x="393660" y="745034"/>
                </a:lnTo>
                <a:lnTo>
                  <a:pt x="388340" y="744717"/>
                </a:lnTo>
                <a:lnTo>
                  <a:pt x="383020" y="744400"/>
                </a:lnTo>
                <a:lnTo>
                  <a:pt x="377701" y="744083"/>
                </a:lnTo>
                <a:lnTo>
                  <a:pt x="372381" y="743763"/>
                </a:lnTo>
                <a:lnTo>
                  <a:pt x="367061" y="743447"/>
                </a:lnTo>
                <a:lnTo>
                  <a:pt x="361742" y="743130"/>
                </a:lnTo>
                <a:lnTo>
                  <a:pt x="356422" y="742813"/>
                </a:lnTo>
                <a:lnTo>
                  <a:pt x="351102" y="742496"/>
                </a:lnTo>
                <a:lnTo>
                  <a:pt x="345783" y="742177"/>
                </a:lnTo>
                <a:lnTo>
                  <a:pt x="340463" y="741860"/>
                </a:lnTo>
                <a:lnTo>
                  <a:pt x="335144" y="741543"/>
                </a:lnTo>
                <a:lnTo>
                  <a:pt x="329824" y="741226"/>
                </a:lnTo>
                <a:lnTo>
                  <a:pt x="324504" y="740910"/>
                </a:lnTo>
                <a:lnTo>
                  <a:pt x="319185" y="740590"/>
                </a:lnTo>
                <a:lnTo>
                  <a:pt x="313865" y="740273"/>
                </a:lnTo>
                <a:lnTo>
                  <a:pt x="308545" y="739956"/>
                </a:lnTo>
                <a:lnTo>
                  <a:pt x="303226" y="739640"/>
                </a:lnTo>
                <a:lnTo>
                  <a:pt x="297906" y="739323"/>
                </a:lnTo>
                <a:lnTo>
                  <a:pt x="292583" y="739003"/>
                </a:lnTo>
                <a:lnTo>
                  <a:pt x="287264" y="738686"/>
                </a:lnTo>
                <a:lnTo>
                  <a:pt x="281944" y="738369"/>
                </a:lnTo>
                <a:lnTo>
                  <a:pt x="276624" y="738053"/>
                </a:lnTo>
                <a:lnTo>
                  <a:pt x="271305" y="737736"/>
                </a:lnTo>
                <a:lnTo>
                  <a:pt x="265985" y="737416"/>
                </a:lnTo>
                <a:lnTo>
                  <a:pt x="260666" y="737099"/>
                </a:lnTo>
                <a:lnTo>
                  <a:pt x="255346" y="736783"/>
                </a:lnTo>
                <a:lnTo>
                  <a:pt x="250026" y="736466"/>
                </a:lnTo>
                <a:lnTo>
                  <a:pt x="244707" y="736149"/>
                </a:lnTo>
                <a:lnTo>
                  <a:pt x="239387" y="735829"/>
                </a:lnTo>
                <a:lnTo>
                  <a:pt x="234067" y="735512"/>
                </a:lnTo>
                <a:lnTo>
                  <a:pt x="228748" y="735196"/>
                </a:lnTo>
                <a:lnTo>
                  <a:pt x="223428" y="734879"/>
                </a:lnTo>
                <a:lnTo>
                  <a:pt x="218108" y="734562"/>
                </a:lnTo>
                <a:lnTo>
                  <a:pt x="212789" y="734242"/>
                </a:lnTo>
                <a:lnTo>
                  <a:pt x="207469" y="733926"/>
                </a:lnTo>
                <a:lnTo>
                  <a:pt x="202149" y="733609"/>
                </a:lnTo>
                <a:lnTo>
                  <a:pt x="196830" y="733292"/>
                </a:lnTo>
                <a:lnTo>
                  <a:pt x="191510" y="732975"/>
                </a:lnTo>
                <a:lnTo>
                  <a:pt x="186191" y="732659"/>
                </a:lnTo>
                <a:lnTo>
                  <a:pt x="180871" y="732339"/>
                </a:lnTo>
                <a:lnTo>
                  <a:pt x="175551" y="732022"/>
                </a:lnTo>
                <a:lnTo>
                  <a:pt x="170232" y="731705"/>
                </a:lnTo>
                <a:lnTo>
                  <a:pt x="164912" y="731389"/>
                </a:lnTo>
                <a:lnTo>
                  <a:pt x="159592" y="731072"/>
                </a:lnTo>
                <a:lnTo>
                  <a:pt x="154273" y="730752"/>
                </a:lnTo>
                <a:lnTo>
                  <a:pt x="148950" y="730435"/>
                </a:lnTo>
                <a:lnTo>
                  <a:pt x="143630" y="730119"/>
                </a:lnTo>
                <a:lnTo>
                  <a:pt x="138311" y="729802"/>
                </a:lnTo>
                <a:lnTo>
                  <a:pt x="132991" y="729485"/>
                </a:lnTo>
                <a:lnTo>
                  <a:pt x="127671" y="729165"/>
                </a:lnTo>
                <a:lnTo>
                  <a:pt x="122352" y="728848"/>
                </a:lnTo>
                <a:lnTo>
                  <a:pt x="117032" y="728532"/>
                </a:lnTo>
                <a:lnTo>
                  <a:pt x="111712" y="728215"/>
                </a:lnTo>
                <a:lnTo>
                  <a:pt x="106393" y="727898"/>
                </a:lnTo>
                <a:lnTo>
                  <a:pt x="101073" y="727578"/>
                </a:lnTo>
                <a:lnTo>
                  <a:pt x="95753" y="727262"/>
                </a:lnTo>
                <a:lnTo>
                  <a:pt x="90434" y="726945"/>
                </a:lnTo>
                <a:lnTo>
                  <a:pt x="85114" y="726628"/>
                </a:lnTo>
                <a:lnTo>
                  <a:pt x="79795" y="726311"/>
                </a:lnTo>
                <a:lnTo>
                  <a:pt x="74475" y="725991"/>
                </a:lnTo>
                <a:lnTo>
                  <a:pt x="69155" y="725675"/>
                </a:lnTo>
                <a:lnTo>
                  <a:pt x="63836" y="725358"/>
                </a:lnTo>
                <a:lnTo>
                  <a:pt x="58516" y="725041"/>
                </a:lnTo>
                <a:lnTo>
                  <a:pt x="53196" y="724725"/>
                </a:lnTo>
                <a:lnTo>
                  <a:pt x="47877" y="724405"/>
                </a:lnTo>
                <a:lnTo>
                  <a:pt x="42557" y="724088"/>
                </a:lnTo>
                <a:lnTo>
                  <a:pt x="37238" y="723771"/>
                </a:lnTo>
                <a:lnTo>
                  <a:pt x="31918" y="723454"/>
                </a:lnTo>
                <a:lnTo>
                  <a:pt x="26598" y="723134"/>
                </a:lnTo>
                <a:lnTo>
                  <a:pt x="21278" y="722818"/>
                </a:lnTo>
                <a:lnTo>
                  <a:pt x="15959" y="722501"/>
                </a:lnTo>
                <a:lnTo>
                  <a:pt x="10639" y="722184"/>
                </a:lnTo>
                <a:lnTo>
                  <a:pt x="5316" y="721868"/>
                </a:lnTo>
                <a:lnTo>
                  <a:pt x="0" y="721548"/>
                </a:lnTo>
                <a:lnTo>
                  <a:pt x="5316" y="721231"/>
                </a:lnTo>
                <a:lnTo>
                  <a:pt x="10639" y="720914"/>
                </a:lnTo>
                <a:lnTo>
                  <a:pt x="15959" y="720597"/>
                </a:lnTo>
                <a:lnTo>
                  <a:pt x="21278" y="720281"/>
                </a:lnTo>
                <a:lnTo>
                  <a:pt x="26598" y="719961"/>
                </a:lnTo>
                <a:lnTo>
                  <a:pt x="31918" y="719644"/>
                </a:lnTo>
                <a:lnTo>
                  <a:pt x="37238" y="719327"/>
                </a:lnTo>
                <a:lnTo>
                  <a:pt x="42557" y="719011"/>
                </a:lnTo>
                <a:lnTo>
                  <a:pt x="47877" y="718694"/>
                </a:lnTo>
                <a:lnTo>
                  <a:pt x="53196" y="718374"/>
                </a:lnTo>
                <a:lnTo>
                  <a:pt x="58516" y="718057"/>
                </a:lnTo>
                <a:lnTo>
                  <a:pt x="63836" y="717740"/>
                </a:lnTo>
                <a:lnTo>
                  <a:pt x="69155" y="717424"/>
                </a:lnTo>
                <a:lnTo>
                  <a:pt x="74475" y="717107"/>
                </a:lnTo>
                <a:lnTo>
                  <a:pt x="79795" y="716787"/>
                </a:lnTo>
                <a:lnTo>
                  <a:pt x="85114" y="716470"/>
                </a:lnTo>
                <a:lnTo>
                  <a:pt x="90434" y="716154"/>
                </a:lnTo>
                <a:lnTo>
                  <a:pt x="95753" y="715837"/>
                </a:lnTo>
                <a:lnTo>
                  <a:pt x="101073" y="715520"/>
                </a:lnTo>
                <a:lnTo>
                  <a:pt x="106393" y="715200"/>
                </a:lnTo>
                <a:lnTo>
                  <a:pt x="111712" y="714883"/>
                </a:lnTo>
                <a:lnTo>
                  <a:pt x="117032" y="714567"/>
                </a:lnTo>
                <a:lnTo>
                  <a:pt x="122352" y="714250"/>
                </a:lnTo>
                <a:lnTo>
                  <a:pt x="127671" y="713933"/>
                </a:lnTo>
                <a:lnTo>
                  <a:pt x="132991" y="713613"/>
                </a:lnTo>
                <a:lnTo>
                  <a:pt x="138311" y="713297"/>
                </a:lnTo>
                <a:lnTo>
                  <a:pt x="143630" y="712980"/>
                </a:lnTo>
                <a:lnTo>
                  <a:pt x="148950" y="712663"/>
                </a:lnTo>
                <a:lnTo>
                  <a:pt x="154273" y="712343"/>
                </a:lnTo>
                <a:lnTo>
                  <a:pt x="159592" y="712027"/>
                </a:lnTo>
                <a:lnTo>
                  <a:pt x="164912" y="711710"/>
                </a:lnTo>
                <a:lnTo>
                  <a:pt x="170232" y="711393"/>
                </a:lnTo>
                <a:lnTo>
                  <a:pt x="175551" y="711076"/>
                </a:lnTo>
                <a:lnTo>
                  <a:pt x="180871" y="710760"/>
                </a:lnTo>
                <a:lnTo>
                  <a:pt x="186191" y="710440"/>
                </a:lnTo>
                <a:lnTo>
                  <a:pt x="191510" y="710123"/>
                </a:lnTo>
                <a:lnTo>
                  <a:pt x="196830" y="709806"/>
                </a:lnTo>
                <a:lnTo>
                  <a:pt x="202149" y="709490"/>
                </a:lnTo>
                <a:lnTo>
                  <a:pt x="207469" y="709173"/>
                </a:lnTo>
                <a:lnTo>
                  <a:pt x="212789" y="708853"/>
                </a:lnTo>
                <a:lnTo>
                  <a:pt x="218108" y="708536"/>
                </a:lnTo>
                <a:lnTo>
                  <a:pt x="223428" y="708219"/>
                </a:lnTo>
                <a:lnTo>
                  <a:pt x="228748" y="707903"/>
                </a:lnTo>
                <a:lnTo>
                  <a:pt x="234067" y="707586"/>
                </a:lnTo>
                <a:lnTo>
                  <a:pt x="239387" y="707266"/>
                </a:lnTo>
                <a:lnTo>
                  <a:pt x="244707" y="706949"/>
                </a:lnTo>
                <a:lnTo>
                  <a:pt x="250026" y="706633"/>
                </a:lnTo>
                <a:lnTo>
                  <a:pt x="255346" y="706316"/>
                </a:lnTo>
                <a:lnTo>
                  <a:pt x="260666" y="705996"/>
                </a:lnTo>
                <a:lnTo>
                  <a:pt x="265985" y="705679"/>
                </a:lnTo>
                <a:lnTo>
                  <a:pt x="271305" y="705362"/>
                </a:lnTo>
                <a:lnTo>
                  <a:pt x="276624" y="705046"/>
                </a:lnTo>
                <a:lnTo>
                  <a:pt x="281944" y="704729"/>
                </a:lnTo>
                <a:lnTo>
                  <a:pt x="287264" y="704409"/>
                </a:lnTo>
                <a:lnTo>
                  <a:pt x="292583" y="704092"/>
                </a:lnTo>
                <a:lnTo>
                  <a:pt x="297906" y="703776"/>
                </a:lnTo>
                <a:lnTo>
                  <a:pt x="303226" y="703459"/>
                </a:lnTo>
                <a:lnTo>
                  <a:pt x="308545" y="703142"/>
                </a:lnTo>
                <a:lnTo>
                  <a:pt x="313865" y="702822"/>
                </a:lnTo>
                <a:lnTo>
                  <a:pt x="319185" y="702506"/>
                </a:lnTo>
                <a:lnTo>
                  <a:pt x="324504" y="702189"/>
                </a:lnTo>
                <a:lnTo>
                  <a:pt x="329824" y="701872"/>
                </a:lnTo>
                <a:lnTo>
                  <a:pt x="335144" y="701555"/>
                </a:lnTo>
                <a:lnTo>
                  <a:pt x="340463" y="701235"/>
                </a:lnTo>
                <a:lnTo>
                  <a:pt x="345783" y="700919"/>
                </a:lnTo>
                <a:lnTo>
                  <a:pt x="351102" y="700602"/>
                </a:lnTo>
                <a:lnTo>
                  <a:pt x="356422" y="700285"/>
                </a:lnTo>
                <a:lnTo>
                  <a:pt x="361742" y="699968"/>
                </a:lnTo>
                <a:lnTo>
                  <a:pt x="367061" y="699649"/>
                </a:lnTo>
                <a:lnTo>
                  <a:pt x="372381" y="699332"/>
                </a:lnTo>
                <a:lnTo>
                  <a:pt x="377701" y="699015"/>
                </a:lnTo>
                <a:lnTo>
                  <a:pt x="383020" y="698698"/>
                </a:lnTo>
                <a:lnTo>
                  <a:pt x="388340" y="698382"/>
                </a:lnTo>
                <a:lnTo>
                  <a:pt x="393660" y="698062"/>
                </a:lnTo>
                <a:lnTo>
                  <a:pt x="398979" y="697745"/>
                </a:lnTo>
                <a:lnTo>
                  <a:pt x="404299" y="697428"/>
                </a:lnTo>
                <a:lnTo>
                  <a:pt x="409619" y="697112"/>
                </a:lnTo>
                <a:lnTo>
                  <a:pt x="414938" y="696792"/>
                </a:lnTo>
                <a:lnTo>
                  <a:pt x="420258" y="696475"/>
                </a:lnTo>
                <a:lnTo>
                  <a:pt x="425577" y="696158"/>
                </a:lnTo>
                <a:lnTo>
                  <a:pt x="430897" y="695841"/>
                </a:lnTo>
                <a:lnTo>
                  <a:pt x="436220" y="695525"/>
                </a:lnTo>
                <a:lnTo>
                  <a:pt x="441540" y="695205"/>
                </a:lnTo>
                <a:lnTo>
                  <a:pt x="446859" y="694888"/>
                </a:lnTo>
                <a:lnTo>
                  <a:pt x="452179" y="694571"/>
                </a:lnTo>
                <a:lnTo>
                  <a:pt x="457498" y="694255"/>
                </a:lnTo>
                <a:lnTo>
                  <a:pt x="462818" y="693938"/>
                </a:lnTo>
                <a:lnTo>
                  <a:pt x="468138" y="693618"/>
                </a:lnTo>
                <a:lnTo>
                  <a:pt x="473457" y="693301"/>
                </a:lnTo>
                <a:lnTo>
                  <a:pt x="478777" y="692984"/>
                </a:lnTo>
                <a:lnTo>
                  <a:pt x="484097" y="692668"/>
                </a:lnTo>
                <a:lnTo>
                  <a:pt x="489415" y="692351"/>
                </a:lnTo>
                <a:lnTo>
                  <a:pt x="494735" y="692031"/>
                </a:lnTo>
                <a:lnTo>
                  <a:pt x="500055" y="691714"/>
                </a:lnTo>
                <a:lnTo>
                  <a:pt x="505375" y="691398"/>
                </a:lnTo>
                <a:lnTo>
                  <a:pt x="510695" y="691081"/>
                </a:lnTo>
                <a:lnTo>
                  <a:pt x="516015" y="690764"/>
                </a:lnTo>
                <a:lnTo>
                  <a:pt x="521335" y="690444"/>
                </a:lnTo>
                <a:lnTo>
                  <a:pt x="526655" y="690127"/>
                </a:lnTo>
                <a:lnTo>
                  <a:pt x="531973" y="689811"/>
                </a:lnTo>
                <a:lnTo>
                  <a:pt x="537293" y="689494"/>
                </a:lnTo>
                <a:lnTo>
                  <a:pt x="542613" y="689174"/>
                </a:lnTo>
                <a:lnTo>
                  <a:pt x="547931" y="688857"/>
                </a:lnTo>
                <a:lnTo>
                  <a:pt x="553251" y="688541"/>
                </a:lnTo>
                <a:lnTo>
                  <a:pt x="558571" y="688224"/>
                </a:lnTo>
                <a:lnTo>
                  <a:pt x="563891" y="687907"/>
                </a:lnTo>
                <a:lnTo>
                  <a:pt x="569211" y="687587"/>
                </a:lnTo>
                <a:lnTo>
                  <a:pt x="574531" y="687271"/>
                </a:lnTo>
                <a:lnTo>
                  <a:pt x="579853" y="686954"/>
                </a:lnTo>
                <a:lnTo>
                  <a:pt x="585173" y="686637"/>
                </a:lnTo>
                <a:lnTo>
                  <a:pt x="590491" y="686320"/>
                </a:lnTo>
                <a:lnTo>
                  <a:pt x="595811" y="686000"/>
                </a:lnTo>
                <a:lnTo>
                  <a:pt x="601131" y="685684"/>
                </a:lnTo>
                <a:lnTo>
                  <a:pt x="606451" y="685367"/>
                </a:lnTo>
                <a:lnTo>
                  <a:pt x="611771" y="685050"/>
                </a:lnTo>
                <a:lnTo>
                  <a:pt x="617091" y="684734"/>
                </a:lnTo>
                <a:lnTo>
                  <a:pt x="622411" y="684414"/>
                </a:lnTo>
                <a:lnTo>
                  <a:pt x="627731" y="684097"/>
                </a:lnTo>
                <a:lnTo>
                  <a:pt x="633051" y="683780"/>
                </a:lnTo>
                <a:lnTo>
                  <a:pt x="638369" y="683463"/>
                </a:lnTo>
                <a:lnTo>
                  <a:pt x="643689" y="683147"/>
                </a:lnTo>
                <a:lnTo>
                  <a:pt x="649009" y="682827"/>
                </a:lnTo>
                <a:lnTo>
                  <a:pt x="651503" y="682679"/>
                </a:lnTo>
                <a:lnTo>
                  <a:pt x="650971" y="682080"/>
                </a:lnTo>
                <a:lnTo>
                  <a:pt x="648783" y="679614"/>
                </a:lnTo>
                <a:lnTo>
                  <a:pt x="646595" y="677148"/>
                </a:lnTo>
                <a:lnTo>
                  <a:pt x="644403" y="674683"/>
                </a:lnTo>
                <a:lnTo>
                  <a:pt x="642215" y="672213"/>
                </a:lnTo>
                <a:lnTo>
                  <a:pt x="640027" y="669747"/>
                </a:lnTo>
                <a:lnTo>
                  <a:pt x="637835" y="667282"/>
                </a:lnTo>
                <a:lnTo>
                  <a:pt x="635647" y="664812"/>
                </a:lnTo>
                <a:lnTo>
                  <a:pt x="633459" y="662347"/>
                </a:lnTo>
                <a:lnTo>
                  <a:pt x="631271" y="659881"/>
                </a:lnTo>
                <a:lnTo>
                  <a:pt x="629081" y="657415"/>
                </a:lnTo>
                <a:lnTo>
                  <a:pt x="626893" y="654946"/>
                </a:lnTo>
                <a:lnTo>
                  <a:pt x="624705" y="652480"/>
                </a:lnTo>
                <a:lnTo>
                  <a:pt x="622515" y="650014"/>
                </a:lnTo>
                <a:lnTo>
                  <a:pt x="620327" y="647548"/>
                </a:lnTo>
                <a:lnTo>
                  <a:pt x="618139" y="645079"/>
                </a:lnTo>
                <a:lnTo>
                  <a:pt x="615947" y="642613"/>
                </a:lnTo>
                <a:lnTo>
                  <a:pt x="613759" y="640147"/>
                </a:lnTo>
                <a:lnTo>
                  <a:pt x="611571" y="637681"/>
                </a:lnTo>
                <a:lnTo>
                  <a:pt x="609379" y="635212"/>
                </a:lnTo>
                <a:lnTo>
                  <a:pt x="607191" y="632746"/>
                </a:lnTo>
                <a:lnTo>
                  <a:pt x="605003" y="630280"/>
                </a:lnTo>
                <a:lnTo>
                  <a:pt x="602811" y="627811"/>
                </a:lnTo>
                <a:lnTo>
                  <a:pt x="600623" y="625345"/>
                </a:lnTo>
                <a:lnTo>
                  <a:pt x="598435" y="622879"/>
                </a:lnTo>
                <a:lnTo>
                  <a:pt x="596245" y="620413"/>
                </a:lnTo>
                <a:lnTo>
                  <a:pt x="594057" y="617944"/>
                </a:lnTo>
                <a:lnTo>
                  <a:pt x="591869" y="615478"/>
                </a:lnTo>
                <a:lnTo>
                  <a:pt x="589679" y="613012"/>
                </a:lnTo>
                <a:lnTo>
                  <a:pt x="587491" y="610546"/>
                </a:lnTo>
                <a:lnTo>
                  <a:pt x="585303" y="608077"/>
                </a:lnTo>
                <a:lnTo>
                  <a:pt x="583115" y="605611"/>
                </a:lnTo>
                <a:lnTo>
                  <a:pt x="580923" y="603145"/>
                </a:lnTo>
                <a:lnTo>
                  <a:pt x="578735" y="600676"/>
                </a:lnTo>
                <a:lnTo>
                  <a:pt x="576547" y="598210"/>
                </a:lnTo>
                <a:lnTo>
                  <a:pt x="574355" y="595744"/>
                </a:lnTo>
                <a:lnTo>
                  <a:pt x="572167" y="593279"/>
                </a:lnTo>
                <a:lnTo>
                  <a:pt x="569979" y="590809"/>
                </a:lnTo>
                <a:lnTo>
                  <a:pt x="567789" y="588343"/>
                </a:lnTo>
                <a:lnTo>
                  <a:pt x="565601" y="585878"/>
                </a:lnTo>
                <a:lnTo>
                  <a:pt x="563413" y="583412"/>
                </a:lnTo>
                <a:lnTo>
                  <a:pt x="561223" y="580942"/>
                </a:lnTo>
                <a:lnTo>
                  <a:pt x="559035" y="578477"/>
                </a:lnTo>
                <a:lnTo>
                  <a:pt x="556847" y="576011"/>
                </a:lnTo>
                <a:lnTo>
                  <a:pt x="554655" y="573545"/>
                </a:lnTo>
                <a:lnTo>
                  <a:pt x="552467" y="571076"/>
                </a:lnTo>
                <a:lnTo>
                  <a:pt x="550279" y="568610"/>
                </a:lnTo>
                <a:lnTo>
                  <a:pt x="548087" y="566144"/>
                </a:lnTo>
                <a:lnTo>
                  <a:pt x="545899" y="563678"/>
                </a:lnTo>
                <a:lnTo>
                  <a:pt x="543711" y="561209"/>
                </a:lnTo>
                <a:lnTo>
                  <a:pt x="541523" y="558743"/>
                </a:lnTo>
                <a:lnTo>
                  <a:pt x="539331" y="556277"/>
                </a:lnTo>
                <a:lnTo>
                  <a:pt x="537143" y="553811"/>
                </a:lnTo>
                <a:lnTo>
                  <a:pt x="534955" y="551342"/>
                </a:lnTo>
                <a:lnTo>
                  <a:pt x="532765" y="548876"/>
                </a:lnTo>
                <a:lnTo>
                  <a:pt x="530577" y="546410"/>
                </a:lnTo>
                <a:lnTo>
                  <a:pt x="528389" y="543941"/>
                </a:lnTo>
                <a:lnTo>
                  <a:pt x="526199" y="541475"/>
                </a:lnTo>
                <a:lnTo>
                  <a:pt x="524011" y="539009"/>
                </a:lnTo>
                <a:lnTo>
                  <a:pt x="521823" y="536543"/>
                </a:lnTo>
                <a:lnTo>
                  <a:pt x="519631" y="534074"/>
                </a:lnTo>
                <a:lnTo>
                  <a:pt x="517443" y="531608"/>
                </a:lnTo>
                <a:lnTo>
                  <a:pt x="515255" y="529142"/>
                </a:lnTo>
                <a:lnTo>
                  <a:pt x="513067" y="526676"/>
                </a:lnTo>
                <a:lnTo>
                  <a:pt x="510875" y="524207"/>
                </a:lnTo>
                <a:lnTo>
                  <a:pt x="508687" y="521741"/>
                </a:lnTo>
                <a:lnTo>
                  <a:pt x="506497" y="519275"/>
                </a:lnTo>
                <a:lnTo>
                  <a:pt x="504309" y="516810"/>
                </a:lnTo>
                <a:lnTo>
                  <a:pt x="502121" y="514340"/>
                </a:lnTo>
                <a:lnTo>
                  <a:pt x="499933" y="511874"/>
                </a:lnTo>
                <a:lnTo>
                  <a:pt x="497743" y="509409"/>
                </a:lnTo>
                <a:lnTo>
                  <a:pt x="495555" y="506939"/>
                </a:lnTo>
                <a:lnTo>
                  <a:pt x="493367" y="504474"/>
                </a:lnTo>
                <a:lnTo>
                  <a:pt x="491175" y="502008"/>
                </a:lnTo>
                <a:lnTo>
                  <a:pt x="488987" y="499542"/>
                </a:lnTo>
                <a:lnTo>
                  <a:pt x="486799" y="497073"/>
                </a:lnTo>
                <a:lnTo>
                  <a:pt x="484607" y="494607"/>
                </a:lnTo>
                <a:lnTo>
                  <a:pt x="482419" y="492141"/>
                </a:lnTo>
                <a:lnTo>
                  <a:pt x="480231" y="489675"/>
                </a:lnTo>
                <a:lnTo>
                  <a:pt x="478040" y="487206"/>
                </a:lnTo>
                <a:lnTo>
                  <a:pt x="475852" y="484740"/>
                </a:lnTo>
                <a:lnTo>
                  <a:pt x="473664" y="482274"/>
                </a:lnTo>
                <a:lnTo>
                  <a:pt x="471473" y="479808"/>
                </a:lnTo>
                <a:lnTo>
                  <a:pt x="469285" y="477339"/>
                </a:lnTo>
                <a:lnTo>
                  <a:pt x="467097" y="474873"/>
                </a:lnTo>
                <a:lnTo>
                  <a:pt x="464906" y="472407"/>
                </a:lnTo>
                <a:lnTo>
                  <a:pt x="462718" y="469938"/>
                </a:lnTo>
                <a:lnTo>
                  <a:pt x="460530" y="467472"/>
                </a:lnTo>
                <a:lnTo>
                  <a:pt x="458342" y="465006"/>
                </a:lnTo>
                <a:lnTo>
                  <a:pt x="456151" y="462540"/>
                </a:lnTo>
                <a:lnTo>
                  <a:pt x="453963" y="460071"/>
                </a:lnTo>
                <a:lnTo>
                  <a:pt x="451775" y="457605"/>
                </a:lnTo>
                <a:lnTo>
                  <a:pt x="449584" y="455139"/>
                </a:lnTo>
                <a:lnTo>
                  <a:pt x="447396" y="452673"/>
                </a:lnTo>
                <a:lnTo>
                  <a:pt x="445208" y="450204"/>
                </a:lnTo>
                <a:lnTo>
                  <a:pt x="443017" y="447738"/>
                </a:lnTo>
                <a:lnTo>
                  <a:pt x="440829" y="445272"/>
                </a:lnTo>
                <a:lnTo>
                  <a:pt x="438641" y="442806"/>
                </a:lnTo>
                <a:lnTo>
                  <a:pt x="436449" y="440337"/>
                </a:lnTo>
                <a:lnTo>
                  <a:pt x="434261" y="437871"/>
                </a:lnTo>
                <a:lnTo>
                  <a:pt x="432074" y="435406"/>
                </a:lnTo>
                <a:lnTo>
                  <a:pt x="429886" y="432936"/>
                </a:lnTo>
                <a:lnTo>
                  <a:pt x="427694" y="430470"/>
                </a:lnTo>
                <a:lnTo>
                  <a:pt x="425506" y="428005"/>
                </a:lnTo>
                <a:lnTo>
                  <a:pt x="423315" y="425539"/>
                </a:lnTo>
                <a:lnTo>
                  <a:pt x="421127" y="423073"/>
                </a:lnTo>
                <a:lnTo>
                  <a:pt x="418939" y="420604"/>
                </a:lnTo>
                <a:lnTo>
                  <a:pt x="416751" y="418138"/>
                </a:lnTo>
                <a:lnTo>
                  <a:pt x="414560" y="415672"/>
                </a:lnTo>
                <a:lnTo>
                  <a:pt x="412372" y="413203"/>
                </a:lnTo>
                <a:lnTo>
                  <a:pt x="410184" y="410737"/>
                </a:lnTo>
                <a:lnTo>
                  <a:pt x="407993" y="408271"/>
                </a:lnTo>
                <a:lnTo>
                  <a:pt x="405805" y="405805"/>
                </a:lnTo>
                <a:lnTo>
                  <a:pt x="408271" y="407993"/>
                </a:lnTo>
                <a:lnTo>
                  <a:pt x="410740" y="410181"/>
                </a:lnTo>
                <a:lnTo>
                  <a:pt x="413206" y="412372"/>
                </a:lnTo>
                <a:lnTo>
                  <a:pt x="415672" y="414560"/>
                </a:lnTo>
                <a:lnTo>
                  <a:pt x="418138" y="416748"/>
                </a:lnTo>
                <a:lnTo>
                  <a:pt x="420607" y="418936"/>
                </a:lnTo>
                <a:lnTo>
                  <a:pt x="423073" y="421127"/>
                </a:lnTo>
                <a:lnTo>
                  <a:pt x="425539" y="423315"/>
                </a:lnTo>
                <a:lnTo>
                  <a:pt x="428004" y="425503"/>
                </a:lnTo>
                <a:lnTo>
                  <a:pt x="430474" y="427694"/>
                </a:lnTo>
                <a:lnTo>
                  <a:pt x="432940" y="429882"/>
                </a:lnTo>
                <a:lnTo>
                  <a:pt x="435406" y="432070"/>
                </a:lnTo>
                <a:lnTo>
                  <a:pt x="437871" y="434261"/>
                </a:lnTo>
                <a:lnTo>
                  <a:pt x="440341" y="436449"/>
                </a:lnTo>
                <a:lnTo>
                  <a:pt x="442806" y="438637"/>
                </a:lnTo>
                <a:lnTo>
                  <a:pt x="445272" y="440829"/>
                </a:lnTo>
                <a:lnTo>
                  <a:pt x="447738" y="443017"/>
                </a:lnTo>
                <a:lnTo>
                  <a:pt x="450208" y="445204"/>
                </a:lnTo>
                <a:lnTo>
                  <a:pt x="452673" y="447396"/>
                </a:lnTo>
                <a:lnTo>
                  <a:pt x="455139" y="449584"/>
                </a:lnTo>
                <a:lnTo>
                  <a:pt x="457608" y="451772"/>
                </a:lnTo>
                <a:lnTo>
                  <a:pt x="460074" y="453963"/>
                </a:lnTo>
                <a:lnTo>
                  <a:pt x="462540" y="456151"/>
                </a:lnTo>
                <a:lnTo>
                  <a:pt x="465006" y="458339"/>
                </a:lnTo>
                <a:lnTo>
                  <a:pt x="467475" y="460530"/>
                </a:lnTo>
                <a:lnTo>
                  <a:pt x="469941" y="462718"/>
                </a:lnTo>
                <a:lnTo>
                  <a:pt x="472407" y="464906"/>
                </a:lnTo>
                <a:lnTo>
                  <a:pt x="474873" y="467094"/>
                </a:lnTo>
                <a:lnTo>
                  <a:pt x="477342" y="469285"/>
                </a:lnTo>
                <a:lnTo>
                  <a:pt x="479808" y="471473"/>
                </a:lnTo>
                <a:lnTo>
                  <a:pt x="482274" y="473661"/>
                </a:lnTo>
                <a:lnTo>
                  <a:pt x="484743" y="475852"/>
                </a:lnTo>
                <a:lnTo>
                  <a:pt x="487209" y="478040"/>
                </a:lnTo>
                <a:lnTo>
                  <a:pt x="489675" y="480228"/>
                </a:lnTo>
                <a:lnTo>
                  <a:pt x="492141" y="482419"/>
                </a:lnTo>
                <a:lnTo>
                  <a:pt x="494607" y="484607"/>
                </a:lnTo>
                <a:lnTo>
                  <a:pt x="497075" y="486795"/>
                </a:lnTo>
                <a:lnTo>
                  <a:pt x="499543" y="488986"/>
                </a:lnTo>
                <a:lnTo>
                  <a:pt x="502007" y="491174"/>
                </a:lnTo>
                <a:lnTo>
                  <a:pt x="504477" y="493362"/>
                </a:lnTo>
                <a:lnTo>
                  <a:pt x="506943" y="495554"/>
                </a:lnTo>
                <a:lnTo>
                  <a:pt x="509407" y="497742"/>
                </a:lnTo>
                <a:lnTo>
                  <a:pt x="511875" y="499930"/>
                </a:lnTo>
                <a:lnTo>
                  <a:pt x="514343" y="502118"/>
                </a:lnTo>
                <a:lnTo>
                  <a:pt x="516811" y="504309"/>
                </a:lnTo>
                <a:lnTo>
                  <a:pt x="519275" y="506497"/>
                </a:lnTo>
                <a:lnTo>
                  <a:pt x="521741" y="508688"/>
                </a:lnTo>
                <a:lnTo>
                  <a:pt x="524211" y="510876"/>
                </a:lnTo>
                <a:lnTo>
                  <a:pt x="526675" y="513064"/>
                </a:lnTo>
                <a:lnTo>
                  <a:pt x="529143" y="515252"/>
                </a:lnTo>
                <a:lnTo>
                  <a:pt x="531607" y="517443"/>
                </a:lnTo>
                <a:lnTo>
                  <a:pt x="534077" y="519631"/>
                </a:lnTo>
                <a:lnTo>
                  <a:pt x="536543" y="521819"/>
                </a:lnTo>
                <a:lnTo>
                  <a:pt x="539009" y="524010"/>
                </a:lnTo>
                <a:lnTo>
                  <a:pt x="541475" y="526198"/>
                </a:lnTo>
                <a:lnTo>
                  <a:pt x="543943" y="528386"/>
                </a:lnTo>
                <a:lnTo>
                  <a:pt x="546411" y="530577"/>
                </a:lnTo>
                <a:lnTo>
                  <a:pt x="548875" y="532765"/>
                </a:lnTo>
                <a:lnTo>
                  <a:pt x="551345" y="534953"/>
                </a:lnTo>
                <a:lnTo>
                  <a:pt x="553811" y="537144"/>
                </a:lnTo>
                <a:lnTo>
                  <a:pt x="556277" y="539332"/>
                </a:lnTo>
                <a:lnTo>
                  <a:pt x="558743" y="541520"/>
                </a:lnTo>
                <a:lnTo>
                  <a:pt x="561211" y="543712"/>
                </a:lnTo>
                <a:lnTo>
                  <a:pt x="563679" y="545900"/>
                </a:lnTo>
                <a:lnTo>
                  <a:pt x="566143" y="548087"/>
                </a:lnTo>
                <a:lnTo>
                  <a:pt x="568611" y="550275"/>
                </a:lnTo>
                <a:lnTo>
                  <a:pt x="571079" y="552467"/>
                </a:lnTo>
                <a:lnTo>
                  <a:pt x="573545" y="554655"/>
                </a:lnTo>
                <a:lnTo>
                  <a:pt x="576011" y="556843"/>
                </a:lnTo>
                <a:lnTo>
                  <a:pt x="578479" y="559034"/>
                </a:lnTo>
                <a:lnTo>
                  <a:pt x="580947" y="561222"/>
                </a:lnTo>
                <a:lnTo>
                  <a:pt x="583411" y="563410"/>
                </a:lnTo>
                <a:lnTo>
                  <a:pt x="585877" y="565601"/>
                </a:lnTo>
                <a:lnTo>
                  <a:pt x="588347" y="567789"/>
                </a:lnTo>
                <a:lnTo>
                  <a:pt x="590811" y="569977"/>
                </a:lnTo>
                <a:lnTo>
                  <a:pt x="593279" y="572168"/>
                </a:lnTo>
                <a:lnTo>
                  <a:pt x="595743" y="574356"/>
                </a:lnTo>
                <a:lnTo>
                  <a:pt x="598215" y="576544"/>
                </a:lnTo>
                <a:lnTo>
                  <a:pt x="600679" y="578735"/>
                </a:lnTo>
                <a:lnTo>
                  <a:pt x="603145" y="580923"/>
                </a:lnTo>
                <a:lnTo>
                  <a:pt x="605611" y="583111"/>
                </a:lnTo>
                <a:lnTo>
                  <a:pt x="608079" y="585302"/>
                </a:lnTo>
                <a:lnTo>
                  <a:pt x="610547" y="587490"/>
                </a:lnTo>
                <a:lnTo>
                  <a:pt x="613011" y="589678"/>
                </a:lnTo>
                <a:lnTo>
                  <a:pt x="615479" y="591869"/>
                </a:lnTo>
                <a:lnTo>
                  <a:pt x="617947" y="594057"/>
                </a:lnTo>
                <a:lnTo>
                  <a:pt x="620413" y="596245"/>
                </a:lnTo>
                <a:lnTo>
                  <a:pt x="622879" y="598433"/>
                </a:lnTo>
                <a:lnTo>
                  <a:pt x="625345" y="600624"/>
                </a:lnTo>
                <a:lnTo>
                  <a:pt x="627815" y="602812"/>
                </a:lnTo>
                <a:lnTo>
                  <a:pt x="630279" y="605000"/>
                </a:lnTo>
                <a:lnTo>
                  <a:pt x="632747" y="607192"/>
                </a:lnTo>
                <a:lnTo>
                  <a:pt x="635215" y="609380"/>
                </a:lnTo>
                <a:lnTo>
                  <a:pt x="637681" y="611568"/>
                </a:lnTo>
                <a:lnTo>
                  <a:pt x="640147" y="613759"/>
                </a:lnTo>
                <a:lnTo>
                  <a:pt x="642613" y="615947"/>
                </a:lnTo>
                <a:lnTo>
                  <a:pt x="645083" y="618135"/>
                </a:lnTo>
                <a:lnTo>
                  <a:pt x="647547" y="620326"/>
                </a:lnTo>
                <a:lnTo>
                  <a:pt x="650015" y="622514"/>
                </a:lnTo>
                <a:lnTo>
                  <a:pt x="652479" y="624702"/>
                </a:lnTo>
                <a:lnTo>
                  <a:pt x="654949" y="626893"/>
                </a:lnTo>
                <a:lnTo>
                  <a:pt x="657415" y="629081"/>
                </a:lnTo>
                <a:lnTo>
                  <a:pt x="659881" y="631269"/>
                </a:lnTo>
                <a:lnTo>
                  <a:pt x="662347" y="633460"/>
                </a:lnTo>
                <a:lnTo>
                  <a:pt x="664815" y="635648"/>
                </a:lnTo>
                <a:lnTo>
                  <a:pt x="667281" y="637836"/>
                </a:lnTo>
                <a:lnTo>
                  <a:pt x="669747" y="640027"/>
                </a:lnTo>
                <a:lnTo>
                  <a:pt x="672213" y="642215"/>
                </a:lnTo>
                <a:lnTo>
                  <a:pt x="674683" y="644403"/>
                </a:lnTo>
                <a:lnTo>
                  <a:pt x="677149" y="646591"/>
                </a:lnTo>
                <a:lnTo>
                  <a:pt x="679615" y="648782"/>
                </a:lnTo>
                <a:lnTo>
                  <a:pt x="682083" y="650970"/>
                </a:lnTo>
                <a:lnTo>
                  <a:pt x="682681" y="651501"/>
                </a:lnTo>
                <a:lnTo>
                  <a:pt x="682831" y="649005"/>
                </a:lnTo>
                <a:lnTo>
                  <a:pt x="683151" y="643686"/>
                </a:lnTo>
                <a:lnTo>
                  <a:pt x="683467" y="638366"/>
                </a:lnTo>
                <a:lnTo>
                  <a:pt x="683783" y="633046"/>
                </a:lnTo>
                <a:lnTo>
                  <a:pt x="684099" y="627727"/>
                </a:lnTo>
                <a:lnTo>
                  <a:pt x="684417" y="622407"/>
                </a:lnTo>
                <a:lnTo>
                  <a:pt x="684737" y="617088"/>
                </a:lnTo>
                <a:lnTo>
                  <a:pt x="685053" y="611768"/>
                </a:lnTo>
                <a:lnTo>
                  <a:pt x="685371" y="606448"/>
                </a:lnTo>
                <a:lnTo>
                  <a:pt x="685687" y="601129"/>
                </a:lnTo>
                <a:lnTo>
                  <a:pt x="686003" y="595809"/>
                </a:lnTo>
                <a:lnTo>
                  <a:pt x="686323" y="590489"/>
                </a:lnTo>
                <a:lnTo>
                  <a:pt x="686639" y="585170"/>
                </a:lnTo>
                <a:lnTo>
                  <a:pt x="686957" y="579850"/>
                </a:lnTo>
                <a:lnTo>
                  <a:pt x="687275" y="574530"/>
                </a:lnTo>
                <a:lnTo>
                  <a:pt x="687591" y="569211"/>
                </a:lnTo>
                <a:lnTo>
                  <a:pt x="687911" y="563891"/>
                </a:lnTo>
                <a:lnTo>
                  <a:pt x="688227" y="558572"/>
                </a:lnTo>
                <a:lnTo>
                  <a:pt x="688543" y="553252"/>
                </a:lnTo>
                <a:lnTo>
                  <a:pt x="688861" y="547932"/>
                </a:lnTo>
                <a:lnTo>
                  <a:pt x="689177" y="542609"/>
                </a:lnTo>
                <a:lnTo>
                  <a:pt x="689495" y="537290"/>
                </a:lnTo>
                <a:lnTo>
                  <a:pt x="689815" y="531970"/>
                </a:lnTo>
                <a:lnTo>
                  <a:pt x="690131" y="526651"/>
                </a:lnTo>
                <a:lnTo>
                  <a:pt x="690447" y="521331"/>
                </a:lnTo>
                <a:lnTo>
                  <a:pt x="690763" y="516011"/>
                </a:lnTo>
                <a:lnTo>
                  <a:pt x="691081" y="510692"/>
                </a:lnTo>
                <a:lnTo>
                  <a:pt x="691401" y="505372"/>
                </a:lnTo>
                <a:lnTo>
                  <a:pt x="691719" y="500052"/>
                </a:lnTo>
                <a:lnTo>
                  <a:pt x="692035" y="494733"/>
                </a:lnTo>
                <a:lnTo>
                  <a:pt x="692351" y="489413"/>
                </a:lnTo>
                <a:lnTo>
                  <a:pt x="692671" y="484093"/>
                </a:lnTo>
                <a:lnTo>
                  <a:pt x="692987" y="478774"/>
                </a:lnTo>
                <a:lnTo>
                  <a:pt x="693303" y="473454"/>
                </a:lnTo>
                <a:lnTo>
                  <a:pt x="693621" y="468134"/>
                </a:lnTo>
                <a:lnTo>
                  <a:pt x="693939" y="462815"/>
                </a:lnTo>
                <a:lnTo>
                  <a:pt x="694255" y="457495"/>
                </a:lnTo>
                <a:lnTo>
                  <a:pt x="694575" y="452176"/>
                </a:lnTo>
                <a:lnTo>
                  <a:pt x="694891" y="446856"/>
                </a:lnTo>
                <a:lnTo>
                  <a:pt x="695207" y="441536"/>
                </a:lnTo>
                <a:lnTo>
                  <a:pt x="695525" y="436217"/>
                </a:lnTo>
                <a:lnTo>
                  <a:pt x="695841" y="430897"/>
                </a:lnTo>
                <a:lnTo>
                  <a:pt x="696161" y="425577"/>
                </a:lnTo>
                <a:lnTo>
                  <a:pt x="696479" y="420258"/>
                </a:lnTo>
                <a:lnTo>
                  <a:pt x="696795" y="414938"/>
                </a:lnTo>
                <a:lnTo>
                  <a:pt x="697111" y="409618"/>
                </a:lnTo>
                <a:lnTo>
                  <a:pt x="697427" y="404299"/>
                </a:lnTo>
                <a:lnTo>
                  <a:pt x="697747" y="398979"/>
                </a:lnTo>
                <a:lnTo>
                  <a:pt x="698065" y="393660"/>
                </a:lnTo>
                <a:lnTo>
                  <a:pt x="698383" y="388340"/>
                </a:lnTo>
                <a:lnTo>
                  <a:pt x="698699" y="383020"/>
                </a:lnTo>
                <a:lnTo>
                  <a:pt x="699015" y="377701"/>
                </a:lnTo>
                <a:lnTo>
                  <a:pt x="699331" y="372381"/>
                </a:lnTo>
                <a:lnTo>
                  <a:pt x="699651" y="367061"/>
                </a:lnTo>
                <a:lnTo>
                  <a:pt x="699967" y="361742"/>
                </a:lnTo>
                <a:lnTo>
                  <a:pt x="700285" y="356422"/>
                </a:lnTo>
                <a:lnTo>
                  <a:pt x="700603" y="351102"/>
                </a:lnTo>
                <a:lnTo>
                  <a:pt x="700923" y="345783"/>
                </a:lnTo>
                <a:lnTo>
                  <a:pt x="701239" y="340463"/>
                </a:lnTo>
                <a:lnTo>
                  <a:pt x="701555" y="335144"/>
                </a:lnTo>
                <a:lnTo>
                  <a:pt x="701871" y="329824"/>
                </a:lnTo>
                <a:lnTo>
                  <a:pt x="702189" y="324501"/>
                </a:lnTo>
                <a:lnTo>
                  <a:pt x="702507" y="319181"/>
                </a:lnTo>
                <a:lnTo>
                  <a:pt x="702827" y="313862"/>
                </a:lnTo>
                <a:lnTo>
                  <a:pt x="703143" y="308542"/>
                </a:lnTo>
                <a:lnTo>
                  <a:pt x="703459" y="303223"/>
                </a:lnTo>
                <a:lnTo>
                  <a:pt x="703775" y="297903"/>
                </a:lnTo>
                <a:lnTo>
                  <a:pt x="704091" y="292583"/>
                </a:lnTo>
                <a:lnTo>
                  <a:pt x="704411" y="287264"/>
                </a:lnTo>
                <a:lnTo>
                  <a:pt x="704729" y="281944"/>
                </a:lnTo>
                <a:lnTo>
                  <a:pt x="705047" y="276624"/>
                </a:lnTo>
                <a:lnTo>
                  <a:pt x="705363" y="271305"/>
                </a:lnTo>
                <a:lnTo>
                  <a:pt x="705679" y="265985"/>
                </a:lnTo>
                <a:lnTo>
                  <a:pt x="705999" y="260665"/>
                </a:lnTo>
                <a:lnTo>
                  <a:pt x="706315" y="255346"/>
                </a:lnTo>
                <a:lnTo>
                  <a:pt x="706633" y="250026"/>
                </a:lnTo>
                <a:lnTo>
                  <a:pt x="706949" y="244706"/>
                </a:lnTo>
                <a:lnTo>
                  <a:pt x="707267" y="239387"/>
                </a:lnTo>
                <a:lnTo>
                  <a:pt x="707587" y="234067"/>
                </a:lnTo>
                <a:lnTo>
                  <a:pt x="707903" y="228748"/>
                </a:lnTo>
                <a:lnTo>
                  <a:pt x="708219" y="223428"/>
                </a:lnTo>
                <a:lnTo>
                  <a:pt x="708535" y="218108"/>
                </a:lnTo>
                <a:lnTo>
                  <a:pt x="708853" y="212789"/>
                </a:lnTo>
                <a:lnTo>
                  <a:pt x="709173" y="207469"/>
                </a:lnTo>
                <a:lnTo>
                  <a:pt x="709491" y="202149"/>
                </a:lnTo>
                <a:lnTo>
                  <a:pt x="709807" y="196830"/>
                </a:lnTo>
                <a:lnTo>
                  <a:pt x="710123" y="191510"/>
                </a:lnTo>
                <a:lnTo>
                  <a:pt x="710439" y="186191"/>
                </a:lnTo>
                <a:lnTo>
                  <a:pt x="710755" y="180871"/>
                </a:lnTo>
                <a:lnTo>
                  <a:pt x="711075" y="175551"/>
                </a:lnTo>
                <a:lnTo>
                  <a:pt x="711393" y="170232"/>
                </a:lnTo>
                <a:lnTo>
                  <a:pt x="711711" y="164912"/>
                </a:lnTo>
                <a:lnTo>
                  <a:pt x="712027" y="159592"/>
                </a:lnTo>
                <a:lnTo>
                  <a:pt x="712343" y="154273"/>
                </a:lnTo>
                <a:lnTo>
                  <a:pt x="712663" y="148953"/>
                </a:lnTo>
                <a:lnTo>
                  <a:pt x="712979" y="143633"/>
                </a:lnTo>
                <a:lnTo>
                  <a:pt x="713297" y="138314"/>
                </a:lnTo>
                <a:lnTo>
                  <a:pt x="713613" y="132991"/>
                </a:lnTo>
                <a:lnTo>
                  <a:pt x="713933" y="127674"/>
                </a:lnTo>
                <a:lnTo>
                  <a:pt x="714251" y="122355"/>
                </a:lnTo>
                <a:lnTo>
                  <a:pt x="714567" y="117035"/>
                </a:lnTo>
                <a:lnTo>
                  <a:pt x="714883" y="111712"/>
                </a:lnTo>
                <a:lnTo>
                  <a:pt x="715199" y="106393"/>
                </a:lnTo>
                <a:lnTo>
                  <a:pt x="715517" y="101073"/>
                </a:lnTo>
                <a:lnTo>
                  <a:pt x="715837" y="95753"/>
                </a:lnTo>
                <a:lnTo>
                  <a:pt x="716155" y="90434"/>
                </a:lnTo>
                <a:lnTo>
                  <a:pt x="716471" y="85114"/>
                </a:lnTo>
                <a:lnTo>
                  <a:pt x="716787" y="79795"/>
                </a:lnTo>
                <a:lnTo>
                  <a:pt x="717103" y="74475"/>
                </a:lnTo>
                <a:lnTo>
                  <a:pt x="717423" y="69155"/>
                </a:lnTo>
                <a:lnTo>
                  <a:pt x="717739" y="63836"/>
                </a:lnTo>
                <a:lnTo>
                  <a:pt x="718057" y="58516"/>
                </a:lnTo>
                <a:lnTo>
                  <a:pt x="718375" y="53196"/>
                </a:lnTo>
                <a:lnTo>
                  <a:pt x="718691" y="47877"/>
                </a:lnTo>
                <a:lnTo>
                  <a:pt x="719011" y="42557"/>
                </a:lnTo>
                <a:lnTo>
                  <a:pt x="719327" y="37237"/>
                </a:lnTo>
                <a:lnTo>
                  <a:pt x="719643" y="31918"/>
                </a:lnTo>
                <a:lnTo>
                  <a:pt x="719961" y="26598"/>
                </a:lnTo>
                <a:lnTo>
                  <a:pt x="720279" y="21279"/>
                </a:lnTo>
                <a:lnTo>
                  <a:pt x="720599" y="15959"/>
                </a:lnTo>
                <a:lnTo>
                  <a:pt x="720915" y="10639"/>
                </a:lnTo>
                <a:lnTo>
                  <a:pt x="721231" y="5320"/>
                </a:lnTo>
                <a:close/>
              </a:path>
            </a:pathLst>
          </a:custGeom>
          <a:gradFill flip="none" rotWithShape="1">
            <a:gsLst>
              <a:gs pos="70000">
                <a:srgbClr val="FFFFFF">
                  <a:alpha val="0"/>
                </a:srgbClr>
              </a:gs>
              <a:gs pos="50000">
                <a:srgbClr val="FFFFFF"/>
              </a:gs>
              <a:gs pos="25000">
                <a:srgbClr val="FFFFFF">
                  <a:alpha val="0"/>
                </a:srgb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8100000" scaled="1"/>
            <a:tileRect/>
          </a:gradFill>
          <a:ln w="3232" cap="flat">
            <a:noFill/>
            <a:prstDash val="solid"/>
            <a:miter/>
          </a:ln>
        </p:spPr>
        <p:txBody>
          <a:bodyPr wrap="square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292B6EC-8F4F-ACB1-54B3-5A2E0F030779}"/>
              </a:ext>
            </a:extLst>
          </p:cNvPr>
          <p:cNvGrpSpPr/>
          <p:nvPr/>
        </p:nvGrpSpPr>
        <p:grpSpPr>
          <a:xfrm>
            <a:off x="4840161" y="4367092"/>
            <a:ext cx="1323124" cy="1323124"/>
            <a:chOff x="477077" y="2012674"/>
            <a:chExt cx="2897251" cy="2897251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5812889E-51AA-5A07-37DF-B03D4A6B2B44}"/>
                </a:ext>
              </a:extLst>
            </p:cNvPr>
            <p:cNvSpPr/>
            <p:nvPr/>
          </p:nvSpPr>
          <p:spPr>
            <a:xfrm>
              <a:off x="477077" y="2012674"/>
              <a:ext cx="2897251" cy="2897251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9pPr>
            </a:lstStyle>
            <a:p>
              <a:pPr algn="ctr"/>
              <a:endParaRPr lang="en-GB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5BE66426-274B-FEAD-04D4-F24E2AC83BFC}"/>
                </a:ext>
              </a:extLst>
            </p:cNvPr>
            <p:cNvSpPr/>
            <p:nvPr/>
          </p:nvSpPr>
          <p:spPr>
            <a:xfrm>
              <a:off x="752297" y="2287894"/>
              <a:ext cx="2346810" cy="234681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9pPr>
            </a:lstStyle>
            <a:p>
              <a:pPr algn="ctr"/>
              <a:endParaRPr lang="en-GB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592A2324-D092-5154-0A93-2687C33964B5}"/>
                </a:ext>
              </a:extLst>
            </p:cNvPr>
            <p:cNvSpPr/>
            <p:nvPr/>
          </p:nvSpPr>
          <p:spPr>
            <a:xfrm>
              <a:off x="995149" y="2530746"/>
              <a:ext cx="1861106" cy="1861106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9pPr>
            </a:lstStyle>
            <a:p>
              <a:pPr algn="ctr"/>
              <a:endParaRPr lang="en-GB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D2BD1A07-B0C0-1D02-9119-D65A4424B482}"/>
                </a:ext>
              </a:extLst>
            </p:cNvPr>
            <p:cNvSpPr/>
            <p:nvPr/>
          </p:nvSpPr>
          <p:spPr>
            <a:xfrm>
              <a:off x="1309476" y="2845073"/>
              <a:ext cx="1232453" cy="123245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9pPr>
            </a:lstStyle>
            <a:p>
              <a:pPr algn="ctr"/>
              <a:endParaRPr lang="en-GB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BD51C7AF-7164-9ABC-A0C8-81708BA64FF3}"/>
                </a:ext>
              </a:extLst>
            </p:cNvPr>
            <p:cNvSpPr/>
            <p:nvPr/>
          </p:nvSpPr>
          <p:spPr>
            <a:xfrm>
              <a:off x="1567893" y="3103490"/>
              <a:ext cx="715618" cy="71561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9pPr>
            </a:lstStyle>
            <a:p>
              <a:pPr algn="ctr"/>
              <a:endParaRPr lang="en-GB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DA5AC53-227D-9A77-F7C0-B1240D5CF9E6}"/>
              </a:ext>
            </a:extLst>
          </p:cNvPr>
          <p:cNvGrpSpPr/>
          <p:nvPr/>
        </p:nvGrpSpPr>
        <p:grpSpPr>
          <a:xfrm>
            <a:off x="11052381" y="4835965"/>
            <a:ext cx="580981" cy="392539"/>
            <a:chOff x="6593957" y="3059415"/>
            <a:chExt cx="1656468" cy="1119192"/>
          </a:xfrm>
          <a:solidFill>
            <a:schemeClr val="accent1"/>
          </a:solidFill>
        </p:grpSpPr>
        <p:sp>
          <p:nvSpPr>
            <p:cNvPr id="36" name="Parallelogram 35">
              <a:extLst>
                <a:ext uri="{FF2B5EF4-FFF2-40B4-BE49-F238E27FC236}">
                  <a16:creationId xmlns:a16="http://schemas.microsoft.com/office/drawing/2014/main" id="{C428B22B-FA6A-1AC9-2E51-E1278149AA3C}"/>
                </a:ext>
              </a:extLst>
            </p:cNvPr>
            <p:cNvSpPr/>
            <p:nvPr/>
          </p:nvSpPr>
          <p:spPr>
            <a:xfrm>
              <a:off x="6593957" y="3059415"/>
              <a:ext cx="932660" cy="559596"/>
            </a:xfrm>
            <a:prstGeom prst="parallelogram">
              <a:avLst>
                <a:gd name="adj" fmla="val 70071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9pPr>
            </a:lstStyle>
            <a:p>
              <a:pPr algn="ctr"/>
              <a:endParaRPr lang="en-GB"/>
            </a:p>
          </p:txBody>
        </p:sp>
        <p:sp>
          <p:nvSpPr>
            <p:cNvPr id="37" name="Parallelogram 36">
              <a:extLst>
                <a:ext uri="{FF2B5EF4-FFF2-40B4-BE49-F238E27FC236}">
                  <a16:creationId xmlns:a16="http://schemas.microsoft.com/office/drawing/2014/main" id="{9351F791-895E-5C65-D130-36547CF7430A}"/>
                </a:ext>
              </a:extLst>
            </p:cNvPr>
            <p:cNvSpPr/>
            <p:nvPr/>
          </p:nvSpPr>
          <p:spPr>
            <a:xfrm>
              <a:off x="7317765" y="3059415"/>
              <a:ext cx="932660" cy="559596"/>
            </a:xfrm>
            <a:prstGeom prst="parallelogram">
              <a:avLst>
                <a:gd name="adj" fmla="val 70071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9pPr>
            </a:lstStyle>
            <a:p>
              <a:pPr algn="ctr"/>
              <a:endParaRPr lang="en-GB"/>
            </a:p>
          </p:txBody>
        </p:sp>
        <p:sp>
          <p:nvSpPr>
            <p:cNvPr id="38" name="Parallelogram 37">
              <a:extLst>
                <a:ext uri="{FF2B5EF4-FFF2-40B4-BE49-F238E27FC236}">
                  <a16:creationId xmlns:a16="http://schemas.microsoft.com/office/drawing/2014/main" id="{B2115629-EC63-6F80-1FC6-36562411C1F5}"/>
                </a:ext>
              </a:extLst>
            </p:cNvPr>
            <p:cNvSpPr/>
            <p:nvPr/>
          </p:nvSpPr>
          <p:spPr>
            <a:xfrm flipV="1">
              <a:off x="6593957" y="3619011"/>
              <a:ext cx="932660" cy="559596"/>
            </a:xfrm>
            <a:prstGeom prst="parallelogram">
              <a:avLst>
                <a:gd name="adj" fmla="val 70071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9pPr>
            </a:lstStyle>
            <a:p>
              <a:pPr algn="ctr"/>
              <a:endParaRPr lang="en-GB"/>
            </a:p>
          </p:txBody>
        </p:sp>
        <p:sp>
          <p:nvSpPr>
            <p:cNvPr id="39" name="Parallelogram 38">
              <a:extLst>
                <a:ext uri="{FF2B5EF4-FFF2-40B4-BE49-F238E27FC236}">
                  <a16:creationId xmlns:a16="http://schemas.microsoft.com/office/drawing/2014/main" id="{AA4AE643-0BA5-CBA9-12D3-5647D177D4D5}"/>
                </a:ext>
              </a:extLst>
            </p:cNvPr>
            <p:cNvSpPr/>
            <p:nvPr/>
          </p:nvSpPr>
          <p:spPr>
            <a:xfrm flipV="1">
              <a:off x="7317765" y="3619011"/>
              <a:ext cx="932660" cy="559596"/>
            </a:xfrm>
            <a:prstGeom prst="parallelogram">
              <a:avLst>
                <a:gd name="adj" fmla="val 70071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9pPr>
            </a:lstStyle>
            <a:p>
              <a:pPr algn="ctr"/>
              <a:endParaRPr lang="en-GB"/>
            </a:p>
          </p:txBody>
        </p:sp>
      </p:grp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611F657-1F8C-6E21-659D-1F9FEDDABB46}"/>
              </a:ext>
            </a:extLst>
          </p:cNvPr>
          <p:cNvCxnSpPr>
            <a:cxnSpLocks/>
          </p:cNvCxnSpPr>
          <p:nvPr/>
        </p:nvCxnSpPr>
        <p:spPr>
          <a:xfrm>
            <a:off x="5506640" y="5028654"/>
            <a:ext cx="6128148" cy="0"/>
          </a:xfrm>
          <a:prstGeom prst="line">
            <a:avLst/>
          </a:prstGeom>
          <a:ln w="76200" cap="rnd">
            <a:solidFill>
              <a:schemeClr val="accent1">
                <a:lumMod val="60000"/>
                <a:lumOff val="40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oup 40">
            <a:extLst>
              <a:ext uri="{FF2B5EF4-FFF2-40B4-BE49-F238E27FC236}">
                <a16:creationId xmlns:a16="http://schemas.microsoft.com/office/drawing/2014/main" id="{D0174C50-7464-9507-2567-3F62FFD4CB82}"/>
              </a:ext>
            </a:extLst>
          </p:cNvPr>
          <p:cNvGrpSpPr/>
          <p:nvPr/>
        </p:nvGrpSpPr>
        <p:grpSpPr>
          <a:xfrm>
            <a:off x="6847710" y="5061461"/>
            <a:ext cx="252000" cy="297175"/>
            <a:chOff x="6847710" y="4638675"/>
            <a:chExt cx="252000" cy="297175"/>
          </a:xfrm>
        </p:grpSpPr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229430FE-54CF-C178-B645-BE00EF9E184C}"/>
                </a:ext>
              </a:extLst>
            </p:cNvPr>
            <p:cNvCxnSpPr/>
            <p:nvPr/>
          </p:nvCxnSpPr>
          <p:spPr>
            <a:xfrm>
              <a:off x="6847710" y="4935850"/>
              <a:ext cx="252000" cy="0"/>
            </a:xfrm>
            <a:prstGeom prst="line">
              <a:avLst/>
            </a:prstGeom>
            <a:ln w="38100" cap="rnd">
              <a:solidFill>
                <a:schemeClr val="accent1">
                  <a:lumMod val="60000"/>
                  <a:lumOff val="40000"/>
                </a:schemeClr>
              </a:solidFill>
              <a:round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0ED2437-B632-E246-74DD-113869D88664}"/>
                </a:ext>
              </a:extLst>
            </p:cNvPr>
            <p:cNvCxnSpPr/>
            <p:nvPr/>
          </p:nvCxnSpPr>
          <p:spPr>
            <a:xfrm>
              <a:off x="6973710" y="4638675"/>
              <a:ext cx="0" cy="297175"/>
            </a:xfrm>
            <a:prstGeom prst="line">
              <a:avLst/>
            </a:prstGeom>
            <a:ln w="9525" cap="flat">
              <a:solidFill>
                <a:schemeClr val="accent1">
                  <a:lumMod val="60000"/>
                  <a:lumOff val="40000"/>
                </a:schemeClr>
              </a:solidFill>
              <a:prstDash val="sysDot"/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427CF485-4F3D-69EA-5F50-194DFFB75960}"/>
              </a:ext>
            </a:extLst>
          </p:cNvPr>
          <p:cNvGrpSpPr/>
          <p:nvPr/>
        </p:nvGrpSpPr>
        <p:grpSpPr>
          <a:xfrm>
            <a:off x="8561964" y="5061461"/>
            <a:ext cx="252000" cy="297175"/>
            <a:chOff x="6847710" y="4638675"/>
            <a:chExt cx="252000" cy="297175"/>
          </a:xfrm>
        </p:grpSpPr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8D50DC3E-403E-16F2-AE99-42D74EF2DD96}"/>
                </a:ext>
              </a:extLst>
            </p:cNvPr>
            <p:cNvCxnSpPr/>
            <p:nvPr/>
          </p:nvCxnSpPr>
          <p:spPr>
            <a:xfrm>
              <a:off x="6847710" y="4935850"/>
              <a:ext cx="252000" cy="0"/>
            </a:xfrm>
            <a:prstGeom prst="line">
              <a:avLst/>
            </a:prstGeom>
            <a:ln w="38100" cap="rnd">
              <a:solidFill>
                <a:schemeClr val="accent1">
                  <a:lumMod val="60000"/>
                  <a:lumOff val="40000"/>
                </a:schemeClr>
              </a:solidFill>
              <a:round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D6013C68-38CE-4C10-B329-BD1C58A1CB53}"/>
                </a:ext>
              </a:extLst>
            </p:cNvPr>
            <p:cNvCxnSpPr/>
            <p:nvPr/>
          </p:nvCxnSpPr>
          <p:spPr>
            <a:xfrm>
              <a:off x="6973710" y="4638675"/>
              <a:ext cx="0" cy="297175"/>
            </a:xfrm>
            <a:prstGeom prst="line">
              <a:avLst/>
            </a:prstGeom>
            <a:ln w="9525" cap="flat">
              <a:solidFill>
                <a:schemeClr val="accent1">
                  <a:lumMod val="60000"/>
                  <a:lumOff val="40000"/>
                </a:schemeClr>
              </a:solidFill>
              <a:prstDash val="sysDot"/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9E2B09A6-3B48-4ADE-35C5-8034D840BC9B}"/>
              </a:ext>
            </a:extLst>
          </p:cNvPr>
          <p:cNvGrpSpPr/>
          <p:nvPr/>
        </p:nvGrpSpPr>
        <p:grpSpPr>
          <a:xfrm>
            <a:off x="10276219" y="5061461"/>
            <a:ext cx="252000" cy="297175"/>
            <a:chOff x="6847710" y="4638675"/>
            <a:chExt cx="252000" cy="297175"/>
          </a:xfrm>
        </p:grpSpPr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EA11090B-E7F8-A706-B3EE-B01862A5C66A}"/>
                </a:ext>
              </a:extLst>
            </p:cNvPr>
            <p:cNvCxnSpPr/>
            <p:nvPr/>
          </p:nvCxnSpPr>
          <p:spPr>
            <a:xfrm>
              <a:off x="6847710" y="4935850"/>
              <a:ext cx="252000" cy="0"/>
            </a:xfrm>
            <a:prstGeom prst="line">
              <a:avLst/>
            </a:prstGeom>
            <a:ln w="38100" cap="rnd">
              <a:solidFill>
                <a:schemeClr val="accent1">
                  <a:lumMod val="60000"/>
                  <a:lumOff val="40000"/>
                </a:schemeClr>
              </a:solidFill>
              <a:round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6AC2ED07-CF81-C70E-5AA4-581624AAAF37}"/>
                </a:ext>
              </a:extLst>
            </p:cNvPr>
            <p:cNvCxnSpPr/>
            <p:nvPr/>
          </p:nvCxnSpPr>
          <p:spPr>
            <a:xfrm>
              <a:off x="6973710" y="4638675"/>
              <a:ext cx="0" cy="297175"/>
            </a:xfrm>
            <a:prstGeom prst="line">
              <a:avLst/>
            </a:prstGeom>
            <a:ln w="9525" cap="flat">
              <a:solidFill>
                <a:schemeClr val="accent1">
                  <a:lumMod val="60000"/>
                  <a:lumOff val="40000"/>
                </a:schemeClr>
              </a:solidFill>
              <a:prstDash val="sysDot"/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971330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9" name="thinkcell data - do not delete" hidden="1">
            <a:extLst>
              <a:ext uri="{FF2B5EF4-FFF2-40B4-BE49-F238E27FC236}">
                <a16:creationId xmlns:a16="http://schemas.microsoft.com/office/drawing/2014/main" id="{D7CC8FBF-8871-556F-805B-1B2A76404EF9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015981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473" imgH="473" progId="TCLayout.ActiveDocument.1">
                  <p:embed/>
                </p:oleObj>
              </mc:Choice>
              <mc:Fallback>
                <p:oleObj name="thinkcell Slide" r:id="rId3" imgW="473" imgH="47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Rectangle 3" descr="A person climbing a rock&#10;&#10;AI-generated content may be incorrect.">
            <a:extLst>
              <a:ext uri="{FF2B5EF4-FFF2-40B4-BE49-F238E27FC236}">
                <a16:creationId xmlns:a16="http://schemas.microsoft.com/office/drawing/2014/main" id="{8A0D8C73-5D28-53C1-396A-B54305D77A44}"/>
              </a:ext>
            </a:extLst>
          </p:cNvPr>
          <p:cNvPicPr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0139"/>
          <a:stretch>
            <a:fillRect/>
          </a:stretch>
        </p:blipFill>
        <p:spPr>
          <a:xfrm>
            <a:off x="0" y="-11821"/>
            <a:ext cx="12192000" cy="6873089"/>
          </a:xfrm>
          <a:prstGeom prst="rect">
            <a:avLst/>
          </a:prstGeom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A52B5D65-521E-463B-9D71-B0D42BD52CF3}"/>
              </a:ext>
            </a:extLst>
          </p:cNvPr>
          <p:cNvSpPr>
            <a:spLocks/>
          </p:cNvSpPr>
          <p:nvPr/>
        </p:nvSpPr>
        <p:spPr>
          <a:xfrm>
            <a:off x="0" y="-11821"/>
            <a:ext cx="12192000" cy="6873089"/>
          </a:xfrm>
          <a:prstGeom prst="rect">
            <a:avLst/>
          </a:prstGeom>
          <a:gradFill flip="none" rotWithShape="1">
            <a:gsLst>
              <a:gs pos="100000">
                <a:schemeClr val="bg1"/>
              </a:gs>
              <a:gs pos="1000">
                <a:schemeClr val="bg1">
                  <a:alpha val="0"/>
                </a:schemeClr>
              </a:gs>
            </a:gsLst>
            <a:lin ang="16200000" scaled="1"/>
            <a:tileRect/>
          </a:gra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623" tIns="41312" rIns="82623" bIns="4131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271"/>
              </a:spcBef>
              <a:spcAft>
                <a:spcPts val="271"/>
              </a:spcAft>
            </a:pP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6A936E6-EC16-F9C3-38DC-AF9864D5DAC8}"/>
              </a:ext>
            </a:extLst>
          </p:cNvPr>
          <p:cNvCxnSpPr>
            <a:cxnSpLocks/>
          </p:cNvCxnSpPr>
          <p:nvPr/>
        </p:nvCxnSpPr>
        <p:spPr>
          <a:xfrm>
            <a:off x="447317" y="5751045"/>
            <a:ext cx="11082528" cy="0"/>
          </a:xfrm>
          <a:prstGeom prst="line">
            <a:avLst/>
          </a:prstGeom>
          <a:ln w="76200" cap="sq">
            <a:solidFill>
              <a:srgbClr val="164453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A7DFC32D-C827-A674-C63B-60D36FB87B94}"/>
              </a:ext>
            </a:extLst>
          </p:cNvPr>
          <p:cNvSpPr/>
          <p:nvPr/>
        </p:nvSpPr>
        <p:spPr>
          <a:xfrm>
            <a:off x="1635812" y="5560180"/>
            <a:ext cx="381730" cy="381730"/>
          </a:xfrm>
          <a:prstGeom prst="ellipse">
            <a:avLst/>
          </a:prstGeom>
          <a:solidFill>
            <a:schemeClr val="accent3"/>
          </a:solidFill>
          <a:ln w="12700" cap="sq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499" tIns="36250" rIns="72499" bIns="3625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725036">
              <a:spcBef>
                <a:spcPts val="238"/>
              </a:spcBef>
              <a:spcAft>
                <a:spcPts val="238"/>
              </a:spcAft>
              <a:defRPr/>
            </a:pPr>
            <a:r>
              <a:rPr lang="en-GB" sz="20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38A88CC-7A7A-49C0-B5B0-05F4A9670136}"/>
              </a:ext>
            </a:extLst>
          </p:cNvPr>
          <p:cNvSpPr/>
          <p:nvPr/>
        </p:nvSpPr>
        <p:spPr>
          <a:xfrm>
            <a:off x="10139499" y="5560180"/>
            <a:ext cx="381730" cy="381730"/>
          </a:xfrm>
          <a:prstGeom prst="ellipse">
            <a:avLst/>
          </a:prstGeom>
          <a:solidFill>
            <a:schemeClr val="accent3"/>
          </a:solidFill>
          <a:ln w="12700" cap="sq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499" tIns="36250" rIns="72499" bIns="3625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725036">
              <a:spcBef>
                <a:spcPts val="238"/>
              </a:spcBef>
              <a:spcAft>
                <a:spcPts val="238"/>
              </a:spcAft>
              <a:defRPr/>
            </a:pPr>
            <a:r>
              <a:rPr lang="en-GB" sz="20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564F5D-4EBE-AD2B-2128-B361251C562A}"/>
              </a:ext>
            </a:extLst>
          </p:cNvPr>
          <p:cNvSpPr txBox="1">
            <a:spLocks/>
          </p:cNvSpPr>
          <p:nvPr/>
        </p:nvSpPr>
        <p:spPr>
          <a:xfrm>
            <a:off x="9150783" y="2692920"/>
            <a:ext cx="2613802" cy="101566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lvl="0" indent="0" defTabSz="91440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None/>
              <a:defRPr sz="1600">
                <a:latin typeface="+mn-lt"/>
                <a:sym typeface="+mn-lt"/>
              </a:defRPr>
            </a:lvl1pPr>
            <a:lvl2pPr marL="228600" lvl="1" indent="-228600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Wingdings" panose="05000000000000000000" pitchFamily="2" charset="2"/>
              <a:buChar char=""/>
              <a:defRPr lang="en-US" sz="1600" dirty="0">
                <a:latin typeface="+mn-lt"/>
                <a:sym typeface="+mn-lt"/>
              </a:defRPr>
            </a:lvl2pPr>
            <a:lvl3pPr marL="512064" lvl="2" indent="-283464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—"/>
              <a:defRPr lang="en-US" sz="1600" dirty="0">
                <a:latin typeface="+mn-lt"/>
                <a:sym typeface="+mn-lt"/>
              </a:defRPr>
            </a:lvl3pPr>
            <a:lvl4pPr marL="740664" lvl="3" indent="-182880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»"/>
              <a:defRPr lang="en-US" sz="1600" dirty="0">
                <a:latin typeface="+mn-lt"/>
                <a:sym typeface="+mn-lt"/>
              </a:defRPr>
            </a:lvl4pPr>
            <a:lvl5pPr marL="914400" lvl="4" indent="-137160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›"/>
              <a:defRPr sz="1600">
                <a:latin typeface="+mn-lt"/>
                <a:cs typeface="Arial" panose="020B0604020202020204" pitchFamily="34" charset="0"/>
              </a:defRPr>
            </a:lvl5pPr>
            <a:lvl6pPr marL="1085850" indent="-171450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latin typeface="+mn-lt"/>
                <a:cs typeface="Arial" panose="020B0604020202020204" pitchFamily="34" charset="0"/>
              </a:defRPr>
            </a:lvl6pPr>
            <a:lvl7pPr marL="1085850" indent="-171450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latin typeface="+mn-lt"/>
                <a:cs typeface="Arial" panose="020B0604020202020204" pitchFamily="34" charset="0"/>
              </a:defRPr>
            </a:lvl7pPr>
            <a:lvl8pPr marL="1085850" indent="-171450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latin typeface="+mn-lt"/>
                <a:cs typeface="Arial" panose="020B0604020202020204" pitchFamily="34" charset="0"/>
              </a:defRPr>
            </a:lvl8pPr>
            <a:lvl9pPr marL="1085850" indent="-171450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latin typeface="+mn-lt"/>
                <a:cs typeface="Arial" panose="020B0604020202020204" pitchFamily="34" charset="0"/>
              </a:defRPr>
            </a:lvl9pPr>
          </a:lstStyle>
          <a:p>
            <a:pPr marL="181259" lvl="1" indent="-181259" defTabSz="725036">
              <a:spcAft>
                <a:spcPts val="600"/>
              </a:spcAft>
              <a:defRPr/>
            </a:pPr>
            <a:r>
              <a:rPr lang="en-US" sz="1400" dirty="0">
                <a:solidFill>
                  <a:srgbClr val="000000"/>
                </a:solidFill>
                <a:cs typeface="Arial" panose="020B0604020202020204" pitchFamily="34" charset="0"/>
              </a:rPr>
              <a:t>Finalize proposed deliverables and solutions</a:t>
            </a:r>
          </a:p>
          <a:p>
            <a:pPr marL="181259" lvl="1" indent="-181259" defTabSz="725036">
              <a:spcAft>
                <a:spcPts val="600"/>
              </a:spcAft>
              <a:defRPr/>
            </a:pPr>
            <a:r>
              <a:rPr lang="en-US" sz="1400" dirty="0">
                <a:solidFill>
                  <a:srgbClr val="000000"/>
                </a:solidFill>
                <a:cs typeface="Arial" panose="020B0604020202020204" pitchFamily="34" charset="0"/>
              </a:rPr>
              <a:t>Share the file with the users</a:t>
            </a:r>
          </a:p>
          <a:p>
            <a:pPr marL="181259" lvl="1" indent="-181259" defTabSz="725036">
              <a:spcAft>
                <a:spcPts val="600"/>
              </a:spcAft>
              <a:defRPr/>
            </a:pPr>
            <a:r>
              <a:rPr lang="en-US" sz="1400" dirty="0">
                <a:solidFill>
                  <a:srgbClr val="000000"/>
                </a:solidFill>
                <a:cs typeface="Arial" panose="020B0604020202020204" pitchFamily="34" charset="0"/>
              </a:rPr>
              <a:t>Close the task</a:t>
            </a:r>
            <a:endParaRPr lang="en-US" sz="1400" dirty="0"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3F04D66-6DD9-E100-6760-6139D1F293C8}"/>
              </a:ext>
            </a:extLst>
          </p:cNvPr>
          <p:cNvSpPr txBox="1">
            <a:spLocks/>
          </p:cNvSpPr>
          <p:nvPr/>
        </p:nvSpPr>
        <p:spPr>
          <a:xfrm>
            <a:off x="427413" y="3746711"/>
            <a:ext cx="2543883" cy="136960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lvl="0" indent="0" defTabSz="91440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None/>
              <a:defRPr sz="1600">
                <a:latin typeface="+mn-lt"/>
                <a:sym typeface="+mn-lt"/>
              </a:defRPr>
            </a:lvl1pPr>
            <a:lvl2pPr marL="228600" lvl="1" indent="-228600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Wingdings" panose="05000000000000000000" pitchFamily="2" charset="2"/>
              <a:buChar char=""/>
              <a:defRPr lang="en-US" sz="1600" dirty="0">
                <a:latin typeface="+mn-lt"/>
                <a:sym typeface="+mn-lt"/>
              </a:defRPr>
            </a:lvl2pPr>
            <a:lvl3pPr marL="512064" lvl="2" indent="-283464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—"/>
              <a:defRPr lang="en-US" sz="1600" dirty="0">
                <a:latin typeface="+mn-lt"/>
                <a:sym typeface="+mn-lt"/>
              </a:defRPr>
            </a:lvl3pPr>
            <a:lvl4pPr marL="740664" lvl="3" indent="-182880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»"/>
              <a:defRPr lang="en-US" sz="1600" dirty="0">
                <a:latin typeface="+mn-lt"/>
                <a:sym typeface="+mn-lt"/>
              </a:defRPr>
            </a:lvl4pPr>
            <a:lvl5pPr marL="914400" lvl="4" indent="-137160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›"/>
              <a:defRPr sz="1600">
                <a:latin typeface="+mn-lt"/>
                <a:cs typeface="Arial" panose="020B0604020202020204" pitchFamily="34" charset="0"/>
              </a:defRPr>
            </a:lvl5pPr>
            <a:lvl6pPr marL="1085850" indent="-171450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latin typeface="+mn-lt"/>
                <a:cs typeface="Arial" panose="020B0604020202020204" pitchFamily="34" charset="0"/>
              </a:defRPr>
            </a:lvl6pPr>
            <a:lvl7pPr marL="1085850" indent="-171450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latin typeface="+mn-lt"/>
                <a:cs typeface="Arial" panose="020B0604020202020204" pitchFamily="34" charset="0"/>
              </a:defRPr>
            </a:lvl7pPr>
            <a:lvl8pPr marL="1085850" indent="-171450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latin typeface="+mn-lt"/>
                <a:cs typeface="Arial" panose="020B0604020202020204" pitchFamily="34" charset="0"/>
              </a:defRPr>
            </a:lvl8pPr>
            <a:lvl9pPr marL="1085850" indent="-171450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latin typeface="+mn-lt"/>
                <a:cs typeface="Arial" panose="020B0604020202020204" pitchFamily="34" charset="0"/>
              </a:defRPr>
            </a:lvl9pPr>
          </a:lstStyle>
          <a:p>
            <a:pPr marL="181259" lvl="1" indent="-181259" defTabSz="725036">
              <a:spcAft>
                <a:spcPts val="600"/>
              </a:spcAft>
              <a:defRPr/>
            </a:pPr>
            <a:r>
              <a:rPr lang="en-US" sz="1400" dirty="0">
                <a:solidFill>
                  <a:srgbClr val="000000"/>
                </a:solidFill>
                <a:cs typeface="Arial" panose="020B0604020202020204" pitchFamily="34" charset="0"/>
              </a:rPr>
              <a:t>Discussion with users to analyze the task and needs to be taken care</a:t>
            </a:r>
          </a:p>
          <a:p>
            <a:pPr marL="181259" lvl="1" indent="-181259" defTabSz="725036">
              <a:spcAft>
                <a:spcPts val="600"/>
              </a:spcAft>
              <a:defRPr/>
            </a:pPr>
            <a:r>
              <a:rPr lang="en-US" sz="1400" dirty="0">
                <a:solidFill>
                  <a:srgbClr val="000000"/>
                </a:solidFill>
                <a:cs typeface="Arial" panose="020B0604020202020204" pitchFamily="34" charset="0"/>
              </a:rPr>
              <a:t>Check for all data and clarify any doubts prior to initiation </a:t>
            </a:r>
            <a:br>
              <a:rPr lang="en-US" sz="1400" dirty="0">
                <a:solidFill>
                  <a:srgbClr val="000000"/>
                </a:solidFill>
                <a:cs typeface="Arial" panose="020B0604020202020204" pitchFamily="34" charset="0"/>
              </a:rPr>
            </a:br>
            <a:r>
              <a:rPr lang="en-US" sz="1400" dirty="0">
                <a:solidFill>
                  <a:srgbClr val="000000"/>
                </a:solidFill>
                <a:cs typeface="Arial" panose="020B0604020202020204" pitchFamily="34" charset="0"/>
              </a:rPr>
              <a:t>of work</a:t>
            </a:r>
            <a:endParaRPr lang="en-GB" sz="1400" dirty="0"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A69F461-06BC-3891-033C-D95B9C3D501F}"/>
              </a:ext>
            </a:extLst>
          </p:cNvPr>
          <p:cNvSpPr txBox="1">
            <a:spLocks/>
          </p:cNvSpPr>
          <p:nvPr/>
        </p:nvSpPr>
        <p:spPr>
          <a:xfrm>
            <a:off x="583637" y="2980719"/>
            <a:ext cx="2387661" cy="541737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square" lIns="540000" tIns="0" rIns="0" bIns="0" rtlCol="0" anchor="ctr">
            <a:noAutofit/>
          </a:bodyPr>
          <a:lstStyle>
            <a:lvl1pPr marL="0" lvl="0" indent="0" defTabSz="802386" eaLnBrk="1" latinLnBrk="0" hangingPunct="1">
              <a:lnSpc>
                <a:spcPct val="100000"/>
              </a:lnSpc>
              <a:spcBef>
                <a:spcPts val="263"/>
              </a:spcBef>
              <a:spcAft>
                <a:spcPts val="263"/>
              </a:spcAft>
              <a:buFont typeface="Segoe UI" panose="020B0502040204020203" pitchFamily="34" charset="0"/>
              <a:buNone/>
              <a:defRPr sz="1404">
                <a:latin typeface="+mn-lt"/>
                <a:sym typeface="+mn-lt"/>
              </a:defRPr>
            </a:lvl1pPr>
            <a:lvl2pPr marL="200597" lvl="1" indent="-200597" defTabSz="802386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63"/>
              </a:spcAft>
              <a:buClrTx/>
              <a:buFont typeface="Wingdings" panose="05000000000000000000" pitchFamily="2" charset="2"/>
              <a:buChar char=""/>
              <a:defRPr lang="en-US" sz="1404" dirty="0">
                <a:latin typeface="+mn-lt"/>
                <a:sym typeface="+mn-lt"/>
              </a:defRPr>
            </a:lvl2pPr>
            <a:lvl3pPr marL="449336" lvl="2" indent="-248740" defTabSz="802386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63"/>
              </a:spcAft>
              <a:buClrTx/>
              <a:buFont typeface="Arial" panose="020B0604020202020204" pitchFamily="34" charset="0"/>
              <a:buChar char="—"/>
              <a:defRPr lang="en-US" sz="1404" dirty="0">
                <a:latin typeface="+mn-lt"/>
                <a:sym typeface="+mn-lt"/>
              </a:defRPr>
            </a:lvl3pPr>
            <a:lvl4pPr marL="649933" lvl="3" indent="-160477" defTabSz="802386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63"/>
              </a:spcAft>
              <a:buClrTx/>
              <a:buFont typeface="Arial" panose="020B0604020202020204" pitchFamily="34" charset="0"/>
              <a:buChar char="»"/>
              <a:defRPr lang="en-US" sz="1404" dirty="0">
                <a:latin typeface="+mn-lt"/>
                <a:sym typeface="+mn-lt"/>
              </a:defRPr>
            </a:lvl4pPr>
            <a:lvl5pPr marL="802386" lvl="4" indent="-120358" defTabSz="802386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63"/>
              </a:spcAft>
              <a:buClrTx/>
              <a:buSzPct val="100000"/>
              <a:buFont typeface="Arial" panose="020B0604020202020204" pitchFamily="34" charset="0"/>
              <a:buChar char="›"/>
              <a:defRPr sz="1404">
                <a:latin typeface="+mn-lt"/>
                <a:cs typeface="Arial" panose="020B0604020202020204" pitchFamily="34" charset="0"/>
              </a:defRPr>
            </a:lvl5pPr>
            <a:lvl6pPr marL="952833" indent="-150447" defTabSz="802386">
              <a:lnSpc>
                <a:spcPct val="100000"/>
              </a:lnSpc>
              <a:spcBef>
                <a:spcPts val="0"/>
              </a:spcBef>
              <a:spcAft>
                <a:spcPts val="263"/>
              </a:spcAft>
              <a:buSzPct val="100000"/>
              <a:buFont typeface="Arial" panose="020B0604020202020204" pitchFamily="34" charset="0"/>
              <a:buChar char="▫"/>
              <a:defRPr sz="1404">
                <a:latin typeface="+mn-lt"/>
                <a:cs typeface="Arial" panose="020B0604020202020204" pitchFamily="34" charset="0"/>
              </a:defRPr>
            </a:lvl6pPr>
            <a:lvl7pPr marL="952833" indent="-150447" defTabSz="802386">
              <a:lnSpc>
                <a:spcPct val="100000"/>
              </a:lnSpc>
              <a:spcBef>
                <a:spcPts val="0"/>
              </a:spcBef>
              <a:spcAft>
                <a:spcPts val="263"/>
              </a:spcAft>
              <a:buSzPct val="100000"/>
              <a:buFont typeface="Arial" panose="020B0604020202020204" pitchFamily="34" charset="0"/>
              <a:buChar char="▫"/>
              <a:defRPr sz="1404">
                <a:latin typeface="+mn-lt"/>
                <a:cs typeface="Arial" panose="020B0604020202020204" pitchFamily="34" charset="0"/>
              </a:defRPr>
            </a:lvl7pPr>
            <a:lvl8pPr marL="952833" indent="-150447" defTabSz="802386">
              <a:lnSpc>
                <a:spcPct val="100000"/>
              </a:lnSpc>
              <a:spcBef>
                <a:spcPts val="0"/>
              </a:spcBef>
              <a:spcAft>
                <a:spcPts val="263"/>
              </a:spcAft>
              <a:buSzPct val="100000"/>
              <a:buFont typeface="Arial" panose="020B0604020202020204" pitchFamily="34" charset="0"/>
              <a:buChar char="▫"/>
              <a:defRPr sz="1404">
                <a:latin typeface="+mn-lt"/>
                <a:cs typeface="Arial" panose="020B0604020202020204" pitchFamily="34" charset="0"/>
              </a:defRPr>
            </a:lvl8pPr>
            <a:lvl9pPr marL="952833" indent="-150447" defTabSz="802386">
              <a:lnSpc>
                <a:spcPct val="100000"/>
              </a:lnSpc>
              <a:spcBef>
                <a:spcPts val="0"/>
              </a:spcBef>
              <a:spcAft>
                <a:spcPts val="263"/>
              </a:spcAft>
              <a:buSzPct val="100000"/>
              <a:buFont typeface="Arial" panose="020B0604020202020204" pitchFamily="34" charset="0"/>
              <a:buChar char="▫"/>
              <a:defRPr sz="1404">
                <a:latin typeface="+mn-lt"/>
                <a:cs typeface="Arial" panose="020B0604020202020204" pitchFamily="34" charset="0"/>
              </a:defRPr>
            </a:lvl9pPr>
          </a:lstStyle>
          <a:p>
            <a:pPr defTabSz="725036">
              <a:spcBef>
                <a:spcPts val="238"/>
              </a:spcBef>
              <a:spcAft>
                <a:spcPts val="238"/>
              </a:spcAft>
              <a:buClr>
                <a:srgbClr val="FFFFFF"/>
              </a:buClr>
              <a:defRPr/>
            </a:pPr>
            <a:r>
              <a:rPr lang="en-US" sz="1600" b="1" dirty="0">
                <a:solidFill>
                  <a:schemeClr val="bg1"/>
                </a:solidFill>
              </a:rPr>
              <a:t>Understand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EA2472F-3126-7436-CC50-AF79DAB5296D}"/>
              </a:ext>
            </a:extLst>
          </p:cNvPr>
          <p:cNvSpPr>
            <a:spLocks noChangeAspect="1"/>
          </p:cNvSpPr>
          <p:nvPr/>
        </p:nvSpPr>
        <p:spPr>
          <a:xfrm>
            <a:off x="427414" y="2906697"/>
            <a:ext cx="689780" cy="689780"/>
          </a:xfrm>
          <a:prstGeom prst="ellipse">
            <a:avLst/>
          </a:prstGeom>
          <a:solidFill>
            <a:schemeClr val="accent3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499" tIns="36250" rIns="72499" bIns="3625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725036">
              <a:spcBef>
                <a:spcPts val="238"/>
              </a:spcBef>
              <a:spcAft>
                <a:spcPts val="238"/>
              </a:spcAft>
              <a:defRPr/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E36933A-361A-3933-C01D-3C324213B738}"/>
              </a:ext>
            </a:extLst>
          </p:cNvPr>
          <p:cNvSpPr/>
          <p:nvPr/>
        </p:nvSpPr>
        <p:spPr>
          <a:xfrm>
            <a:off x="4418870" y="5560180"/>
            <a:ext cx="381730" cy="381730"/>
          </a:xfrm>
          <a:prstGeom prst="ellipse">
            <a:avLst/>
          </a:prstGeom>
          <a:solidFill>
            <a:schemeClr val="accent3"/>
          </a:solidFill>
          <a:ln w="12700" cap="sq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499" tIns="36250" rIns="72499" bIns="3625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725036">
              <a:spcBef>
                <a:spcPts val="238"/>
              </a:spcBef>
              <a:spcAft>
                <a:spcPts val="238"/>
              </a:spcAft>
              <a:defRPr/>
            </a:pPr>
            <a:r>
              <a:rPr lang="en-GB" sz="20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5D6FAC2-72CE-67B8-B42E-0598CB83D0C5}"/>
              </a:ext>
            </a:extLst>
          </p:cNvPr>
          <p:cNvSpPr txBox="1">
            <a:spLocks/>
          </p:cNvSpPr>
          <p:nvPr/>
        </p:nvSpPr>
        <p:spPr>
          <a:xfrm>
            <a:off x="3337793" y="3361214"/>
            <a:ext cx="2543883" cy="201593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lvl="0" indent="0" defTabSz="91440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None/>
              <a:defRPr sz="1600">
                <a:latin typeface="+mn-lt"/>
                <a:sym typeface="+mn-lt"/>
              </a:defRPr>
            </a:lvl1pPr>
            <a:lvl2pPr marL="228600" lvl="1" indent="-228600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Wingdings" panose="05000000000000000000" pitchFamily="2" charset="2"/>
              <a:buChar char=""/>
              <a:defRPr lang="en-US" sz="1600" dirty="0">
                <a:latin typeface="+mn-lt"/>
                <a:sym typeface="+mn-lt"/>
              </a:defRPr>
            </a:lvl2pPr>
            <a:lvl3pPr marL="512064" lvl="2" indent="-283464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—"/>
              <a:defRPr lang="en-US" sz="1600" dirty="0">
                <a:latin typeface="+mn-lt"/>
                <a:sym typeface="+mn-lt"/>
              </a:defRPr>
            </a:lvl3pPr>
            <a:lvl4pPr marL="740664" lvl="3" indent="-182880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»"/>
              <a:defRPr lang="en-US" sz="1600" dirty="0">
                <a:latin typeface="+mn-lt"/>
                <a:sym typeface="+mn-lt"/>
              </a:defRPr>
            </a:lvl4pPr>
            <a:lvl5pPr marL="914400" lvl="4" indent="-137160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›"/>
              <a:defRPr sz="1600">
                <a:latin typeface="+mn-lt"/>
                <a:cs typeface="Arial" panose="020B0604020202020204" pitchFamily="34" charset="0"/>
              </a:defRPr>
            </a:lvl5pPr>
            <a:lvl6pPr marL="1085850" indent="-171450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latin typeface="+mn-lt"/>
                <a:cs typeface="Arial" panose="020B0604020202020204" pitchFamily="34" charset="0"/>
              </a:defRPr>
            </a:lvl6pPr>
            <a:lvl7pPr marL="1085850" indent="-171450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latin typeface="+mn-lt"/>
                <a:cs typeface="Arial" panose="020B0604020202020204" pitchFamily="34" charset="0"/>
              </a:defRPr>
            </a:lvl7pPr>
            <a:lvl8pPr marL="1085850" indent="-171450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latin typeface="+mn-lt"/>
                <a:cs typeface="Arial" panose="020B0604020202020204" pitchFamily="34" charset="0"/>
              </a:defRPr>
            </a:lvl8pPr>
            <a:lvl9pPr marL="1085850" indent="-171450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latin typeface="+mn-lt"/>
                <a:cs typeface="Arial" panose="020B0604020202020204" pitchFamily="34" charset="0"/>
              </a:defRPr>
            </a:lvl9pPr>
          </a:lstStyle>
          <a:p>
            <a:pPr marL="181259" lvl="1" indent="-181259" defTabSz="725036">
              <a:spcAft>
                <a:spcPts val="600"/>
              </a:spcAft>
              <a:defRPr/>
            </a:pPr>
            <a:r>
              <a:rPr lang="en-US" sz="1400" dirty="0">
                <a:solidFill>
                  <a:srgbClr val="000000"/>
                </a:solidFill>
                <a:cs typeface="Arial" panose="020B0604020202020204" pitchFamily="34" charset="0"/>
              </a:rPr>
              <a:t>Design and develop the proposed solutions and deliverables as asked</a:t>
            </a:r>
          </a:p>
          <a:p>
            <a:pPr marL="181259" lvl="1" indent="-181259" defTabSz="725036">
              <a:spcAft>
                <a:spcPts val="600"/>
              </a:spcAft>
              <a:defRPr/>
            </a:pPr>
            <a:r>
              <a:rPr lang="en-US" sz="1400" dirty="0">
                <a:solidFill>
                  <a:srgbClr val="000000"/>
                </a:solidFill>
                <a:cs typeface="Arial" panose="020B0604020202020204" pitchFamily="34" charset="0"/>
              </a:rPr>
              <a:t>Transform complex </a:t>
            </a:r>
            <a:br>
              <a:rPr lang="en-US" sz="1400" dirty="0">
                <a:solidFill>
                  <a:srgbClr val="000000"/>
                </a:solidFill>
                <a:cs typeface="Arial" panose="020B0604020202020204" pitchFamily="34" charset="0"/>
              </a:rPr>
            </a:br>
            <a:r>
              <a:rPr lang="en-US" sz="1400" dirty="0">
                <a:solidFill>
                  <a:srgbClr val="000000"/>
                </a:solidFill>
                <a:cs typeface="Arial" panose="020B0604020202020204" pitchFamily="34" charset="0"/>
              </a:rPr>
              <a:t>business ideas into compelling visual stories that inspire clarity, strengthen communication, and drive meaningful decisions</a:t>
            </a:r>
            <a:endParaRPr lang="en-GB" sz="1400" dirty="0"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C0CE1AB-D028-E7B8-CA8C-6323EC8C8EC7}"/>
              </a:ext>
            </a:extLst>
          </p:cNvPr>
          <p:cNvSpPr txBox="1">
            <a:spLocks/>
          </p:cNvSpPr>
          <p:nvPr/>
        </p:nvSpPr>
        <p:spPr>
          <a:xfrm>
            <a:off x="3488838" y="2595221"/>
            <a:ext cx="2387661" cy="541737"/>
          </a:xfrm>
          <a:prstGeom prst="roundRect">
            <a:avLst>
              <a:gd name="adj" fmla="val 50000"/>
            </a:avLst>
          </a:prstGeom>
          <a:solidFill>
            <a:srgbClr val="164453"/>
          </a:solidFill>
        </p:spPr>
        <p:txBody>
          <a:bodyPr vert="horz" wrap="square" lIns="540000" tIns="0" rIns="0" bIns="0" rtlCol="0" anchor="ctr">
            <a:noAutofit/>
          </a:bodyPr>
          <a:lstStyle>
            <a:lvl1pPr marL="0" lvl="0" indent="0" defTabSz="802386" eaLnBrk="1" latinLnBrk="0" hangingPunct="1">
              <a:lnSpc>
                <a:spcPct val="100000"/>
              </a:lnSpc>
              <a:spcBef>
                <a:spcPts val="263"/>
              </a:spcBef>
              <a:spcAft>
                <a:spcPts val="263"/>
              </a:spcAft>
              <a:buFont typeface="Segoe UI" panose="020B0502040204020203" pitchFamily="34" charset="0"/>
              <a:buNone/>
              <a:defRPr sz="1404">
                <a:latin typeface="+mn-lt"/>
                <a:sym typeface="+mn-lt"/>
              </a:defRPr>
            </a:lvl1pPr>
            <a:lvl2pPr marL="200597" lvl="1" indent="-200597" defTabSz="802386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63"/>
              </a:spcAft>
              <a:buClrTx/>
              <a:buFont typeface="Wingdings" panose="05000000000000000000" pitchFamily="2" charset="2"/>
              <a:buChar char=""/>
              <a:defRPr lang="en-US" sz="1404" dirty="0">
                <a:latin typeface="+mn-lt"/>
                <a:sym typeface="+mn-lt"/>
              </a:defRPr>
            </a:lvl2pPr>
            <a:lvl3pPr marL="449336" lvl="2" indent="-248740" defTabSz="802386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63"/>
              </a:spcAft>
              <a:buClrTx/>
              <a:buFont typeface="Arial" panose="020B0604020202020204" pitchFamily="34" charset="0"/>
              <a:buChar char="—"/>
              <a:defRPr lang="en-US" sz="1404" dirty="0">
                <a:latin typeface="+mn-lt"/>
                <a:sym typeface="+mn-lt"/>
              </a:defRPr>
            </a:lvl3pPr>
            <a:lvl4pPr marL="649933" lvl="3" indent="-160477" defTabSz="802386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63"/>
              </a:spcAft>
              <a:buClrTx/>
              <a:buFont typeface="Arial" panose="020B0604020202020204" pitchFamily="34" charset="0"/>
              <a:buChar char="»"/>
              <a:defRPr lang="en-US" sz="1404" dirty="0">
                <a:latin typeface="+mn-lt"/>
                <a:sym typeface="+mn-lt"/>
              </a:defRPr>
            </a:lvl4pPr>
            <a:lvl5pPr marL="802386" lvl="4" indent="-120358" defTabSz="802386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63"/>
              </a:spcAft>
              <a:buClrTx/>
              <a:buSzPct val="100000"/>
              <a:buFont typeface="Arial" panose="020B0604020202020204" pitchFamily="34" charset="0"/>
              <a:buChar char="›"/>
              <a:defRPr sz="1404">
                <a:latin typeface="+mn-lt"/>
                <a:cs typeface="Arial" panose="020B0604020202020204" pitchFamily="34" charset="0"/>
              </a:defRPr>
            </a:lvl5pPr>
            <a:lvl6pPr marL="952833" indent="-150447" defTabSz="802386">
              <a:lnSpc>
                <a:spcPct val="100000"/>
              </a:lnSpc>
              <a:spcBef>
                <a:spcPts val="0"/>
              </a:spcBef>
              <a:spcAft>
                <a:spcPts val="263"/>
              </a:spcAft>
              <a:buSzPct val="100000"/>
              <a:buFont typeface="Arial" panose="020B0604020202020204" pitchFamily="34" charset="0"/>
              <a:buChar char="▫"/>
              <a:defRPr sz="1404">
                <a:latin typeface="+mn-lt"/>
                <a:cs typeface="Arial" panose="020B0604020202020204" pitchFamily="34" charset="0"/>
              </a:defRPr>
            </a:lvl6pPr>
            <a:lvl7pPr marL="952833" indent="-150447" defTabSz="802386">
              <a:lnSpc>
                <a:spcPct val="100000"/>
              </a:lnSpc>
              <a:spcBef>
                <a:spcPts val="0"/>
              </a:spcBef>
              <a:spcAft>
                <a:spcPts val="263"/>
              </a:spcAft>
              <a:buSzPct val="100000"/>
              <a:buFont typeface="Arial" panose="020B0604020202020204" pitchFamily="34" charset="0"/>
              <a:buChar char="▫"/>
              <a:defRPr sz="1404">
                <a:latin typeface="+mn-lt"/>
                <a:cs typeface="Arial" panose="020B0604020202020204" pitchFamily="34" charset="0"/>
              </a:defRPr>
            </a:lvl7pPr>
            <a:lvl8pPr marL="952833" indent="-150447" defTabSz="802386">
              <a:lnSpc>
                <a:spcPct val="100000"/>
              </a:lnSpc>
              <a:spcBef>
                <a:spcPts val="0"/>
              </a:spcBef>
              <a:spcAft>
                <a:spcPts val="263"/>
              </a:spcAft>
              <a:buSzPct val="100000"/>
              <a:buFont typeface="Arial" panose="020B0604020202020204" pitchFamily="34" charset="0"/>
              <a:buChar char="▫"/>
              <a:defRPr sz="1404">
                <a:latin typeface="+mn-lt"/>
                <a:cs typeface="Arial" panose="020B0604020202020204" pitchFamily="34" charset="0"/>
              </a:defRPr>
            </a:lvl8pPr>
            <a:lvl9pPr marL="952833" indent="-150447" defTabSz="802386">
              <a:lnSpc>
                <a:spcPct val="100000"/>
              </a:lnSpc>
              <a:spcBef>
                <a:spcPts val="0"/>
              </a:spcBef>
              <a:spcAft>
                <a:spcPts val="263"/>
              </a:spcAft>
              <a:buSzPct val="100000"/>
              <a:buFont typeface="Arial" panose="020B0604020202020204" pitchFamily="34" charset="0"/>
              <a:buChar char="▫"/>
              <a:defRPr sz="1404">
                <a:latin typeface="+mn-lt"/>
                <a:cs typeface="Arial" panose="020B0604020202020204" pitchFamily="34" charset="0"/>
              </a:defRPr>
            </a:lvl9pPr>
          </a:lstStyle>
          <a:p>
            <a:pPr defTabSz="725036">
              <a:spcBef>
                <a:spcPts val="238"/>
              </a:spcBef>
              <a:spcAft>
                <a:spcPts val="238"/>
              </a:spcAft>
              <a:buClr>
                <a:srgbClr val="FFFFFF"/>
              </a:buClr>
              <a:defRPr/>
            </a:pPr>
            <a:r>
              <a:rPr lang="en-US" sz="1600" b="1" dirty="0">
                <a:solidFill>
                  <a:schemeClr val="bg1"/>
                </a:solidFill>
              </a:rPr>
              <a:t>Design and Develop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87CE1655-E979-BE31-732D-1E8157F61918}"/>
              </a:ext>
            </a:extLst>
          </p:cNvPr>
          <p:cNvSpPr>
            <a:spLocks noChangeAspect="1"/>
          </p:cNvSpPr>
          <p:nvPr/>
        </p:nvSpPr>
        <p:spPr>
          <a:xfrm>
            <a:off x="3332616" y="2521200"/>
            <a:ext cx="689780" cy="689780"/>
          </a:xfrm>
          <a:prstGeom prst="ellipse">
            <a:avLst/>
          </a:prstGeom>
          <a:solidFill>
            <a:schemeClr val="accent3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499" tIns="36250" rIns="72499" bIns="3625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725036">
              <a:spcBef>
                <a:spcPts val="238"/>
              </a:spcBef>
              <a:spcAft>
                <a:spcPts val="238"/>
              </a:spcAft>
              <a:defRPr/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1DF66C3-E545-A490-57B4-EDDAE6689F62}"/>
              </a:ext>
            </a:extLst>
          </p:cNvPr>
          <p:cNvSpPr/>
          <p:nvPr/>
        </p:nvSpPr>
        <p:spPr>
          <a:xfrm>
            <a:off x="7326658" y="5560180"/>
            <a:ext cx="381730" cy="381730"/>
          </a:xfrm>
          <a:prstGeom prst="ellipse">
            <a:avLst/>
          </a:prstGeom>
          <a:solidFill>
            <a:schemeClr val="accent3"/>
          </a:solidFill>
          <a:ln w="12700" cap="sq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499" tIns="36250" rIns="72499" bIns="3625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725036">
              <a:spcBef>
                <a:spcPts val="238"/>
              </a:spcBef>
              <a:spcAft>
                <a:spcPts val="238"/>
              </a:spcAft>
              <a:defRPr/>
            </a:pPr>
            <a:r>
              <a:rPr lang="en-GB" sz="20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CE0515C-66D3-007F-D13A-E251F9A2635B}"/>
              </a:ext>
            </a:extLst>
          </p:cNvPr>
          <p:cNvSpPr txBox="1">
            <a:spLocks/>
          </p:cNvSpPr>
          <p:nvPr/>
        </p:nvSpPr>
        <p:spPr>
          <a:xfrm>
            <a:off x="6245582" y="3045375"/>
            <a:ext cx="2543882" cy="166199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lvl="0" indent="0" defTabSz="91440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None/>
              <a:defRPr sz="1600">
                <a:latin typeface="+mn-lt"/>
                <a:sym typeface="+mn-lt"/>
              </a:defRPr>
            </a:lvl1pPr>
            <a:lvl2pPr marL="228600" lvl="1" indent="-228600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Wingdings" panose="05000000000000000000" pitchFamily="2" charset="2"/>
              <a:buChar char=""/>
              <a:defRPr lang="en-US" sz="1600" dirty="0">
                <a:latin typeface="+mn-lt"/>
                <a:sym typeface="+mn-lt"/>
              </a:defRPr>
            </a:lvl2pPr>
            <a:lvl3pPr marL="512064" lvl="2" indent="-283464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—"/>
              <a:defRPr lang="en-US" sz="1600" dirty="0">
                <a:latin typeface="+mn-lt"/>
                <a:sym typeface="+mn-lt"/>
              </a:defRPr>
            </a:lvl3pPr>
            <a:lvl4pPr marL="740664" lvl="3" indent="-182880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»"/>
              <a:defRPr lang="en-US" sz="1600" dirty="0">
                <a:latin typeface="+mn-lt"/>
                <a:sym typeface="+mn-lt"/>
              </a:defRPr>
            </a:lvl4pPr>
            <a:lvl5pPr marL="914400" lvl="4" indent="-137160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›"/>
              <a:defRPr sz="1600">
                <a:latin typeface="+mn-lt"/>
                <a:cs typeface="Arial" panose="020B0604020202020204" pitchFamily="34" charset="0"/>
              </a:defRPr>
            </a:lvl5pPr>
            <a:lvl6pPr marL="1085850" indent="-171450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latin typeface="+mn-lt"/>
                <a:cs typeface="Arial" panose="020B0604020202020204" pitchFamily="34" charset="0"/>
              </a:defRPr>
            </a:lvl6pPr>
            <a:lvl7pPr marL="1085850" indent="-171450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latin typeface="+mn-lt"/>
                <a:cs typeface="Arial" panose="020B0604020202020204" pitchFamily="34" charset="0"/>
              </a:defRPr>
            </a:lvl7pPr>
            <a:lvl8pPr marL="1085850" indent="-171450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latin typeface="+mn-lt"/>
                <a:cs typeface="Arial" panose="020B0604020202020204" pitchFamily="34" charset="0"/>
              </a:defRPr>
            </a:lvl8pPr>
            <a:lvl9pPr marL="1085850" indent="-171450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latin typeface="+mn-lt"/>
                <a:cs typeface="Arial" panose="020B0604020202020204" pitchFamily="34" charset="0"/>
              </a:defRPr>
            </a:lvl9pPr>
          </a:lstStyle>
          <a:p>
            <a:pPr marL="181259" lvl="1" indent="-181259" defTabSz="725036">
              <a:spcAft>
                <a:spcPts val="600"/>
              </a:spcAft>
              <a:defRPr/>
            </a:pPr>
            <a:r>
              <a:rPr lang="en-US" sz="1400" dirty="0">
                <a:solidFill>
                  <a:srgbClr val="000000"/>
                </a:solidFill>
                <a:cs typeface="Arial" panose="020B0604020202020204" pitchFamily="34" charset="0"/>
              </a:rPr>
              <a:t>Review the output from </a:t>
            </a:r>
            <a:br>
              <a:rPr lang="en-US" sz="1400" dirty="0">
                <a:solidFill>
                  <a:srgbClr val="000000"/>
                </a:solidFill>
                <a:cs typeface="Arial" panose="020B0604020202020204" pitchFamily="34" charset="0"/>
              </a:rPr>
            </a:br>
            <a:r>
              <a:rPr lang="en-US" sz="1400" dirty="0">
                <a:solidFill>
                  <a:srgbClr val="000000"/>
                </a:solidFill>
                <a:cs typeface="Arial" panose="020B0604020202020204" pitchFamily="34" charset="0"/>
              </a:rPr>
              <a:t>your side</a:t>
            </a:r>
          </a:p>
          <a:p>
            <a:pPr marL="181259" lvl="1" indent="-181259" defTabSz="725036">
              <a:spcAft>
                <a:spcPts val="600"/>
              </a:spcAft>
              <a:defRPr/>
            </a:pPr>
            <a:r>
              <a:rPr lang="en-US" sz="1400" dirty="0">
                <a:solidFill>
                  <a:srgbClr val="000000"/>
                </a:solidFill>
                <a:cs typeface="Arial" panose="020B0604020202020204" pitchFamily="34" charset="0"/>
              </a:rPr>
              <a:t>Cross check the content, colors etc., used throughout</a:t>
            </a:r>
          </a:p>
          <a:p>
            <a:pPr marL="181259" lvl="1" indent="-181259" defTabSz="725036">
              <a:spcAft>
                <a:spcPts val="600"/>
              </a:spcAft>
              <a:defRPr/>
            </a:pPr>
            <a:r>
              <a:rPr lang="en-US" sz="1400" dirty="0">
                <a:solidFill>
                  <a:srgbClr val="000000"/>
                </a:solidFill>
                <a:cs typeface="Arial" panose="020B0604020202020204" pitchFamily="34" charset="0"/>
              </a:rPr>
              <a:t>After completion of the task check for the output if that is based on their expectation</a:t>
            </a:r>
            <a:endParaRPr lang="en-US" sz="1400" dirty="0">
              <a:cs typeface="Arial" panose="020B06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47AA521-0BDA-5A00-C67A-21222B2651D0}"/>
              </a:ext>
            </a:extLst>
          </p:cNvPr>
          <p:cNvSpPr txBox="1">
            <a:spLocks/>
          </p:cNvSpPr>
          <p:nvPr/>
        </p:nvSpPr>
        <p:spPr>
          <a:xfrm>
            <a:off x="6399215" y="2279383"/>
            <a:ext cx="2387661" cy="541737"/>
          </a:xfrm>
          <a:prstGeom prst="roundRect">
            <a:avLst>
              <a:gd name="adj" fmla="val 50000"/>
            </a:avLst>
          </a:prstGeom>
          <a:solidFill>
            <a:srgbClr val="164453"/>
          </a:solidFill>
        </p:spPr>
        <p:txBody>
          <a:bodyPr vert="horz" wrap="square" lIns="540000" tIns="0" rIns="0" bIns="0" rtlCol="0" anchor="ctr">
            <a:noAutofit/>
          </a:bodyPr>
          <a:lstStyle>
            <a:lvl1pPr marL="0" lvl="0" indent="0" defTabSz="802386" eaLnBrk="1" latinLnBrk="0" hangingPunct="1">
              <a:lnSpc>
                <a:spcPct val="100000"/>
              </a:lnSpc>
              <a:spcBef>
                <a:spcPts val="263"/>
              </a:spcBef>
              <a:spcAft>
                <a:spcPts val="263"/>
              </a:spcAft>
              <a:buFont typeface="Segoe UI" panose="020B0502040204020203" pitchFamily="34" charset="0"/>
              <a:buNone/>
              <a:defRPr sz="1404">
                <a:latin typeface="+mn-lt"/>
                <a:sym typeface="+mn-lt"/>
              </a:defRPr>
            </a:lvl1pPr>
            <a:lvl2pPr marL="200597" lvl="1" indent="-200597" defTabSz="802386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63"/>
              </a:spcAft>
              <a:buClrTx/>
              <a:buFont typeface="Wingdings" panose="05000000000000000000" pitchFamily="2" charset="2"/>
              <a:buChar char=""/>
              <a:defRPr lang="en-US" sz="1404" dirty="0">
                <a:latin typeface="+mn-lt"/>
                <a:sym typeface="+mn-lt"/>
              </a:defRPr>
            </a:lvl2pPr>
            <a:lvl3pPr marL="449336" lvl="2" indent="-248740" defTabSz="802386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63"/>
              </a:spcAft>
              <a:buClrTx/>
              <a:buFont typeface="Arial" panose="020B0604020202020204" pitchFamily="34" charset="0"/>
              <a:buChar char="—"/>
              <a:defRPr lang="en-US" sz="1404" dirty="0">
                <a:latin typeface="+mn-lt"/>
                <a:sym typeface="+mn-lt"/>
              </a:defRPr>
            </a:lvl3pPr>
            <a:lvl4pPr marL="649933" lvl="3" indent="-160477" defTabSz="802386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63"/>
              </a:spcAft>
              <a:buClrTx/>
              <a:buFont typeface="Arial" panose="020B0604020202020204" pitchFamily="34" charset="0"/>
              <a:buChar char="»"/>
              <a:defRPr lang="en-US" sz="1404" dirty="0">
                <a:latin typeface="+mn-lt"/>
                <a:sym typeface="+mn-lt"/>
              </a:defRPr>
            </a:lvl4pPr>
            <a:lvl5pPr marL="802386" lvl="4" indent="-120358" defTabSz="802386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63"/>
              </a:spcAft>
              <a:buClrTx/>
              <a:buSzPct val="100000"/>
              <a:buFont typeface="Arial" panose="020B0604020202020204" pitchFamily="34" charset="0"/>
              <a:buChar char="›"/>
              <a:defRPr sz="1404">
                <a:latin typeface="+mn-lt"/>
                <a:cs typeface="Arial" panose="020B0604020202020204" pitchFamily="34" charset="0"/>
              </a:defRPr>
            </a:lvl5pPr>
            <a:lvl6pPr marL="952833" indent="-150447" defTabSz="802386">
              <a:lnSpc>
                <a:spcPct val="100000"/>
              </a:lnSpc>
              <a:spcBef>
                <a:spcPts val="0"/>
              </a:spcBef>
              <a:spcAft>
                <a:spcPts val="263"/>
              </a:spcAft>
              <a:buSzPct val="100000"/>
              <a:buFont typeface="Arial" panose="020B0604020202020204" pitchFamily="34" charset="0"/>
              <a:buChar char="▫"/>
              <a:defRPr sz="1404">
                <a:latin typeface="+mn-lt"/>
                <a:cs typeface="Arial" panose="020B0604020202020204" pitchFamily="34" charset="0"/>
              </a:defRPr>
            </a:lvl6pPr>
            <a:lvl7pPr marL="952833" indent="-150447" defTabSz="802386">
              <a:lnSpc>
                <a:spcPct val="100000"/>
              </a:lnSpc>
              <a:spcBef>
                <a:spcPts val="0"/>
              </a:spcBef>
              <a:spcAft>
                <a:spcPts val="263"/>
              </a:spcAft>
              <a:buSzPct val="100000"/>
              <a:buFont typeface="Arial" panose="020B0604020202020204" pitchFamily="34" charset="0"/>
              <a:buChar char="▫"/>
              <a:defRPr sz="1404">
                <a:latin typeface="+mn-lt"/>
                <a:cs typeface="Arial" panose="020B0604020202020204" pitchFamily="34" charset="0"/>
              </a:defRPr>
            </a:lvl7pPr>
            <a:lvl8pPr marL="952833" indent="-150447" defTabSz="802386">
              <a:lnSpc>
                <a:spcPct val="100000"/>
              </a:lnSpc>
              <a:spcBef>
                <a:spcPts val="0"/>
              </a:spcBef>
              <a:spcAft>
                <a:spcPts val="263"/>
              </a:spcAft>
              <a:buSzPct val="100000"/>
              <a:buFont typeface="Arial" panose="020B0604020202020204" pitchFamily="34" charset="0"/>
              <a:buChar char="▫"/>
              <a:defRPr sz="1404">
                <a:latin typeface="+mn-lt"/>
                <a:cs typeface="Arial" panose="020B0604020202020204" pitchFamily="34" charset="0"/>
              </a:defRPr>
            </a:lvl8pPr>
            <a:lvl9pPr marL="952833" indent="-150447" defTabSz="802386">
              <a:lnSpc>
                <a:spcPct val="100000"/>
              </a:lnSpc>
              <a:spcBef>
                <a:spcPts val="0"/>
              </a:spcBef>
              <a:spcAft>
                <a:spcPts val="263"/>
              </a:spcAft>
              <a:buSzPct val="100000"/>
              <a:buFont typeface="Arial" panose="020B0604020202020204" pitchFamily="34" charset="0"/>
              <a:buChar char="▫"/>
              <a:defRPr sz="1404">
                <a:latin typeface="+mn-lt"/>
                <a:cs typeface="Arial" panose="020B0604020202020204" pitchFamily="34" charset="0"/>
              </a:defRPr>
            </a:lvl9pPr>
          </a:lstStyle>
          <a:p>
            <a:pPr defTabSz="725036">
              <a:spcBef>
                <a:spcPts val="238"/>
              </a:spcBef>
              <a:spcAft>
                <a:spcPts val="238"/>
              </a:spcAft>
              <a:buClr>
                <a:srgbClr val="FFFFFF"/>
              </a:buClr>
              <a:defRPr/>
            </a:pPr>
            <a:r>
              <a:rPr lang="en-US" sz="1600" b="1" dirty="0">
                <a:solidFill>
                  <a:schemeClr val="bg1"/>
                </a:solidFill>
              </a:rPr>
              <a:t>Review and Feedback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026BA698-7368-21F8-2E13-B04014635CC3}"/>
              </a:ext>
            </a:extLst>
          </p:cNvPr>
          <p:cNvSpPr>
            <a:spLocks noChangeAspect="1"/>
          </p:cNvSpPr>
          <p:nvPr/>
        </p:nvSpPr>
        <p:spPr>
          <a:xfrm>
            <a:off x="6242994" y="2205361"/>
            <a:ext cx="689780" cy="689780"/>
          </a:xfrm>
          <a:prstGeom prst="ellipse">
            <a:avLst/>
          </a:prstGeom>
          <a:solidFill>
            <a:schemeClr val="accent3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499" tIns="36250" rIns="72499" bIns="3625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725036">
              <a:spcBef>
                <a:spcPts val="238"/>
              </a:spcBef>
              <a:spcAft>
                <a:spcPts val="238"/>
              </a:spcAft>
              <a:defRPr/>
            </a:pPr>
            <a:endParaRPr lang="en-US" sz="1400" err="1">
              <a:solidFill>
                <a:schemeClr val="tx1"/>
              </a:solidFill>
            </a:endParaRPr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A576CE0E-0F2E-5D42-8B20-4FF3DA3164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99048" y="2361415"/>
            <a:ext cx="377672" cy="377672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A5DA46C6-D293-E116-4095-A2959EDDDFC3}"/>
              </a:ext>
            </a:extLst>
          </p:cNvPr>
          <p:cNvSpPr txBox="1">
            <a:spLocks/>
          </p:cNvSpPr>
          <p:nvPr/>
        </p:nvSpPr>
        <p:spPr>
          <a:xfrm>
            <a:off x="9329194" y="1926928"/>
            <a:ext cx="2435392" cy="541737"/>
          </a:xfrm>
          <a:prstGeom prst="roundRect">
            <a:avLst>
              <a:gd name="adj" fmla="val 50000"/>
            </a:avLst>
          </a:prstGeom>
          <a:solidFill>
            <a:srgbClr val="164453"/>
          </a:solidFill>
        </p:spPr>
        <p:txBody>
          <a:bodyPr vert="horz" wrap="square" lIns="540000" tIns="0" rIns="0" bIns="0" rtlCol="0" anchor="ctr">
            <a:noAutofit/>
          </a:bodyPr>
          <a:lstStyle>
            <a:lvl1pPr marL="0" lvl="0" indent="0" defTabSz="802386" eaLnBrk="1" latinLnBrk="0" hangingPunct="1">
              <a:lnSpc>
                <a:spcPct val="100000"/>
              </a:lnSpc>
              <a:spcBef>
                <a:spcPts val="263"/>
              </a:spcBef>
              <a:spcAft>
                <a:spcPts val="263"/>
              </a:spcAft>
              <a:buFont typeface="Segoe UI" panose="020B0502040204020203" pitchFamily="34" charset="0"/>
              <a:buNone/>
              <a:defRPr sz="1404">
                <a:latin typeface="+mn-lt"/>
                <a:sym typeface="+mn-lt"/>
              </a:defRPr>
            </a:lvl1pPr>
            <a:lvl2pPr marL="200597" lvl="1" indent="-200597" defTabSz="802386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63"/>
              </a:spcAft>
              <a:buClrTx/>
              <a:buFont typeface="Wingdings" panose="05000000000000000000" pitchFamily="2" charset="2"/>
              <a:buChar char=""/>
              <a:defRPr lang="en-US" sz="1404" dirty="0">
                <a:latin typeface="+mn-lt"/>
                <a:sym typeface="+mn-lt"/>
              </a:defRPr>
            </a:lvl2pPr>
            <a:lvl3pPr marL="449336" lvl="2" indent="-248740" defTabSz="802386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63"/>
              </a:spcAft>
              <a:buClrTx/>
              <a:buFont typeface="Arial" panose="020B0604020202020204" pitchFamily="34" charset="0"/>
              <a:buChar char="—"/>
              <a:defRPr lang="en-US" sz="1404" dirty="0">
                <a:latin typeface="+mn-lt"/>
                <a:sym typeface="+mn-lt"/>
              </a:defRPr>
            </a:lvl3pPr>
            <a:lvl4pPr marL="649933" lvl="3" indent="-160477" defTabSz="802386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63"/>
              </a:spcAft>
              <a:buClrTx/>
              <a:buFont typeface="Arial" panose="020B0604020202020204" pitchFamily="34" charset="0"/>
              <a:buChar char="»"/>
              <a:defRPr lang="en-US" sz="1404" dirty="0">
                <a:latin typeface="+mn-lt"/>
                <a:sym typeface="+mn-lt"/>
              </a:defRPr>
            </a:lvl4pPr>
            <a:lvl5pPr marL="802386" lvl="4" indent="-120358" defTabSz="802386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63"/>
              </a:spcAft>
              <a:buClrTx/>
              <a:buSzPct val="100000"/>
              <a:buFont typeface="Arial" panose="020B0604020202020204" pitchFamily="34" charset="0"/>
              <a:buChar char="›"/>
              <a:defRPr sz="1404">
                <a:latin typeface="+mn-lt"/>
                <a:cs typeface="Arial" panose="020B0604020202020204" pitchFamily="34" charset="0"/>
              </a:defRPr>
            </a:lvl5pPr>
            <a:lvl6pPr marL="952833" indent="-150447" defTabSz="802386">
              <a:lnSpc>
                <a:spcPct val="100000"/>
              </a:lnSpc>
              <a:spcBef>
                <a:spcPts val="0"/>
              </a:spcBef>
              <a:spcAft>
                <a:spcPts val="263"/>
              </a:spcAft>
              <a:buSzPct val="100000"/>
              <a:buFont typeface="Arial" panose="020B0604020202020204" pitchFamily="34" charset="0"/>
              <a:buChar char="▫"/>
              <a:defRPr sz="1404">
                <a:latin typeface="+mn-lt"/>
                <a:cs typeface="Arial" panose="020B0604020202020204" pitchFamily="34" charset="0"/>
              </a:defRPr>
            </a:lvl6pPr>
            <a:lvl7pPr marL="952833" indent="-150447" defTabSz="802386">
              <a:lnSpc>
                <a:spcPct val="100000"/>
              </a:lnSpc>
              <a:spcBef>
                <a:spcPts val="0"/>
              </a:spcBef>
              <a:spcAft>
                <a:spcPts val="263"/>
              </a:spcAft>
              <a:buSzPct val="100000"/>
              <a:buFont typeface="Arial" panose="020B0604020202020204" pitchFamily="34" charset="0"/>
              <a:buChar char="▫"/>
              <a:defRPr sz="1404">
                <a:latin typeface="+mn-lt"/>
                <a:cs typeface="Arial" panose="020B0604020202020204" pitchFamily="34" charset="0"/>
              </a:defRPr>
            </a:lvl7pPr>
            <a:lvl8pPr marL="952833" indent="-150447" defTabSz="802386">
              <a:lnSpc>
                <a:spcPct val="100000"/>
              </a:lnSpc>
              <a:spcBef>
                <a:spcPts val="0"/>
              </a:spcBef>
              <a:spcAft>
                <a:spcPts val="263"/>
              </a:spcAft>
              <a:buSzPct val="100000"/>
              <a:buFont typeface="Arial" panose="020B0604020202020204" pitchFamily="34" charset="0"/>
              <a:buChar char="▫"/>
              <a:defRPr sz="1404">
                <a:latin typeface="+mn-lt"/>
                <a:cs typeface="Arial" panose="020B0604020202020204" pitchFamily="34" charset="0"/>
              </a:defRPr>
            </a:lvl8pPr>
            <a:lvl9pPr marL="952833" indent="-150447" defTabSz="802386">
              <a:lnSpc>
                <a:spcPct val="100000"/>
              </a:lnSpc>
              <a:spcBef>
                <a:spcPts val="0"/>
              </a:spcBef>
              <a:spcAft>
                <a:spcPts val="263"/>
              </a:spcAft>
              <a:buSzPct val="100000"/>
              <a:buFont typeface="Arial" panose="020B0604020202020204" pitchFamily="34" charset="0"/>
              <a:buChar char="▫"/>
              <a:defRPr sz="1404">
                <a:latin typeface="+mn-lt"/>
                <a:cs typeface="Arial" panose="020B0604020202020204" pitchFamily="34" charset="0"/>
              </a:defRPr>
            </a:lvl9pPr>
          </a:lstStyle>
          <a:p>
            <a:pPr defTabSz="725036">
              <a:spcBef>
                <a:spcPts val="238"/>
              </a:spcBef>
              <a:spcAft>
                <a:spcPts val="238"/>
              </a:spcAft>
              <a:buClr>
                <a:srgbClr val="FFFFFF"/>
              </a:buClr>
              <a:defRPr/>
            </a:pPr>
            <a:r>
              <a:rPr lang="en-US" sz="1600" b="1" dirty="0">
                <a:solidFill>
                  <a:schemeClr val="bg1"/>
                </a:solidFill>
              </a:rPr>
              <a:t>Finalize deliverables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991BCFB2-2963-8089-1F77-EA3845C62942}"/>
              </a:ext>
            </a:extLst>
          </p:cNvPr>
          <p:cNvSpPr>
            <a:spLocks noChangeAspect="1"/>
          </p:cNvSpPr>
          <p:nvPr/>
        </p:nvSpPr>
        <p:spPr>
          <a:xfrm>
            <a:off x="9150783" y="1852906"/>
            <a:ext cx="689780" cy="689780"/>
          </a:xfrm>
          <a:prstGeom prst="ellipse">
            <a:avLst/>
          </a:prstGeom>
          <a:solidFill>
            <a:schemeClr val="accent3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499" tIns="36250" rIns="72499" bIns="3625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725036">
              <a:spcBef>
                <a:spcPts val="238"/>
              </a:spcBef>
              <a:spcAft>
                <a:spcPts val="238"/>
              </a:spcAft>
              <a:defRPr/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A3A73FB-360B-FE2D-235D-7369796D1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9" y="385555"/>
            <a:ext cx="11379600" cy="430887"/>
          </a:xfrm>
        </p:spPr>
        <p:txBody>
          <a:bodyPr vert="horz" rIns="0">
            <a:spAutoFit/>
          </a:bodyPr>
          <a:lstStyle/>
          <a:p>
            <a:r>
              <a:rPr lang="en-US" dirty="0"/>
              <a:t>Project method to follow till delivery</a:t>
            </a:r>
            <a:endParaRPr lang="en-IN" dirty="0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962506F7-B013-9543-C0D6-D198A24CBF7D}"/>
              </a:ext>
            </a:extLst>
          </p:cNvPr>
          <p:cNvSpPr/>
          <p:nvPr/>
        </p:nvSpPr>
        <p:spPr>
          <a:xfrm>
            <a:off x="618633" y="3072297"/>
            <a:ext cx="307342" cy="358580"/>
          </a:xfrm>
          <a:custGeom>
            <a:avLst/>
            <a:gdLst>
              <a:gd name="csX0" fmla="*/ 433007 w 693035"/>
              <a:gd name="csY0" fmla="*/ 808482 h 808577"/>
              <a:gd name="csX1" fmla="*/ 101918 w 693035"/>
              <a:gd name="csY1" fmla="*/ 808482 h 808577"/>
              <a:gd name="csX2" fmla="*/ 87630 w 693035"/>
              <a:gd name="csY2" fmla="*/ 794195 h 808577"/>
              <a:gd name="csX3" fmla="*/ 87630 w 693035"/>
              <a:gd name="csY3" fmla="*/ 522351 h 808577"/>
              <a:gd name="csX4" fmla="*/ 0 w 693035"/>
              <a:gd name="csY4" fmla="*/ 307467 h 808577"/>
              <a:gd name="csX5" fmla="*/ 307467 w 693035"/>
              <a:gd name="csY5" fmla="*/ 0 h 808577"/>
              <a:gd name="csX6" fmla="*/ 614934 w 693035"/>
              <a:gd name="csY6" fmla="*/ 307467 h 808577"/>
              <a:gd name="csX7" fmla="*/ 614934 w 693035"/>
              <a:gd name="csY7" fmla="*/ 310515 h 808577"/>
              <a:gd name="csX8" fmla="*/ 614934 w 693035"/>
              <a:gd name="csY8" fmla="*/ 312230 h 808577"/>
              <a:gd name="csX9" fmla="*/ 614934 w 693035"/>
              <a:gd name="csY9" fmla="*/ 313468 h 808577"/>
              <a:gd name="csX10" fmla="*/ 614934 w 693035"/>
              <a:gd name="csY10" fmla="*/ 316706 h 808577"/>
              <a:gd name="csX11" fmla="*/ 614934 w 693035"/>
              <a:gd name="csY11" fmla="*/ 370427 h 808577"/>
              <a:gd name="csX12" fmla="*/ 690848 w 693035"/>
              <a:gd name="csY12" fmla="*/ 491109 h 808577"/>
              <a:gd name="csX13" fmla="*/ 691801 w 693035"/>
              <a:gd name="csY13" fmla="*/ 504635 h 808577"/>
              <a:gd name="csX14" fmla="*/ 681038 w 693035"/>
              <a:gd name="csY14" fmla="*/ 512826 h 808577"/>
              <a:gd name="csX15" fmla="*/ 614934 w 693035"/>
              <a:gd name="csY15" fmla="*/ 523589 h 808577"/>
              <a:gd name="csX16" fmla="*/ 614934 w 693035"/>
              <a:gd name="csY16" fmla="*/ 615982 h 808577"/>
              <a:gd name="csX17" fmla="*/ 535877 w 693035"/>
              <a:gd name="csY17" fmla="*/ 695039 h 808577"/>
              <a:gd name="csX18" fmla="*/ 447199 w 693035"/>
              <a:gd name="csY18" fmla="*/ 695039 h 808577"/>
              <a:gd name="csX19" fmla="*/ 447199 w 693035"/>
              <a:gd name="csY19" fmla="*/ 794290 h 808577"/>
              <a:gd name="csX20" fmla="*/ 432911 w 693035"/>
              <a:gd name="csY20" fmla="*/ 808577 h 808577"/>
              <a:gd name="csX21" fmla="*/ 116300 w 693035"/>
              <a:gd name="csY21" fmla="*/ 779907 h 808577"/>
              <a:gd name="csX22" fmla="*/ 418719 w 693035"/>
              <a:gd name="csY22" fmla="*/ 779907 h 808577"/>
              <a:gd name="csX23" fmla="*/ 418719 w 693035"/>
              <a:gd name="csY23" fmla="*/ 680656 h 808577"/>
              <a:gd name="csX24" fmla="*/ 433007 w 693035"/>
              <a:gd name="csY24" fmla="*/ 666369 h 808577"/>
              <a:gd name="csX25" fmla="*/ 535972 w 693035"/>
              <a:gd name="csY25" fmla="*/ 666369 h 808577"/>
              <a:gd name="csX26" fmla="*/ 586454 w 693035"/>
              <a:gd name="csY26" fmla="*/ 615887 h 808577"/>
              <a:gd name="csX27" fmla="*/ 586454 w 693035"/>
              <a:gd name="csY27" fmla="*/ 511397 h 808577"/>
              <a:gd name="csX28" fmla="*/ 598456 w 693035"/>
              <a:gd name="csY28" fmla="*/ 497300 h 808577"/>
              <a:gd name="csX29" fmla="*/ 655225 w 693035"/>
              <a:gd name="csY29" fmla="*/ 488061 h 808577"/>
              <a:gd name="csX30" fmla="*/ 588645 w 693035"/>
              <a:gd name="csY30" fmla="*/ 382143 h 808577"/>
              <a:gd name="csX31" fmla="*/ 586454 w 693035"/>
              <a:gd name="csY31" fmla="*/ 374523 h 808577"/>
              <a:gd name="csX32" fmla="*/ 586454 w 693035"/>
              <a:gd name="csY32" fmla="*/ 307467 h 808577"/>
              <a:gd name="csX33" fmla="*/ 307562 w 693035"/>
              <a:gd name="csY33" fmla="*/ 28575 h 808577"/>
              <a:gd name="csX34" fmla="*/ 28670 w 693035"/>
              <a:gd name="csY34" fmla="*/ 307467 h 808577"/>
              <a:gd name="csX35" fmla="*/ 112014 w 693035"/>
              <a:gd name="csY35" fmla="*/ 506254 h 808577"/>
              <a:gd name="csX36" fmla="*/ 116300 w 693035"/>
              <a:gd name="csY36" fmla="*/ 516446 h 808577"/>
              <a:gd name="csX37" fmla="*/ 116300 w 693035"/>
              <a:gd name="csY37" fmla="*/ 779907 h 808577"/>
              <a:gd name="csX38" fmla="*/ 308515 w 693035"/>
              <a:gd name="csY38" fmla="*/ 473964 h 808577"/>
              <a:gd name="csX39" fmla="*/ 136779 w 693035"/>
              <a:gd name="csY39" fmla="*/ 302228 h 808577"/>
              <a:gd name="csX40" fmla="*/ 308515 w 693035"/>
              <a:gd name="csY40" fmla="*/ 130493 h 808577"/>
              <a:gd name="csX41" fmla="*/ 480251 w 693035"/>
              <a:gd name="csY41" fmla="*/ 302228 h 808577"/>
              <a:gd name="csX42" fmla="*/ 308515 w 693035"/>
              <a:gd name="csY42" fmla="*/ 473964 h 808577"/>
              <a:gd name="csX43" fmla="*/ 308515 w 693035"/>
              <a:gd name="csY43" fmla="*/ 159068 h 808577"/>
              <a:gd name="csX44" fmla="*/ 165354 w 693035"/>
              <a:gd name="csY44" fmla="*/ 302228 h 808577"/>
              <a:gd name="csX45" fmla="*/ 308515 w 693035"/>
              <a:gd name="csY45" fmla="*/ 445389 h 808577"/>
              <a:gd name="csX46" fmla="*/ 451676 w 693035"/>
              <a:gd name="csY46" fmla="*/ 302228 h 808577"/>
              <a:gd name="csX47" fmla="*/ 308515 w 693035"/>
              <a:gd name="csY47" fmla="*/ 159068 h 808577"/>
              <a:gd name="csX48" fmla="*/ 296799 w 693035"/>
              <a:gd name="csY48" fmla="*/ 355664 h 808577"/>
              <a:gd name="csX49" fmla="*/ 396812 w 693035"/>
              <a:gd name="csY49" fmla="*/ 255651 h 808577"/>
              <a:gd name="csX50" fmla="*/ 396812 w 693035"/>
              <a:gd name="csY50" fmla="*/ 235458 h 808577"/>
              <a:gd name="csX51" fmla="*/ 376619 w 693035"/>
              <a:gd name="csY51" fmla="*/ 235458 h 808577"/>
              <a:gd name="csX52" fmla="*/ 286703 w 693035"/>
              <a:gd name="csY52" fmla="*/ 325374 h 808577"/>
              <a:gd name="csX53" fmla="*/ 240506 w 693035"/>
              <a:gd name="csY53" fmla="*/ 279178 h 808577"/>
              <a:gd name="csX54" fmla="*/ 220313 w 693035"/>
              <a:gd name="csY54" fmla="*/ 279178 h 808577"/>
              <a:gd name="csX55" fmla="*/ 220313 w 693035"/>
              <a:gd name="csY55" fmla="*/ 299371 h 808577"/>
              <a:gd name="csX56" fmla="*/ 276606 w 693035"/>
              <a:gd name="csY56" fmla="*/ 355664 h 808577"/>
              <a:gd name="csX57" fmla="*/ 286703 w 693035"/>
              <a:gd name="csY57" fmla="*/ 359855 h 808577"/>
              <a:gd name="csX58" fmla="*/ 296799 w 693035"/>
              <a:gd name="csY58" fmla="*/ 355664 h 8085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</a:cxnLst>
            <a:rect l="l" t="t" r="r" b="b"/>
            <a:pathLst>
              <a:path w="693035" h="808577">
                <a:moveTo>
                  <a:pt x="433007" y="808482"/>
                </a:moveTo>
                <a:lnTo>
                  <a:pt x="101918" y="808482"/>
                </a:lnTo>
                <a:cubicBezTo>
                  <a:pt x="94012" y="808482"/>
                  <a:pt x="87630" y="802100"/>
                  <a:pt x="87630" y="794195"/>
                </a:cubicBezTo>
                <a:lnTo>
                  <a:pt x="87630" y="522351"/>
                </a:lnTo>
                <a:cubicBezTo>
                  <a:pt x="31051" y="464534"/>
                  <a:pt x="0" y="388525"/>
                  <a:pt x="0" y="307467"/>
                </a:cubicBezTo>
                <a:cubicBezTo>
                  <a:pt x="0" y="137922"/>
                  <a:pt x="137922" y="0"/>
                  <a:pt x="307467" y="0"/>
                </a:cubicBezTo>
                <a:cubicBezTo>
                  <a:pt x="477012" y="0"/>
                  <a:pt x="614934" y="137922"/>
                  <a:pt x="614934" y="307467"/>
                </a:cubicBezTo>
                <a:cubicBezTo>
                  <a:pt x="614934" y="308515"/>
                  <a:pt x="614934" y="309467"/>
                  <a:pt x="614934" y="310515"/>
                </a:cubicBezTo>
                <a:lnTo>
                  <a:pt x="614934" y="312230"/>
                </a:lnTo>
                <a:cubicBezTo>
                  <a:pt x="614934" y="312230"/>
                  <a:pt x="614934" y="313468"/>
                  <a:pt x="614934" y="313468"/>
                </a:cubicBezTo>
                <a:cubicBezTo>
                  <a:pt x="614934" y="314516"/>
                  <a:pt x="614934" y="315659"/>
                  <a:pt x="614934" y="316706"/>
                </a:cubicBezTo>
                <a:lnTo>
                  <a:pt x="614934" y="370427"/>
                </a:lnTo>
                <a:lnTo>
                  <a:pt x="690848" y="491109"/>
                </a:lnTo>
                <a:cubicBezTo>
                  <a:pt x="693420" y="495205"/>
                  <a:pt x="693706" y="500253"/>
                  <a:pt x="691801" y="504635"/>
                </a:cubicBezTo>
                <a:cubicBezTo>
                  <a:pt x="689801" y="509016"/>
                  <a:pt x="685800" y="512064"/>
                  <a:pt x="681038" y="512826"/>
                </a:cubicBezTo>
                <a:lnTo>
                  <a:pt x="614934" y="523589"/>
                </a:lnTo>
                <a:lnTo>
                  <a:pt x="614934" y="615982"/>
                </a:lnTo>
                <a:cubicBezTo>
                  <a:pt x="614934" y="659511"/>
                  <a:pt x="579501" y="695039"/>
                  <a:pt x="535877" y="695039"/>
                </a:cubicBezTo>
                <a:lnTo>
                  <a:pt x="447199" y="695039"/>
                </a:lnTo>
                <a:lnTo>
                  <a:pt x="447199" y="794290"/>
                </a:lnTo>
                <a:cubicBezTo>
                  <a:pt x="447199" y="802196"/>
                  <a:pt x="440817" y="808577"/>
                  <a:pt x="432911" y="808577"/>
                </a:cubicBezTo>
                <a:close/>
                <a:moveTo>
                  <a:pt x="116300" y="779907"/>
                </a:moveTo>
                <a:lnTo>
                  <a:pt x="418719" y="779907"/>
                </a:lnTo>
                <a:lnTo>
                  <a:pt x="418719" y="680656"/>
                </a:lnTo>
                <a:cubicBezTo>
                  <a:pt x="418719" y="672751"/>
                  <a:pt x="425101" y="666369"/>
                  <a:pt x="433007" y="666369"/>
                </a:cubicBezTo>
                <a:lnTo>
                  <a:pt x="535972" y="666369"/>
                </a:lnTo>
                <a:cubicBezTo>
                  <a:pt x="563785" y="666369"/>
                  <a:pt x="586454" y="643700"/>
                  <a:pt x="586454" y="615887"/>
                </a:cubicBezTo>
                <a:lnTo>
                  <a:pt x="586454" y="511397"/>
                </a:lnTo>
                <a:cubicBezTo>
                  <a:pt x="586454" y="504349"/>
                  <a:pt x="591503" y="498443"/>
                  <a:pt x="598456" y="497300"/>
                </a:cubicBezTo>
                <a:lnTo>
                  <a:pt x="655225" y="488061"/>
                </a:lnTo>
                <a:lnTo>
                  <a:pt x="588645" y="382143"/>
                </a:lnTo>
                <a:cubicBezTo>
                  <a:pt x="587216" y="379857"/>
                  <a:pt x="586454" y="377190"/>
                  <a:pt x="586454" y="374523"/>
                </a:cubicBezTo>
                <a:lnTo>
                  <a:pt x="586454" y="307467"/>
                </a:lnTo>
                <a:cubicBezTo>
                  <a:pt x="586454" y="153734"/>
                  <a:pt x="461391" y="28575"/>
                  <a:pt x="307562" y="28575"/>
                </a:cubicBezTo>
                <a:cubicBezTo>
                  <a:pt x="153734" y="28575"/>
                  <a:pt x="28670" y="153638"/>
                  <a:pt x="28670" y="307467"/>
                </a:cubicBezTo>
                <a:cubicBezTo>
                  <a:pt x="28670" y="382810"/>
                  <a:pt x="58293" y="453390"/>
                  <a:pt x="112014" y="506254"/>
                </a:cubicBezTo>
                <a:cubicBezTo>
                  <a:pt x="114776" y="508921"/>
                  <a:pt x="116300" y="512636"/>
                  <a:pt x="116300" y="516446"/>
                </a:cubicBezTo>
                <a:lnTo>
                  <a:pt x="116300" y="779907"/>
                </a:lnTo>
                <a:close/>
                <a:moveTo>
                  <a:pt x="308515" y="473964"/>
                </a:moveTo>
                <a:cubicBezTo>
                  <a:pt x="213836" y="473964"/>
                  <a:pt x="136779" y="396907"/>
                  <a:pt x="136779" y="302228"/>
                </a:cubicBezTo>
                <a:cubicBezTo>
                  <a:pt x="136779" y="207550"/>
                  <a:pt x="213836" y="130493"/>
                  <a:pt x="308515" y="130493"/>
                </a:cubicBezTo>
                <a:cubicBezTo>
                  <a:pt x="403193" y="130493"/>
                  <a:pt x="480251" y="207550"/>
                  <a:pt x="480251" y="302228"/>
                </a:cubicBezTo>
                <a:cubicBezTo>
                  <a:pt x="480251" y="396907"/>
                  <a:pt x="403193" y="473964"/>
                  <a:pt x="308515" y="473964"/>
                </a:cubicBezTo>
                <a:close/>
                <a:moveTo>
                  <a:pt x="308515" y="159068"/>
                </a:moveTo>
                <a:cubicBezTo>
                  <a:pt x="229553" y="159068"/>
                  <a:pt x="165354" y="223266"/>
                  <a:pt x="165354" y="302228"/>
                </a:cubicBezTo>
                <a:cubicBezTo>
                  <a:pt x="165354" y="381191"/>
                  <a:pt x="229553" y="445389"/>
                  <a:pt x="308515" y="445389"/>
                </a:cubicBezTo>
                <a:cubicBezTo>
                  <a:pt x="387477" y="445389"/>
                  <a:pt x="451676" y="381191"/>
                  <a:pt x="451676" y="302228"/>
                </a:cubicBezTo>
                <a:cubicBezTo>
                  <a:pt x="451676" y="223266"/>
                  <a:pt x="387477" y="159068"/>
                  <a:pt x="308515" y="159068"/>
                </a:cubicBezTo>
                <a:close/>
                <a:moveTo>
                  <a:pt x="296799" y="355664"/>
                </a:moveTo>
                <a:lnTo>
                  <a:pt x="396812" y="255651"/>
                </a:lnTo>
                <a:cubicBezTo>
                  <a:pt x="402431" y="250031"/>
                  <a:pt x="402431" y="240983"/>
                  <a:pt x="396812" y="235458"/>
                </a:cubicBezTo>
                <a:cubicBezTo>
                  <a:pt x="391192" y="229838"/>
                  <a:pt x="382143" y="229838"/>
                  <a:pt x="376619" y="235458"/>
                </a:cubicBezTo>
                <a:lnTo>
                  <a:pt x="286703" y="325374"/>
                </a:lnTo>
                <a:lnTo>
                  <a:pt x="240506" y="279178"/>
                </a:lnTo>
                <a:cubicBezTo>
                  <a:pt x="234886" y="273558"/>
                  <a:pt x="225838" y="273558"/>
                  <a:pt x="220313" y="279178"/>
                </a:cubicBezTo>
                <a:cubicBezTo>
                  <a:pt x="214789" y="284798"/>
                  <a:pt x="214694" y="293846"/>
                  <a:pt x="220313" y="299371"/>
                </a:cubicBezTo>
                <a:lnTo>
                  <a:pt x="276606" y="355664"/>
                </a:lnTo>
                <a:cubicBezTo>
                  <a:pt x="279368" y="358426"/>
                  <a:pt x="283083" y="359855"/>
                  <a:pt x="286703" y="359855"/>
                </a:cubicBezTo>
                <a:cubicBezTo>
                  <a:pt x="290322" y="359855"/>
                  <a:pt x="294037" y="358426"/>
                  <a:pt x="296799" y="355664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D45C8729-A422-EAE9-07A4-8EF11577A033}"/>
              </a:ext>
            </a:extLst>
          </p:cNvPr>
          <p:cNvSpPr/>
          <p:nvPr/>
        </p:nvSpPr>
        <p:spPr>
          <a:xfrm>
            <a:off x="3506912" y="2681848"/>
            <a:ext cx="341188" cy="368484"/>
          </a:xfrm>
          <a:custGeom>
            <a:avLst/>
            <a:gdLst>
              <a:gd name="csX0" fmla="*/ 398862 w 735009"/>
              <a:gd name="csY0" fmla="*/ 187856 h 793815"/>
              <a:gd name="csX1" fmla="*/ 330178 w 735009"/>
              <a:gd name="csY1" fmla="*/ 187967 h 793815"/>
              <a:gd name="csX2" fmla="*/ 317862 w 735009"/>
              <a:gd name="csY2" fmla="*/ 178666 h 793815"/>
              <a:gd name="csX3" fmla="*/ 317862 w 735009"/>
              <a:gd name="csY3" fmla="*/ 123450 h 793815"/>
              <a:gd name="csX4" fmla="*/ 288729 w 735009"/>
              <a:gd name="csY4" fmla="*/ 123450 h 793815"/>
              <a:gd name="csX5" fmla="*/ 281474 w 735009"/>
              <a:gd name="csY5" fmla="*/ 107340 h 793815"/>
              <a:gd name="csX6" fmla="*/ 356930 w 735009"/>
              <a:gd name="csY6" fmla="*/ 3946 h 793815"/>
              <a:gd name="csX7" fmla="*/ 372631 w 735009"/>
              <a:gd name="csY7" fmla="*/ 4094 h 793815"/>
              <a:gd name="csX8" fmla="*/ 448534 w 735009"/>
              <a:gd name="csY8" fmla="*/ 108088 h 793815"/>
              <a:gd name="csX9" fmla="*/ 440757 w 735009"/>
              <a:gd name="csY9" fmla="*/ 123381 h 793815"/>
              <a:gd name="csX10" fmla="*/ 440757 w 735009"/>
              <a:gd name="csY10" fmla="*/ 123418 h 793815"/>
              <a:gd name="csX11" fmla="*/ 411624 w 735009"/>
              <a:gd name="csY11" fmla="*/ 123418 h 793815"/>
              <a:gd name="csX12" fmla="*/ 411624 w 735009"/>
              <a:gd name="csY12" fmla="*/ 178634 h 793815"/>
              <a:gd name="csX13" fmla="*/ 398863 w 735009"/>
              <a:gd name="csY13" fmla="*/ 187861 h 793815"/>
              <a:gd name="csX14" fmla="*/ 629395 w 735009"/>
              <a:gd name="csY14" fmla="*/ 217249 h 793815"/>
              <a:gd name="csX15" fmla="*/ 629395 w 735009"/>
              <a:gd name="csY15" fmla="*/ 420655 h 793815"/>
              <a:gd name="csX16" fmla="*/ 619722 w 735009"/>
              <a:gd name="csY16" fmla="*/ 430329 h 793815"/>
              <a:gd name="csX17" fmla="*/ 545308 w 735009"/>
              <a:gd name="csY17" fmla="*/ 430329 h 793815"/>
              <a:gd name="csX18" fmla="*/ 535634 w 735009"/>
              <a:gd name="csY18" fmla="*/ 420655 h 793815"/>
              <a:gd name="csX19" fmla="*/ 535634 w 735009"/>
              <a:gd name="csY19" fmla="*/ 217249 h 793815"/>
              <a:gd name="csX20" fmla="*/ 506501 w 735009"/>
              <a:gd name="csY20" fmla="*/ 217249 h 793815"/>
              <a:gd name="csX21" fmla="*/ 499246 w 735009"/>
              <a:gd name="csY21" fmla="*/ 201138 h 793815"/>
              <a:gd name="csX22" fmla="*/ 574702 w 735009"/>
              <a:gd name="csY22" fmla="*/ 97744 h 793815"/>
              <a:gd name="csX23" fmla="*/ 590403 w 735009"/>
              <a:gd name="csY23" fmla="*/ 97893 h 793815"/>
              <a:gd name="csX24" fmla="*/ 666306 w 735009"/>
              <a:gd name="csY24" fmla="*/ 201887 h 793815"/>
              <a:gd name="csX25" fmla="*/ 658529 w 735009"/>
              <a:gd name="csY25" fmla="*/ 217180 h 793815"/>
              <a:gd name="csX26" fmla="*/ 658529 w 735009"/>
              <a:gd name="csY26" fmla="*/ 217217 h 793815"/>
              <a:gd name="csX27" fmla="*/ 610048 w 735009"/>
              <a:gd name="csY27" fmla="*/ 410987 h 793815"/>
              <a:gd name="csX28" fmla="*/ 610048 w 735009"/>
              <a:gd name="csY28" fmla="*/ 207581 h 793815"/>
              <a:gd name="csX29" fmla="*/ 619722 w 735009"/>
              <a:gd name="csY29" fmla="*/ 197907 h 793815"/>
              <a:gd name="csX30" fmla="*/ 639553 w 735009"/>
              <a:gd name="csY30" fmla="*/ 197907 h 793815"/>
              <a:gd name="csX31" fmla="*/ 582552 w 735009"/>
              <a:gd name="csY31" fmla="*/ 119773 h 793815"/>
              <a:gd name="csX32" fmla="*/ 525550 w 735009"/>
              <a:gd name="csY32" fmla="*/ 197907 h 793815"/>
              <a:gd name="csX33" fmla="*/ 545381 w 735009"/>
              <a:gd name="csY33" fmla="*/ 197907 h 793815"/>
              <a:gd name="csX34" fmla="*/ 555055 w 735009"/>
              <a:gd name="csY34" fmla="*/ 207581 h 793815"/>
              <a:gd name="csX35" fmla="*/ 555055 w 735009"/>
              <a:gd name="csY35" fmla="*/ 410987 h 793815"/>
              <a:gd name="csX36" fmla="*/ 103995 w 735009"/>
              <a:gd name="csY36" fmla="*/ 685498 h 793815"/>
              <a:gd name="csX37" fmla="*/ 104478 w 735009"/>
              <a:gd name="csY37" fmla="*/ 607735 h 793815"/>
              <a:gd name="csX38" fmla="*/ 187004 w 735009"/>
              <a:gd name="csY38" fmla="*/ 605205 h 793815"/>
              <a:gd name="csX39" fmla="*/ 186222 w 735009"/>
              <a:gd name="csY39" fmla="*/ 689293 h 793815"/>
              <a:gd name="csX40" fmla="*/ 104405 w 735009"/>
              <a:gd name="csY40" fmla="*/ 685944 h 793815"/>
              <a:gd name="csX41" fmla="*/ 103995 w 735009"/>
              <a:gd name="csY41" fmla="*/ 685497 h 793815"/>
              <a:gd name="csX42" fmla="*/ 108534 w 735009"/>
              <a:gd name="csY42" fmla="*/ 647063 h 793815"/>
              <a:gd name="csX43" fmla="*/ 174130 w 735009"/>
              <a:gd name="csY43" fmla="*/ 674075 h 793815"/>
              <a:gd name="csX44" fmla="*/ 146485 w 735009"/>
              <a:gd name="csY44" fmla="*/ 608405 h 793815"/>
              <a:gd name="csX45" fmla="*/ 118766 w 735009"/>
              <a:gd name="csY45" fmla="*/ 620720 h 793815"/>
              <a:gd name="csX46" fmla="*/ 108534 w 735009"/>
              <a:gd name="csY46" fmla="*/ 647063 h 793815"/>
              <a:gd name="csX47" fmla="*/ 98674 w 735009"/>
              <a:gd name="csY47" fmla="*/ 733309 h 793815"/>
              <a:gd name="csX48" fmla="*/ 120253 w 735009"/>
              <a:gd name="csY48" fmla="*/ 742201 h 793815"/>
              <a:gd name="csX49" fmla="*/ 127099 w 735009"/>
              <a:gd name="csY49" fmla="*/ 749345 h 793815"/>
              <a:gd name="csX50" fmla="*/ 133611 w 735009"/>
              <a:gd name="csY50" fmla="*/ 774422 h 793815"/>
              <a:gd name="csX51" fmla="*/ 160102 w 735009"/>
              <a:gd name="csY51" fmla="*/ 774459 h 793815"/>
              <a:gd name="csX52" fmla="*/ 166724 w 735009"/>
              <a:gd name="csY52" fmla="*/ 749121 h 793815"/>
              <a:gd name="csX53" fmla="*/ 173496 w 735009"/>
              <a:gd name="csY53" fmla="*/ 742238 h 793815"/>
              <a:gd name="csX54" fmla="*/ 195560 w 735009"/>
              <a:gd name="csY54" fmla="*/ 733122 h 793815"/>
              <a:gd name="csX55" fmla="*/ 205754 w 735009"/>
              <a:gd name="csY55" fmla="*/ 733606 h 793815"/>
              <a:gd name="csX56" fmla="*/ 227744 w 735009"/>
              <a:gd name="csY56" fmla="*/ 746517 h 793815"/>
              <a:gd name="csX57" fmla="*/ 246497 w 735009"/>
              <a:gd name="csY57" fmla="*/ 727802 h 793815"/>
              <a:gd name="csX58" fmla="*/ 233288 w 735009"/>
              <a:gd name="csY58" fmla="*/ 705217 h 793815"/>
              <a:gd name="csX59" fmla="*/ 233214 w 735009"/>
              <a:gd name="csY59" fmla="*/ 695581 h 793815"/>
              <a:gd name="csX60" fmla="*/ 242330 w 735009"/>
              <a:gd name="csY60" fmla="*/ 673592 h 793815"/>
              <a:gd name="csX61" fmla="*/ 249473 w 735009"/>
              <a:gd name="csY61" fmla="*/ 666746 h 793815"/>
              <a:gd name="csX62" fmla="*/ 274551 w 735009"/>
              <a:gd name="csY62" fmla="*/ 660234 h 793815"/>
              <a:gd name="csX63" fmla="*/ 274588 w 735009"/>
              <a:gd name="csY63" fmla="*/ 633743 h 793815"/>
              <a:gd name="csX64" fmla="*/ 249250 w 735009"/>
              <a:gd name="csY64" fmla="*/ 627121 h 793815"/>
              <a:gd name="csX65" fmla="*/ 242366 w 735009"/>
              <a:gd name="csY65" fmla="*/ 620349 h 793815"/>
              <a:gd name="csX66" fmla="*/ 233251 w 735009"/>
              <a:gd name="csY66" fmla="*/ 598285 h 793815"/>
              <a:gd name="csX67" fmla="*/ 233734 w 735009"/>
              <a:gd name="csY67" fmla="*/ 588090 h 793815"/>
              <a:gd name="csX68" fmla="*/ 246645 w 735009"/>
              <a:gd name="csY68" fmla="*/ 566101 h 793815"/>
              <a:gd name="csX69" fmla="*/ 227931 w 735009"/>
              <a:gd name="csY69" fmla="*/ 547348 h 793815"/>
              <a:gd name="csX70" fmla="*/ 205346 w 735009"/>
              <a:gd name="csY70" fmla="*/ 560557 h 793815"/>
              <a:gd name="csX71" fmla="*/ 195710 w 735009"/>
              <a:gd name="csY71" fmla="*/ 560631 h 793815"/>
              <a:gd name="csX72" fmla="*/ 173720 w 735009"/>
              <a:gd name="csY72" fmla="*/ 551515 h 793815"/>
              <a:gd name="csX73" fmla="*/ 166055 w 735009"/>
              <a:gd name="csY73" fmla="*/ 541172 h 793815"/>
              <a:gd name="csX74" fmla="*/ 160363 w 735009"/>
              <a:gd name="csY74" fmla="*/ 519257 h 793815"/>
              <a:gd name="csX75" fmla="*/ 133872 w 735009"/>
              <a:gd name="csY75" fmla="*/ 519220 h 793815"/>
              <a:gd name="csX76" fmla="*/ 127249 w 735009"/>
              <a:gd name="csY76" fmla="*/ 544558 h 793815"/>
              <a:gd name="csX77" fmla="*/ 120477 w 735009"/>
              <a:gd name="csY77" fmla="*/ 551441 h 793815"/>
              <a:gd name="csX78" fmla="*/ 98414 w 735009"/>
              <a:gd name="csY78" fmla="*/ 560594 h 793815"/>
              <a:gd name="csX79" fmla="*/ 88219 w 735009"/>
              <a:gd name="csY79" fmla="*/ 560148 h 793815"/>
              <a:gd name="csX80" fmla="*/ 66230 w 735009"/>
              <a:gd name="csY80" fmla="*/ 547237 h 793815"/>
              <a:gd name="csX81" fmla="*/ 47477 w 735009"/>
              <a:gd name="csY81" fmla="*/ 565952 h 793815"/>
              <a:gd name="csX82" fmla="*/ 60685 w 735009"/>
              <a:gd name="csY82" fmla="*/ 588536 h 793815"/>
              <a:gd name="csX83" fmla="*/ 60536 w 735009"/>
              <a:gd name="csY83" fmla="*/ 598545 h 793815"/>
              <a:gd name="csX84" fmla="*/ 51644 w 735009"/>
              <a:gd name="csY84" fmla="*/ 620199 h 793815"/>
              <a:gd name="csX85" fmla="*/ 44500 w 735009"/>
              <a:gd name="csY85" fmla="*/ 627045 h 793815"/>
              <a:gd name="csX86" fmla="*/ 19423 w 735009"/>
              <a:gd name="csY86" fmla="*/ 633594 h 793815"/>
              <a:gd name="csX87" fmla="*/ 19423 w 735009"/>
              <a:gd name="csY87" fmla="*/ 660085 h 793815"/>
              <a:gd name="csX88" fmla="*/ 44761 w 735009"/>
              <a:gd name="csY88" fmla="*/ 666708 h 793815"/>
              <a:gd name="csX89" fmla="*/ 51644 w 735009"/>
              <a:gd name="csY89" fmla="*/ 673479 h 793815"/>
              <a:gd name="csX90" fmla="*/ 60760 w 735009"/>
              <a:gd name="csY90" fmla="*/ 695543 h 793815"/>
              <a:gd name="csX91" fmla="*/ 60314 w 735009"/>
              <a:gd name="csY91" fmla="*/ 705738 h 793815"/>
              <a:gd name="csX92" fmla="*/ 47402 w 735009"/>
              <a:gd name="csY92" fmla="*/ 727727 h 793815"/>
              <a:gd name="csX93" fmla="*/ 66117 w 735009"/>
              <a:gd name="csY93" fmla="*/ 746480 h 793815"/>
              <a:gd name="csX94" fmla="*/ 88702 w 735009"/>
              <a:gd name="csY94" fmla="*/ 733272 h 793815"/>
              <a:gd name="csX95" fmla="*/ 98674 w 735009"/>
              <a:gd name="csY95" fmla="*/ 733309 h 793815"/>
              <a:gd name="csX96" fmla="*/ 101613 w 735009"/>
              <a:gd name="csY96" fmla="*/ 756153 h 793815"/>
              <a:gd name="csX97" fmla="*/ 109724 w 735009"/>
              <a:gd name="csY97" fmla="*/ 759167 h 793815"/>
              <a:gd name="csX98" fmla="*/ 116830 w 735009"/>
              <a:gd name="csY98" fmla="*/ 786515 h 793815"/>
              <a:gd name="csX99" fmla="*/ 126541 w 735009"/>
              <a:gd name="csY99" fmla="*/ 793733 h 793815"/>
              <a:gd name="csX100" fmla="*/ 167581 w 735009"/>
              <a:gd name="csY100" fmla="*/ 793770 h 793815"/>
              <a:gd name="csX101" fmla="*/ 176920 w 735009"/>
              <a:gd name="csY101" fmla="*/ 786552 h 793815"/>
              <a:gd name="csX102" fmla="*/ 184063 w 735009"/>
              <a:gd name="csY102" fmla="*/ 759242 h 793815"/>
              <a:gd name="csX103" fmla="*/ 200100 w 735009"/>
              <a:gd name="csY103" fmla="*/ 752656 h 793815"/>
              <a:gd name="csX104" fmla="*/ 224433 w 735009"/>
              <a:gd name="csY104" fmla="*/ 766943 h 793815"/>
              <a:gd name="csX105" fmla="*/ 236117 w 735009"/>
              <a:gd name="csY105" fmla="*/ 765455 h 793815"/>
              <a:gd name="csX106" fmla="*/ 265398 w 735009"/>
              <a:gd name="csY106" fmla="*/ 736211 h 793815"/>
              <a:gd name="csX107" fmla="*/ 266701 w 735009"/>
              <a:gd name="csY107" fmla="*/ 724119 h 793815"/>
              <a:gd name="csX108" fmla="*/ 252673 w 735009"/>
              <a:gd name="csY108" fmla="*/ 700120 h 793815"/>
              <a:gd name="csX109" fmla="*/ 259296 w 735009"/>
              <a:gd name="csY109" fmla="*/ 684121 h 793815"/>
              <a:gd name="csX110" fmla="*/ 286643 w 735009"/>
              <a:gd name="csY110" fmla="*/ 677015 h 793815"/>
              <a:gd name="csX111" fmla="*/ 293861 w 735009"/>
              <a:gd name="csY111" fmla="*/ 667304 h 793815"/>
              <a:gd name="csX112" fmla="*/ 293861 w 735009"/>
              <a:gd name="csY112" fmla="*/ 660235 h 793815"/>
              <a:gd name="csX113" fmla="*/ 456415 w 735009"/>
              <a:gd name="csY113" fmla="*/ 660235 h 793815"/>
              <a:gd name="csX114" fmla="*/ 481976 w 735009"/>
              <a:gd name="csY114" fmla="*/ 678726 h 793815"/>
              <a:gd name="csX115" fmla="*/ 489120 w 735009"/>
              <a:gd name="csY115" fmla="*/ 700716 h 793815"/>
              <a:gd name="csX116" fmla="*/ 475391 w 735009"/>
              <a:gd name="csY116" fmla="*/ 742685 h 793815"/>
              <a:gd name="csX117" fmla="*/ 535294 w 735009"/>
              <a:gd name="csY117" fmla="*/ 786180 h 793815"/>
              <a:gd name="csX118" fmla="*/ 570976 w 735009"/>
              <a:gd name="csY118" fmla="*/ 760172 h 793815"/>
              <a:gd name="csX119" fmla="*/ 594119 w 735009"/>
              <a:gd name="csY119" fmla="*/ 760172 h 793815"/>
              <a:gd name="csX120" fmla="*/ 629800 w 735009"/>
              <a:gd name="csY120" fmla="*/ 786180 h 793815"/>
              <a:gd name="csX121" fmla="*/ 689704 w 735009"/>
              <a:gd name="csY121" fmla="*/ 742685 h 793815"/>
              <a:gd name="csX122" fmla="*/ 675975 w 735009"/>
              <a:gd name="csY122" fmla="*/ 700716 h 793815"/>
              <a:gd name="csX123" fmla="*/ 683119 w 735009"/>
              <a:gd name="csY123" fmla="*/ 678726 h 793815"/>
              <a:gd name="csX124" fmla="*/ 718874 w 735009"/>
              <a:gd name="csY124" fmla="*/ 652830 h 793815"/>
              <a:gd name="csX125" fmla="*/ 695993 w 735009"/>
              <a:gd name="csY125" fmla="*/ 582397 h 793815"/>
              <a:gd name="csX126" fmla="*/ 651828 w 735009"/>
              <a:gd name="csY126" fmla="*/ 582472 h 793815"/>
              <a:gd name="csX127" fmla="*/ 633113 w 735009"/>
              <a:gd name="csY127" fmla="*/ 568891 h 793815"/>
              <a:gd name="csX128" fmla="*/ 619533 w 735009"/>
              <a:gd name="csY128" fmla="*/ 526884 h 793815"/>
              <a:gd name="csX129" fmla="*/ 550699 w 735009"/>
              <a:gd name="csY129" fmla="*/ 516317 h 793815"/>
              <a:gd name="csX130" fmla="*/ 477253 w 735009"/>
              <a:gd name="csY130" fmla="*/ 449382 h 793815"/>
              <a:gd name="csX131" fmla="*/ 179263 w 735009"/>
              <a:gd name="csY131" fmla="*/ 515536 h 793815"/>
              <a:gd name="csX132" fmla="*/ 177105 w 735009"/>
              <a:gd name="csY132" fmla="*/ 507201 h 793815"/>
              <a:gd name="csX133" fmla="*/ 167394 w 735009"/>
              <a:gd name="csY133" fmla="*/ 499983 h 793815"/>
              <a:gd name="csX134" fmla="*/ 126355 w 735009"/>
              <a:gd name="csY134" fmla="*/ 499946 h 793815"/>
              <a:gd name="csX135" fmla="*/ 117016 w 735009"/>
              <a:gd name="csY135" fmla="*/ 507164 h 793815"/>
              <a:gd name="csX136" fmla="*/ 109872 w 735009"/>
              <a:gd name="csY136" fmla="*/ 534474 h 793815"/>
              <a:gd name="csX137" fmla="*/ 93799 w 735009"/>
              <a:gd name="csY137" fmla="*/ 541097 h 793815"/>
              <a:gd name="csX138" fmla="*/ 69428 w 735009"/>
              <a:gd name="csY138" fmla="*/ 526809 h 793815"/>
              <a:gd name="csX139" fmla="*/ 57745 w 735009"/>
              <a:gd name="csY139" fmla="*/ 528298 h 793815"/>
              <a:gd name="csX140" fmla="*/ 28463 w 735009"/>
              <a:gd name="csY140" fmla="*/ 557542 h 793815"/>
              <a:gd name="csX141" fmla="*/ 27161 w 735009"/>
              <a:gd name="csY141" fmla="*/ 569634 h 793815"/>
              <a:gd name="csX142" fmla="*/ 41188 w 735009"/>
              <a:gd name="csY142" fmla="*/ 593633 h 793815"/>
              <a:gd name="csX143" fmla="*/ 34565 w 735009"/>
              <a:gd name="csY143" fmla="*/ 609632 h 793815"/>
              <a:gd name="csX144" fmla="*/ 7255 w 735009"/>
              <a:gd name="csY144" fmla="*/ 616738 h 793815"/>
              <a:gd name="csX145" fmla="*/ 37 w 735009"/>
              <a:gd name="csY145" fmla="*/ 626449 h 793815"/>
              <a:gd name="csX146" fmla="*/ 0 w 735009"/>
              <a:gd name="csY146" fmla="*/ 667488 h 793815"/>
              <a:gd name="csX147" fmla="*/ 7218 w 735009"/>
              <a:gd name="csY147" fmla="*/ 676827 h 793815"/>
              <a:gd name="csX148" fmla="*/ 34528 w 735009"/>
              <a:gd name="csY148" fmla="*/ 683971 h 793815"/>
              <a:gd name="csX149" fmla="*/ 41151 w 735009"/>
              <a:gd name="csY149" fmla="*/ 699970 h 793815"/>
              <a:gd name="csX150" fmla="*/ 26864 w 735009"/>
              <a:gd name="csY150" fmla="*/ 724304 h 793815"/>
              <a:gd name="csX151" fmla="*/ 28352 w 735009"/>
              <a:gd name="csY151" fmla="*/ 735987 h 793815"/>
              <a:gd name="csX152" fmla="*/ 57596 w 735009"/>
              <a:gd name="csY152" fmla="*/ 765269 h 793815"/>
              <a:gd name="csX153" fmla="*/ 69688 w 735009"/>
              <a:gd name="csY153" fmla="*/ 766571 h 793815"/>
              <a:gd name="csX154" fmla="*/ 93687 w 735009"/>
              <a:gd name="csY154" fmla="*/ 752544 h 793815"/>
              <a:gd name="csX155" fmla="*/ 101612 w 735009"/>
              <a:gd name="csY155" fmla="*/ 756153 h 793815"/>
              <a:gd name="csX156" fmla="*/ 188789 w 735009"/>
              <a:gd name="csY156" fmla="*/ 536145 h 793815"/>
              <a:gd name="csX157" fmla="*/ 200248 w 735009"/>
              <a:gd name="csY157" fmla="*/ 541205 h 793815"/>
              <a:gd name="csX158" fmla="*/ 224246 w 735009"/>
              <a:gd name="csY158" fmla="*/ 527178 h 793815"/>
              <a:gd name="csX159" fmla="*/ 236338 w 735009"/>
              <a:gd name="csY159" fmla="*/ 528480 h 793815"/>
              <a:gd name="csX160" fmla="*/ 265583 w 735009"/>
              <a:gd name="csY160" fmla="*/ 557762 h 793815"/>
              <a:gd name="csX161" fmla="*/ 267071 w 735009"/>
              <a:gd name="csY161" fmla="*/ 569445 h 793815"/>
              <a:gd name="csX162" fmla="*/ 252784 w 735009"/>
              <a:gd name="csY162" fmla="*/ 593779 h 793815"/>
              <a:gd name="csX163" fmla="*/ 259369 w 735009"/>
              <a:gd name="csY163" fmla="*/ 609815 h 793815"/>
              <a:gd name="csX164" fmla="*/ 286679 w 735009"/>
              <a:gd name="csY164" fmla="*/ 616959 h 793815"/>
              <a:gd name="csX165" fmla="*/ 293898 w 735009"/>
              <a:gd name="csY165" fmla="*/ 626298 h 793815"/>
              <a:gd name="csX166" fmla="*/ 293898 w 735009"/>
              <a:gd name="csY166" fmla="*/ 640882 h 793815"/>
              <a:gd name="csX167" fmla="*/ 435287 w 735009"/>
              <a:gd name="csY167" fmla="*/ 640882 h 793815"/>
              <a:gd name="csX168" fmla="*/ 469071 w 735009"/>
              <a:gd name="csY168" fmla="*/ 582430 h 793815"/>
              <a:gd name="csX169" fmla="*/ 513235 w 735009"/>
              <a:gd name="csY169" fmla="*/ 582505 h 793815"/>
              <a:gd name="csX170" fmla="*/ 531950 w 735009"/>
              <a:gd name="csY170" fmla="*/ 568924 h 793815"/>
              <a:gd name="csX171" fmla="*/ 541922 w 735009"/>
              <a:gd name="csY171" fmla="*/ 538005 h 793815"/>
              <a:gd name="csX172" fmla="*/ 260563 w 735009"/>
              <a:gd name="csY172" fmla="*/ 466903 h 793815"/>
              <a:gd name="csX173" fmla="*/ 188790 w 735009"/>
              <a:gd name="csY173" fmla="*/ 536145 h 793815"/>
              <a:gd name="csX174" fmla="*/ 193849 w 735009"/>
              <a:gd name="csY174" fmla="*/ 217248 h 793815"/>
              <a:gd name="csX175" fmla="*/ 193849 w 735009"/>
              <a:gd name="csY175" fmla="*/ 420654 h 793815"/>
              <a:gd name="csX176" fmla="*/ 184175 w 735009"/>
              <a:gd name="csY176" fmla="*/ 430328 h 793815"/>
              <a:gd name="csX177" fmla="*/ 109761 w 735009"/>
              <a:gd name="csY177" fmla="*/ 430328 h 793815"/>
              <a:gd name="csX178" fmla="*/ 100087 w 735009"/>
              <a:gd name="csY178" fmla="*/ 420654 h 793815"/>
              <a:gd name="csX179" fmla="*/ 100087 w 735009"/>
              <a:gd name="csY179" fmla="*/ 217248 h 793815"/>
              <a:gd name="csX180" fmla="*/ 70954 w 735009"/>
              <a:gd name="csY180" fmla="*/ 217248 h 793815"/>
              <a:gd name="csX181" fmla="*/ 63699 w 735009"/>
              <a:gd name="csY181" fmla="*/ 201137 h 793815"/>
              <a:gd name="csX182" fmla="*/ 139155 w 735009"/>
              <a:gd name="csY182" fmla="*/ 97744 h 793815"/>
              <a:gd name="csX183" fmla="*/ 154856 w 735009"/>
              <a:gd name="csY183" fmla="*/ 97892 h 793815"/>
              <a:gd name="csX184" fmla="*/ 230759 w 735009"/>
              <a:gd name="csY184" fmla="*/ 201886 h 793815"/>
              <a:gd name="csX185" fmla="*/ 222983 w 735009"/>
              <a:gd name="csY185" fmla="*/ 217179 h 793815"/>
              <a:gd name="csX186" fmla="*/ 222983 w 735009"/>
              <a:gd name="csY186" fmla="*/ 217216 h 793815"/>
              <a:gd name="csX187" fmla="*/ 174502 w 735009"/>
              <a:gd name="csY187" fmla="*/ 410986 h 793815"/>
              <a:gd name="csX188" fmla="*/ 119473 w 735009"/>
              <a:gd name="csY188" fmla="*/ 410986 h 793815"/>
              <a:gd name="csX189" fmla="*/ 119473 w 735009"/>
              <a:gd name="csY189" fmla="*/ 207580 h 793815"/>
              <a:gd name="csX190" fmla="*/ 109799 w 735009"/>
              <a:gd name="csY190" fmla="*/ 197906 h 793815"/>
              <a:gd name="csX191" fmla="*/ 89968 w 735009"/>
              <a:gd name="csY191" fmla="*/ 197906 h 793815"/>
              <a:gd name="csX192" fmla="*/ 146969 w 735009"/>
              <a:gd name="csY192" fmla="*/ 119772 h 793815"/>
              <a:gd name="csX193" fmla="*/ 203971 w 735009"/>
              <a:gd name="csY193" fmla="*/ 197906 h 793815"/>
              <a:gd name="csX194" fmla="*/ 184140 w 735009"/>
              <a:gd name="csY194" fmla="*/ 197906 h 793815"/>
              <a:gd name="csX195" fmla="*/ 174466 w 735009"/>
              <a:gd name="csY195" fmla="*/ 207580 h 793815"/>
              <a:gd name="csX196" fmla="*/ 614738 w 735009"/>
              <a:gd name="csY196" fmla="*/ 574845 h 793815"/>
              <a:gd name="csX197" fmla="*/ 651833 w 735009"/>
              <a:gd name="csY197" fmla="*/ 601820 h 793815"/>
              <a:gd name="csX198" fmla="*/ 695997 w 735009"/>
              <a:gd name="csY198" fmla="*/ 601745 h 793815"/>
              <a:gd name="csX199" fmla="*/ 707531 w 735009"/>
              <a:gd name="csY199" fmla="*/ 637241 h 793815"/>
              <a:gd name="csX200" fmla="*/ 671775 w 735009"/>
              <a:gd name="csY200" fmla="*/ 663138 h 793815"/>
              <a:gd name="csX201" fmla="*/ 657599 w 735009"/>
              <a:gd name="csY201" fmla="*/ 706744 h 793815"/>
              <a:gd name="csX202" fmla="*/ 671328 w 735009"/>
              <a:gd name="csY202" fmla="*/ 748713 h 793815"/>
              <a:gd name="csX203" fmla="*/ 641153 w 735009"/>
              <a:gd name="csY203" fmla="*/ 770666 h 793815"/>
              <a:gd name="csX204" fmla="*/ 605472 w 735009"/>
              <a:gd name="csY204" fmla="*/ 744658 h 793815"/>
              <a:gd name="csX205" fmla="*/ 559633 w 735009"/>
              <a:gd name="csY205" fmla="*/ 744658 h 793815"/>
              <a:gd name="csX206" fmla="*/ 523951 w 735009"/>
              <a:gd name="csY206" fmla="*/ 770666 h 793815"/>
              <a:gd name="csX207" fmla="*/ 493776 w 735009"/>
              <a:gd name="csY207" fmla="*/ 748713 h 793815"/>
              <a:gd name="csX208" fmla="*/ 507505 w 735009"/>
              <a:gd name="csY208" fmla="*/ 706744 h 793815"/>
              <a:gd name="csX209" fmla="*/ 493329 w 735009"/>
              <a:gd name="csY209" fmla="*/ 663138 h 793815"/>
              <a:gd name="csX210" fmla="*/ 457573 w 735009"/>
              <a:gd name="csY210" fmla="*/ 637241 h 793815"/>
              <a:gd name="csX211" fmla="*/ 469107 w 735009"/>
              <a:gd name="csY211" fmla="*/ 601745 h 793815"/>
              <a:gd name="csX212" fmla="*/ 513271 w 735009"/>
              <a:gd name="csY212" fmla="*/ 601820 h 793815"/>
              <a:gd name="csX213" fmla="*/ 550367 w 735009"/>
              <a:gd name="csY213" fmla="*/ 574845 h 793815"/>
              <a:gd name="csX214" fmla="*/ 563947 w 735009"/>
              <a:gd name="csY214" fmla="*/ 532838 h 793815"/>
              <a:gd name="csX215" fmla="*/ 601266 w 735009"/>
              <a:gd name="csY215" fmla="*/ 532838 h 793815"/>
              <a:gd name="csX216" fmla="*/ 364744 w 735009"/>
              <a:gd name="csY216" fmla="*/ 381402 h 793815"/>
              <a:gd name="csX217" fmla="*/ 445484 w 735009"/>
              <a:gd name="csY217" fmla="*/ 300662 h 793815"/>
              <a:gd name="csX218" fmla="*/ 364744 w 735009"/>
              <a:gd name="csY218" fmla="*/ 219923 h 793815"/>
              <a:gd name="csX219" fmla="*/ 284005 w 735009"/>
              <a:gd name="csY219" fmla="*/ 300662 h 793815"/>
              <a:gd name="csX220" fmla="*/ 364744 w 735009"/>
              <a:gd name="csY220" fmla="*/ 381402 h 793815"/>
              <a:gd name="csX221" fmla="*/ 435549 w 735009"/>
              <a:gd name="csY221" fmla="*/ 371467 h 793815"/>
              <a:gd name="csX222" fmla="*/ 293979 w 735009"/>
              <a:gd name="csY222" fmla="*/ 371467 h 793815"/>
              <a:gd name="csX223" fmla="*/ 293979 w 735009"/>
              <a:gd name="csY223" fmla="*/ 229897 h 793815"/>
              <a:gd name="csX224" fmla="*/ 435549 w 735009"/>
              <a:gd name="csY224" fmla="*/ 229897 h 793815"/>
              <a:gd name="csX225" fmla="*/ 435549 w 735009"/>
              <a:gd name="csY225" fmla="*/ 371467 h 793815"/>
              <a:gd name="csX226" fmla="*/ 384911 w 735009"/>
              <a:gd name="csY226" fmla="*/ 165232 h 793815"/>
              <a:gd name="csX227" fmla="*/ 392278 w 735009"/>
              <a:gd name="csY227" fmla="*/ 166460 h 793815"/>
              <a:gd name="csX228" fmla="*/ 392278 w 735009"/>
              <a:gd name="csY228" fmla="*/ 113812 h 793815"/>
              <a:gd name="csX229" fmla="*/ 401951 w 735009"/>
              <a:gd name="csY229" fmla="*/ 104139 h 793815"/>
              <a:gd name="csX230" fmla="*/ 421782 w 735009"/>
              <a:gd name="csY230" fmla="*/ 104139 h 793815"/>
              <a:gd name="csX231" fmla="*/ 364781 w 735009"/>
              <a:gd name="csY231" fmla="*/ 26004 h 793815"/>
              <a:gd name="csX232" fmla="*/ 307780 w 735009"/>
              <a:gd name="csY232" fmla="*/ 104139 h 793815"/>
              <a:gd name="csX233" fmla="*/ 327611 w 735009"/>
              <a:gd name="csY233" fmla="*/ 104139 h 793815"/>
              <a:gd name="csX234" fmla="*/ 337284 w 735009"/>
              <a:gd name="csY234" fmla="*/ 113812 h 793815"/>
              <a:gd name="csX235" fmla="*/ 337284 w 735009"/>
              <a:gd name="csY235" fmla="*/ 166460 h 793815"/>
              <a:gd name="csX236" fmla="*/ 384909 w 735009"/>
              <a:gd name="csY236" fmla="*/ 165232 h 7938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</a:cxnLst>
            <a:rect l="l" t="t" r="r" b="b"/>
            <a:pathLst>
              <a:path w="735009" h="793815">
                <a:moveTo>
                  <a:pt x="398862" y="187856"/>
                </a:moveTo>
                <a:cubicBezTo>
                  <a:pt x="376463" y="181531"/>
                  <a:pt x="352576" y="181605"/>
                  <a:pt x="330178" y="187967"/>
                </a:cubicBezTo>
                <a:cubicBezTo>
                  <a:pt x="323965" y="189753"/>
                  <a:pt x="317862" y="185028"/>
                  <a:pt x="317862" y="178666"/>
                </a:cubicBezTo>
                <a:lnTo>
                  <a:pt x="317862" y="123450"/>
                </a:lnTo>
                <a:lnTo>
                  <a:pt x="288729" y="123450"/>
                </a:lnTo>
                <a:cubicBezTo>
                  <a:pt x="281176" y="123450"/>
                  <a:pt x="275632" y="114632"/>
                  <a:pt x="281474" y="107340"/>
                </a:cubicBezTo>
                <a:lnTo>
                  <a:pt x="356930" y="3946"/>
                </a:lnTo>
                <a:cubicBezTo>
                  <a:pt x="360874" y="-1487"/>
                  <a:pt x="368836" y="-1189"/>
                  <a:pt x="372631" y="4094"/>
                </a:cubicBezTo>
                <a:lnTo>
                  <a:pt x="448534" y="108088"/>
                </a:lnTo>
                <a:cubicBezTo>
                  <a:pt x="453222" y="114525"/>
                  <a:pt x="448385" y="123418"/>
                  <a:pt x="440757" y="123381"/>
                </a:cubicBezTo>
                <a:lnTo>
                  <a:pt x="440757" y="123418"/>
                </a:lnTo>
                <a:lnTo>
                  <a:pt x="411624" y="123418"/>
                </a:lnTo>
                <a:lnTo>
                  <a:pt x="411624" y="178634"/>
                </a:lnTo>
                <a:cubicBezTo>
                  <a:pt x="411624" y="185331"/>
                  <a:pt x="405076" y="189944"/>
                  <a:pt x="398863" y="187861"/>
                </a:cubicBezTo>
                <a:close/>
                <a:moveTo>
                  <a:pt x="629395" y="217249"/>
                </a:moveTo>
                <a:lnTo>
                  <a:pt x="629395" y="420655"/>
                </a:lnTo>
                <a:cubicBezTo>
                  <a:pt x="629395" y="426013"/>
                  <a:pt x="625042" y="430329"/>
                  <a:pt x="619722" y="430329"/>
                </a:cubicBezTo>
                <a:lnTo>
                  <a:pt x="545308" y="430329"/>
                </a:lnTo>
                <a:cubicBezTo>
                  <a:pt x="539950" y="430329"/>
                  <a:pt x="535634" y="426013"/>
                  <a:pt x="535634" y="420655"/>
                </a:cubicBezTo>
                <a:lnTo>
                  <a:pt x="535634" y="217249"/>
                </a:lnTo>
                <a:lnTo>
                  <a:pt x="506501" y="217249"/>
                </a:lnTo>
                <a:cubicBezTo>
                  <a:pt x="498948" y="217249"/>
                  <a:pt x="493404" y="208431"/>
                  <a:pt x="499246" y="201138"/>
                </a:cubicBezTo>
                <a:lnTo>
                  <a:pt x="574702" y="97744"/>
                </a:lnTo>
                <a:cubicBezTo>
                  <a:pt x="578646" y="92312"/>
                  <a:pt x="586608" y="92610"/>
                  <a:pt x="590403" y="97893"/>
                </a:cubicBezTo>
                <a:lnTo>
                  <a:pt x="666306" y="201887"/>
                </a:lnTo>
                <a:cubicBezTo>
                  <a:pt x="670994" y="208324"/>
                  <a:pt x="666157" y="217217"/>
                  <a:pt x="658529" y="217180"/>
                </a:cubicBezTo>
                <a:lnTo>
                  <a:pt x="658529" y="217217"/>
                </a:lnTo>
                <a:close/>
                <a:moveTo>
                  <a:pt x="610048" y="410987"/>
                </a:moveTo>
                <a:lnTo>
                  <a:pt x="610048" y="207581"/>
                </a:lnTo>
                <a:cubicBezTo>
                  <a:pt x="610048" y="202223"/>
                  <a:pt x="614364" y="197907"/>
                  <a:pt x="619722" y="197907"/>
                </a:cubicBezTo>
                <a:lnTo>
                  <a:pt x="639553" y="197907"/>
                </a:lnTo>
                <a:lnTo>
                  <a:pt x="582552" y="119773"/>
                </a:lnTo>
                <a:lnTo>
                  <a:pt x="525550" y="197907"/>
                </a:lnTo>
                <a:lnTo>
                  <a:pt x="545381" y="197907"/>
                </a:lnTo>
                <a:cubicBezTo>
                  <a:pt x="550739" y="197907"/>
                  <a:pt x="555055" y="202261"/>
                  <a:pt x="555055" y="207581"/>
                </a:cubicBezTo>
                <a:lnTo>
                  <a:pt x="555055" y="410987"/>
                </a:lnTo>
                <a:close/>
                <a:moveTo>
                  <a:pt x="103995" y="685498"/>
                </a:moveTo>
                <a:cubicBezTo>
                  <a:pt x="83977" y="663323"/>
                  <a:pt x="84535" y="629501"/>
                  <a:pt x="104478" y="607735"/>
                </a:cubicBezTo>
                <a:cubicBezTo>
                  <a:pt x="125351" y="584295"/>
                  <a:pt x="163750" y="582583"/>
                  <a:pt x="187004" y="605205"/>
                </a:cubicBezTo>
                <a:cubicBezTo>
                  <a:pt x="211076" y="628645"/>
                  <a:pt x="210481" y="666782"/>
                  <a:pt x="186222" y="689293"/>
                </a:cubicBezTo>
                <a:cubicBezTo>
                  <a:pt x="162484" y="711319"/>
                  <a:pt x="125091" y="709124"/>
                  <a:pt x="104405" y="685944"/>
                </a:cubicBezTo>
                <a:cubicBezTo>
                  <a:pt x="104256" y="685758"/>
                  <a:pt x="104144" y="685646"/>
                  <a:pt x="103995" y="685497"/>
                </a:cubicBezTo>
                <a:close/>
                <a:moveTo>
                  <a:pt x="108534" y="647063"/>
                </a:moveTo>
                <a:cubicBezTo>
                  <a:pt x="108534" y="680735"/>
                  <a:pt x="149796" y="698371"/>
                  <a:pt x="174130" y="674075"/>
                </a:cubicBezTo>
                <a:cubicBezTo>
                  <a:pt x="198537" y="649704"/>
                  <a:pt x="180752" y="607958"/>
                  <a:pt x="146485" y="608405"/>
                </a:cubicBezTo>
                <a:cubicBezTo>
                  <a:pt x="136328" y="608516"/>
                  <a:pt x="126022" y="612720"/>
                  <a:pt x="118766" y="620720"/>
                </a:cubicBezTo>
                <a:cubicBezTo>
                  <a:pt x="111919" y="628348"/>
                  <a:pt x="108534" y="637762"/>
                  <a:pt x="108534" y="647063"/>
                </a:cubicBezTo>
                <a:close/>
                <a:moveTo>
                  <a:pt x="98674" y="733309"/>
                </a:moveTo>
                <a:cubicBezTo>
                  <a:pt x="105259" y="736992"/>
                  <a:pt x="112961" y="740155"/>
                  <a:pt x="120253" y="742201"/>
                </a:cubicBezTo>
                <a:cubicBezTo>
                  <a:pt x="123788" y="743168"/>
                  <a:pt x="126318" y="745996"/>
                  <a:pt x="127099" y="749345"/>
                </a:cubicBezTo>
                <a:lnTo>
                  <a:pt x="133611" y="774422"/>
                </a:lnTo>
                <a:lnTo>
                  <a:pt x="160102" y="774459"/>
                </a:lnTo>
                <a:lnTo>
                  <a:pt x="166724" y="749121"/>
                </a:lnTo>
                <a:cubicBezTo>
                  <a:pt x="167617" y="745661"/>
                  <a:pt x="170296" y="743131"/>
                  <a:pt x="173496" y="742238"/>
                </a:cubicBezTo>
                <a:cubicBezTo>
                  <a:pt x="181310" y="740080"/>
                  <a:pt x="188416" y="737140"/>
                  <a:pt x="195560" y="733122"/>
                </a:cubicBezTo>
                <a:cubicBezTo>
                  <a:pt x="198871" y="731262"/>
                  <a:pt x="202815" y="731559"/>
                  <a:pt x="205754" y="733606"/>
                </a:cubicBezTo>
                <a:lnTo>
                  <a:pt x="227744" y="746517"/>
                </a:lnTo>
                <a:lnTo>
                  <a:pt x="246497" y="727802"/>
                </a:lnTo>
                <a:lnTo>
                  <a:pt x="233288" y="705217"/>
                </a:lnTo>
                <a:cubicBezTo>
                  <a:pt x="231502" y="702129"/>
                  <a:pt x="231577" y="698483"/>
                  <a:pt x="233214" y="695581"/>
                </a:cubicBezTo>
                <a:cubicBezTo>
                  <a:pt x="237046" y="688809"/>
                  <a:pt x="240246" y="681108"/>
                  <a:pt x="242330" y="673592"/>
                </a:cubicBezTo>
                <a:cubicBezTo>
                  <a:pt x="243297" y="670057"/>
                  <a:pt x="246125" y="667527"/>
                  <a:pt x="249473" y="666746"/>
                </a:cubicBezTo>
                <a:lnTo>
                  <a:pt x="274551" y="660234"/>
                </a:lnTo>
                <a:lnTo>
                  <a:pt x="274588" y="633743"/>
                </a:lnTo>
                <a:lnTo>
                  <a:pt x="249250" y="627121"/>
                </a:lnTo>
                <a:cubicBezTo>
                  <a:pt x="245789" y="626228"/>
                  <a:pt x="243259" y="623549"/>
                  <a:pt x="242366" y="620349"/>
                </a:cubicBezTo>
                <a:cubicBezTo>
                  <a:pt x="240208" y="612535"/>
                  <a:pt x="237269" y="605429"/>
                  <a:pt x="233251" y="598285"/>
                </a:cubicBezTo>
                <a:cubicBezTo>
                  <a:pt x="231390" y="594974"/>
                  <a:pt x="231688" y="591030"/>
                  <a:pt x="233734" y="588090"/>
                </a:cubicBezTo>
                <a:lnTo>
                  <a:pt x="246645" y="566101"/>
                </a:lnTo>
                <a:lnTo>
                  <a:pt x="227931" y="547348"/>
                </a:lnTo>
                <a:lnTo>
                  <a:pt x="205346" y="560557"/>
                </a:lnTo>
                <a:cubicBezTo>
                  <a:pt x="202258" y="562343"/>
                  <a:pt x="198612" y="562268"/>
                  <a:pt x="195710" y="560631"/>
                </a:cubicBezTo>
                <a:cubicBezTo>
                  <a:pt x="188938" y="556799"/>
                  <a:pt x="181199" y="553599"/>
                  <a:pt x="173720" y="551515"/>
                </a:cubicBezTo>
                <a:cubicBezTo>
                  <a:pt x="168362" y="550027"/>
                  <a:pt x="167097" y="545785"/>
                  <a:pt x="166055" y="541172"/>
                </a:cubicBezTo>
                <a:lnTo>
                  <a:pt x="160363" y="519257"/>
                </a:lnTo>
                <a:lnTo>
                  <a:pt x="133872" y="519220"/>
                </a:lnTo>
                <a:lnTo>
                  <a:pt x="127249" y="544558"/>
                </a:lnTo>
                <a:cubicBezTo>
                  <a:pt x="126356" y="548018"/>
                  <a:pt x="123677" y="550549"/>
                  <a:pt x="120477" y="551441"/>
                </a:cubicBezTo>
                <a:cubicBezTo>
                  <a:pt x="112664" y="553600"/>
                  <a:pt x="105557" y="556576"/>
                  <a:pt x="98414" y="560594"/>
                </a:cubicBezTo>
                <a:cubicBezTo>
                  <a:pt x="95102" y="562455"/>
                  <a:pt x="91158" y="562157"/>
                  <a:pt x="88219" y="560148"/>
                </a:cubicBezTo>
                <a:lnTo>
                  <a:pt x="66230" y="547237"/>
                </a:lnTo>
                <a:lnTo>
                  <a:pt x="47477" y="565952"/>
                </a:lnTo>
                <a:lnTo>
                  <a:pt x="60685" y="588536"/>
                </a:lnTo>
                <a:cubicBezTo>
                  <a:pt x="62583" y="591736"/>
                  <a:pt x="62397" y="595606"/>
                  <a:pt x="60536" y="598545"/>
                </a:cubicBezTo>
                <a:cubicBezTo>
                  <a:pt x="57113" y="604312"/>
                  <a:pt x="53467" y="613614"/>
                  <a:pt x="51644" y="620199"/>
                </a:cubicBezTo>
                <a:cubicBezTo>
                  <a:pt x="50676" y="623734"/>
                  <a:pt x="47849" y="626264"/>
                  <a:pt x="44500" y="627045"/>
                </a:cubicBezTo>
                <a:lnTo>
                  <a:pt x="19423" y="633594"/>
                </a:lnTo>
                <a:lnTo>
                  <a:pt x="19423" y="660085"/>
                </a:lnTo>
                <a:lnTo>
                  <a:pt x="44761" y="666708"/>
                </a:lnTo>
                <a:cubicBezTo>
                  <a:pt x="48221" y="667601"/>
                  <a:pt x="50751" y="670279"/>
                  <a:pt x="51644" y="673479"/>
                </a:cubicBezTo>
                <a:cubicBezTo>
                  <a:pt x="53802" y="681293"/>
                  <a:pt x="56779" y="688399"/>
                  <a:pt x="60760" y="695543"/>
                </a:cubicBezTo>
                <a:cubicBezTo>
                  <a:pt x="62620" y="698854"/>
                  <a:pt x="62323" y="702798"/>
                  <a:pt x="60314" y="705738"/>
                </a:cubicBezTo>
                <a:lnTo>
                  <a:pt x="47402" y="727727"/>
                </a:lnTo>
                <a:lnTo>
                  <a:pt x="66117" y="746480"/>
                </a:lnTo>
                <a:lnTo>
                  <a:pt x="88702" y="733272"/>
                </a:lnTo>
                <a:cubicBezTo>
                  <a:pt x="91864" y="731300"/>
                  <a:pt x="95734" y="731486"/>
                  <a:pt x="98674" y="733309"/>
                </a:cubicBezTo>
                <a:close/>
                <a:moveTo>
                  <a:pt x="101613" y="756153"/>
                </a:moveTo>
                <a:cubicBezTo>
                  <a:pt x="104255" y="757232"/>
                  <a:pt x="106971" y="758237"/>
                  <a:pt x="109724" y="759167"/>
                </a:cubicBezTo>
                <a:lnTo>
                  <a:pt x="116830" y="786515"/>
                </a:lnTo>
                <a:cubicBezTo>
                  <a:pt x="117984" y="790979"/>
                  <a:pt x="122077" y="793919"/>
                  <a:pt x="126541" y="793733"/>
                </a:cubicBezTo>
                <a:lnTo>
                  <a:pt x="167581" y="793770"/>
                </a:lnTo>
                <a:cubicBezTo>
                  <a:pt x="172083" y="793770"/>
                  <a:pt x="175841" y="790719"/>
                  <a:pt x="176920" y="786552"/>
                </a:cubicBezTo>
                <a:lnTo>
                  <a:pt x="184063" y="759242"/>
                </a:lnTo>
                <a:lnTo>
                  <a:pt x="200100" y="752656"/>
                </a:lnTo>
                <a:lnTo>
                  <a:pt x="224433" y="766943"/>
                </a:lnTo>
                <a:cubicBezTo>
                  <a:pt x="228303" y="769213"/>
                  <a:pt x="233102" y="768469"/>
                  <a:pt x="236117" y="765455"/>
                </a:cubicBezTo>
                <a:lnTo>
                  <a:pt x="265398" y="736211"/>
                </a:lnTo>
                <a:cubicBezTo>
                  <a:pt x="268710" y="732936"/>
                  <a:pt x="269119" y="727876"/>
                  <a:pt x="266701" y="724119"/>
                </a:cubicBezTo>
                <a:lnTo>
                  <a:pt x="252673" y="700120"/>
                </a:lnTo>
                <a:lnTo>
                  <a:pt x="259296" y="684121"/>
                </a:lnTo>
                <a:lnTo>
                  <a:pt x="286643" y="677015"/>
                </a:lnTo>
                <a:cubicBezTo>
                  <a:pt x="291108" y="675861"/>
                  <a:pt x="294047" y="671731"/>
                  <a:pt x="293861" y="667304"/>
                </a:cubicBezTo>
                <a:lnTo>
                  <a:pt x="293861" y="660235"/>
                </a:lnTo>
                <a:lnTo>
                  <a:pt x="456415" y="660235"/>
                </a:lnTo>
                <a:lnTo>
                  <a:pt x="481976" y="678726"/>
                </a:lnTo>
                <a:cubicBezTo>
                  <a:pt x="489046" y="683861"/>
                  <a:pt x="491837" y="692381"/>
                  <a:pt x="489120" y="700716"/>
                </a:cubicBezTo>
                <a:lnTo>
                  <a:pt x="475391" y="742685"/>
                </a:lnTo>
                <a:cubicBezTo>
                  <a:pt x="463707" y="778441"/>
                  <a:pt x="504784" y="808429"/>
                  <a:pt x="535294" y="786180"/>
                </a:cubicBezTo>
                <a:lnTo>
                  <a:pt x="570976" y="760172"/>
                </a:lnTo>
                <a:cubicBezTo>
                  <a:pt x="577971" y="755074"/>
                  <a:pt x="587124" y="755074"/>
                  <a:pt x="594119" y="760172"/>
                </a:cubicBezTo>
                <a:lnTo>
                  <a:pt x="629800" y="786180"/>
                </a:lnTo>
                <a:cubicBezTo>
                  <a:pt x="660310" y="808429"/>
                  <a:pt x="701424" y="778441"/>
                  <a:pt x="689704" y="742685"/>
                </a:cubicBezTo>
                <a:lnTo>
                  <a:pt x="675975" y="700716"/>
                </a:lnTo>
                <a:cubicBezTo>
                  <a:pt x="673259" y="692419"/>
                  <a:pt x="676012" y="683861"/>
                  <a:pt x="683119" y="678726"/>
                </a:cubicBezTo>
                <a:lnTo>
                  <a:pt x="718874" y="652830"/>
                </a:lnTo>
                <a:cubicBezTo>
                  <a:pt x="749384" y="630766"/>
                  <a:pt x="733757" y="582323"/>
                  <a:pt x="695993" y="582397"/>
                </a:cubicBezTo>
                <a:lnTo>
                  <a:pt x="651828" y="582472"/>
                </a:lnTo>
                <a:cubicBezTo>
                  <a:pt x="643159" y="582472"/>
                  <a:pt x="635792" y="577188"/>
                  <a:pt x="633113" y="568891"/>
                </a:cubicBezTo>
                <a:lnTo>
                  <a:pt x="619533" y="526884"/>
                </a:lnTo>
                <a:cubicBezTo>
                  <a:pt x="609524" y="495853"/>
                  <a:pt x="568745" y="490607"/>
                  <a:pt x="550699" y="516317"/>
                </a:cubicBezTo>
                <a:cubicBezTo>
                  <a:pt x="531463" y="489007"/>
                  <a:pt x="506349" y="466088"/>
                  <a:pt x="477253" y="449382"/>
                </a:cubicBezTo>
                <a:cubicBezTo>
                  <a:pt x="375307" y="390892"/>
                  <a:pt x="246976" y="420397"/>
                  <a:pt x="179263" y="515536"/>
                </a:cubicBezTo>
                <a:lnTo>
                  <a:pt x="177105" y="507201"/>
                </a:lnTo>
                <a:cubicBezTo>
                  <a:pt x="175952" y="502736"/>
                  <a:pt x="171822" y="499797"/>
                  <a:pt x="167394" y="499983"/>
                </a:cubicBezTo>
                <a:lnTo>
                  <a:pt x="126355" y="499946"/>
                </a:lnTo>
                <a:cubicBezTo>
                  <a:pt x="121853" y="499946"/>
                  <a:pt x="118095" y="502997"/>
                  <a:pt x="117016" y="507164"/>
                </a:cubicBezTo>
                <a:lnTo>
                  <a:pt x="109872" y="534474"/>
                </a:lnTo>
                <a:lnTo>
                  <a:pt x="93799" y="541097"/>
                </a:lnTo>
                <a:lnTo>
                  <a:pt x="69428" y="526809"/>
                </a:lnTo>
                <a:cubicBezTo>
                  <a:pt x="65559" y="524540"/>
                  <a:pt x="60759" y="525284"/>
                  <a:pt x="57745" y="528298"/>
                </a:cubicBezTo>
                <a:lnTo>
                  <a:pt x="28463" y="557542"/>
                </a:lnTo>
                <a:cubicBezTo>
                  <a:pt x="25152" y="560817"/>
                  <a:pt x="24742" y="565914"/>
                  <a:pt x="27161" y="569634"/>
                </a:cubicBezTo>
                <a:lnTo>
                  <a:pt x="41188" y="593633"/>
                </a:lnTo>
                <a:lnTo>
                  <a:pt x="34565" y="609632"/>
                </a:lnTo>
                <a:lnTo>
                  <a:pt x="7255" y="616738"/>
                </a:lnTo>
                <a:cubicBezTo>
                  <a:pt x="2791" y="617892"/>
                  <a:pt x="-149" y="622022"/>
                  <a:pt x="37" y="626449"/>
                </a:cubicBezTo>
                <a:lnTo>
                  <a:pt x="0" y="667488"/>
                </a:lnTo>
                <a:cubicBezTo>
                  <a:pt x="0" y="671990"/>
                  <a:pt x="3051" y="675748"/>
                  <a:pt x="7218" y="676827"/>
                </a:cubicBezTo>
                <a:lnTo>
                  <a:pt x="34528" y="683971"/>
                </a:lnTo>
                <a:lnTo>
                  <a:pt x="41151" y="699970"/>
                </a:lnTo>
                <a:lnTo>
                  <a:pt x="26864" y="724304"/>
                </a:lnTo>
                <a:cubicBezTo>
                  <a:pt x="24594" y="728173"/>
                  <a:pt x="25338" y="732973"/>
                  <a:pt x="28352" y="735987"/>
                </a:cubicBezTo>
                <a:lnTo>
                  <a:pt x="57596" y="765269"/>
                </a:lnTo>
                <a:cubicBezTo>
                  <a:pt x="60871" y="768580"/>
                  <a:pt x="65968" y="768990"/>
                  <a:pt x="69688" y="766571"/>
                </a:cubicBezTo>
                <a:lnTo>
                  <a:pt x="93687" y="752544"/>
                </a:lnTo>
                <a:cubicBezTo>
                  <a:pt x="96366" y="753883"/>
                  <a:pt x="99007" y="755074"/>
                  <a:pt x="101612" y="756153"/>
                </a:cubicBezTo>
                <a:close/>
                <a:moveTo>
                  <a:pt x="188789" y="536145"/>
                </a:moveTo>
                <a:lnTo>
                  <a:pt x="200248" y="541205"/>
                </a:lnTo>
                <a:lnTo>
                  <a:pt x="224246" y="527178"/>
                </a:lnTo>
                <a:cubicBezTo>
                  <a:pt x="228004" y="524722"/>
                  <a:pt x="233064" y="525168"/>
                  <a:pt x="236338" y="528480"/>
                </a:cubicBezTo>
                <a:lnTo>
                  <a:pt x="265583" y="557762"/>
                </a:lnTo>
                <a:cubicBezTo>
                  <a:pt x="268597" y="560776"/>
                  <a:pt x="269341" y="565575"/>
                  <a:pt x="267071" y="569445"/>
                </a:cubicBezTo>
                <a:lnTo>
                  <a:pt x="252784" y="593779"/>
                </a:lnTo>
                <a:lnTo>
                  <a:pt x="259369" y="609815"/>
                </a:lnTo>
                <a:lnTo>
                  <a:pt x="286679" y="616959"/>
                </a:lnTo>
                <a:cubicBezTo>
                  <a:pt x="290847" y="618038"/>
                  <a:pt x="293898" y="621795"/>
                  <a:pt x="293898" y="626298"/>
                </a:cubicBezTo>
                <a:lnTo>
                  <a:pt x="293898" y="640882"/>
                </a:lnTo>
                <a:lnTo>
                  <a:pt x="435287" y="640882"/>
                </a:lnTo>
                <a:cubicBezTo>
                  <a:pt x="420627" y="615842"/>
                  <a:pt x="438152" y="582356"/>
                  <a:pt x="469071" y="582430"/>
                </a:cubicBezTo>
                <a:lnTo>
                  <a:pt x="513235" y="582505"/>
                </a:lnTo>
                <a:cubicBezTo>
                  <a:pt x="521905" y="582505"/>
                  <a:pt x="529272" y="577221"/>
                  <a:pt x="531950" y="568924"/>
                </a:cubicBezTo>
                <a:lnTo>
                  <a:pt x="541922" y="538005"/>
                </a:lnTo>
                <a:cubicBezTo>
                  <a:pt x="482688" y="442193"/>
                  <a:pt x="358309" y="409941"/>
                  <a:pt x="260563" y="466903"/>
                </a:cubicBezTo>
                <a:cubicBezTo>
                  <a:pt x="231467" y="483868"/>
                  <a:pt x="206799" y="507681"/>
                  <a:pt x="188790" y="536145"/>
                </a:cubicBezTo>
                <a:close/>
                <a:moveTo>
                  <a:pt x="193849" y="217248"/>
                </a:moveTo>
                <a:lnTo>
                  <a:pt x="193849" y="420654"/>
                </a:lnTo>
                <a:cubicBezTo>
                  <a:pt x="193849" y="426012"/>
                  <a:pt x="189533" y="430328"/>
                  <a:pt x="184175" y="430328"/>
                </a:cubicBezTo>
                <a:lnTo>
                  <a:pt x="109761" y="430328"/>
                </a:lnTo>
                <a:cubicBezTo>
                  <a:pt x="104403" y="430328"/>
                  <a:pt x="100087" y="426012"/>
                  <a:pt x="100087" y="420654"/>
                </a:cubicBezTo>
                <a:lnTo>
                  <a:pt x="100087" y="217248"/>
                </a:lnTo>
                <a:lnTo>
                  <a:pt x="70954" y="217248"/>
                </a:lnTo>
                <a:cubicBezTo>
                  <a:pt x="63401" y="217248"/>
                  <a:pt x="57857" y="208430"/>
                  <a:pt x="63699" y="201137"/>
                </a:cubicBezTo>
                <a:lnTo>
                  <a:pt x="139155" y="97744"/>
                </a:lnTo>
                <a:cubicBezTo>
                  <a:pt x="143099" y="92311"/>
                  <a:pt x="151061" y="92609"/>
                  <a:pt x="154856" y="97892"/>
                </a:cubicBezTo>
                <a:lnTo>
                  <a:pt x="230759" y="201886"/>
                </a:lnTo>
                <a:cubicBezTo>
                  <a:pt x="235447" y="208323"/>
                  <a:pt x="230610" y="217216"/>
                  <a:pt x="222983" y="217179"/>
                </a:cubicBezTo>
                <a:lnTo>
                  <a:pt x="222983" y="217216"/>
                </a:lnTo>
                <a:close/>
                <a:moveTo>
                  <a:pt x="174502" y="410986"/>
                </a:moveTo>
                <a:lnTo>
                  <a:pt x="119473" y="410986"/>
                </a:lnTo>
                <a:lnTo>
                  <a:pt x="119473" y="207580"/>
                </a:lnTo>
                <a:cubicBezTo>
                  <a:pt x="119473" y="202222"/>
                  <a:pt x="115157" y="197906"/>
                  <a:pt x="109799" y="197906"/>
                </a:cubicBezTo>
                <a:lnTo>
                  <a:pt x="89968" y="197906"/>
                </a:lnTo>
                <a:lnTo>
                  <a:pt x="146969" y="119772"/>
                </a:lnTo>
                <a:lnTo>
                  <a:pt x="203971" y="197906"/>
                </a:lnTo>
                <a:lnTo>
                  <a:pt x="184140" y="197906"/>
                </a:lnTo>
                <a:cubicBezTo>
                  <a:pt x="178782" y="197906"/>
                  <a:pt x="174466" y="202260"/>
                  <a:pt x="174466" y="207580"/>
                </a:cubicBezTo>
                <a:close/>
                <a:moveTo>
                  <a:pt x="614738" y="574845"/>
                </a:moveTo>
                <a:cubicBezTo>
                  <a:pt x="620021" y="591179"/>
                  <a:pt x="634643" y="601820"/>
                  <a:pt x="651833" y="601820"/>
                </a:cubicBezTo>
                <a:lnTo>
                  <a:pt x="695997" y="601745"/>
                </a:lnTo>
                <a:cubicBezTo>
                  <a:pt x="714973" y="601708"/>
                  <a:pt x="723009" y="626042"/>
                  <a:pt x="707531" y="637241"/>
                </a:cubicBezTo>
                <a:lnTo>
                  <a:pt x="671775" y="663138"/>
                </a:lnTo>
                <a:cubicBezTo>
                  <a:pt x="657897" y="673184"/>
                  <a:pt x="652278" y="690485"/>
                  <a:pt x="657599" y="706744"/>
                </a:cubicBezTo>
                <a:lnTo>
                  <a:pt x="671328" y="748713"/>
                </a:lnTo>
                <a:cubicBezTo>
                  <a:pt x="677244" y="766833"/>
                  <a:pt x="656520" y="781865"/>
                  <a:pt x="641153" y="770666"/>
                </a:cubicBezTo>
                <a:lnTo>
                  <a:pt x="605472" y="744658"/>
                </a:lnTo>
                <a:cubicBezTo>
                  <a:pt x="591557" y="734500"/>
                  <a:pt x="573548" y="734500"/>
                  <a:pt x="559633" y="744658"/>
                </a:cubicBezTo>
                <a:lnTo>
                  <a:pt x="523951" y="770666"/>
                </a:lnTo>
                <a:cubicBezTo>
                  <a:pt x="508584" y="781865"/>
                  <a:pt x="487823" y="766833"/>
                  <a:pt x="493776" y="748713"/>
                </a:cubicBezTo>
                <a:lnTo>
                  <a:pt x="507505" y="706744"/>
                </a:lnTo>
                <a:cubicBezTo>
                  <a:pt x="512826" y="690485"/>
                  <a:pt x="507207" y="673184"/>
                  <a:pt x="493329" y="663138"/>
                </a:cubicBezTo>
                <a:lnTo>
                  <a:pt x="457573" y="637241"/>
                </a:lnTo>
                <a:cubicBezTo>
                  <a:pt x="442095" y="626042"/>
                  <a:pt x="450132" y="601708"/>
                  <a:pt x="469107" y="601745"/>
                </a:cubicBezTo>
                <a:lnTo>
                  <a:pt x="513271" y="601820"/>
                </a:lnTo>
                <a:cubicBezTo>
                  <a:pt x="530461" y="601857"/>
                  <a:pt x="545083" y="591179"/>
                  <a:pt x="550367" y="574845"/>
                </a:cubicBezTo>
                <a:lnTo>
                  <a:pt x="563947" y="532838"/>
                </a:lnTo>
                <a:cubicBezTo>
                  <a:pt x="569789" y="514756"/>
                  <a:pt x="595425" y="514756"/>
                  <a:pt x="601266" y="532838"/>
                </a:cubicBezTo>
                <a:close/>
                <a:moveTo>
                  <a:pt x="364744" y="381402"/>
                </a:moveTo>
                <a:cubicBezTo>
                  <a:pt x="409356" y="381402"/>
                  <a:pt x="445484" y="345274"/>
                  <a:pt x="445484" y="300662"/>
                </a:cubicBezTo>
                <a:cubicBezTo>
                  <a:pt x="445484" y="256051"/>
                  <a:pt x="409356" y="219923"/>
                  <a:pt x="364744" y="219923"/>
                </a:cubicBezTo>
                <a:cubicBezTo>
                  <a:pt x="320133" y="219923"/>
                  <a:pt x="284005" y="256051"/>
                  <a:pt x="284005" y="300662"/>
                </a:cubicBezTo>
                <a:cubicBezTo>
                  <a:pt x="284005" y="345274"/>
                  <a:pt x="320170" y="381402"/>
                  <a:pt x="364744" y="381402"/>
                </a:cubicBezTo>
                <a:close/>
                <a:moveTo>
                  <a:pt x="435549" y="371467"/>
                </a:moveTo>
                <a:cubicBezTo>
                  <a:pt x="396444" y="410572"/>
                  <a:pt x="333079" y="410572"/>
                  <a:pt x="293979" y="371467"/>
                </a:cubicBezTo>
                <a:cubicBezTo>
                  <a:pt x="254874" y="332362"/>
                  <a:pt x="254874" y="268997"/>
                  <a:pt x="293979" y="229897"/>
                </a:cubicBezTo>
                <a:cubicBezTo>
                  <a:pt x="333084" y="190792"/>
                  <a:pt x="396449" y="190792"/>
                  <a:pt x="435549" y="229897"/>
                </a:cubicBezTo>
                <a:cubicBezTo>
                  <a:pt x="474617" y="268965"/>
                  <a:pt x="474617" y="332367"/>
                  <a:pt x="435549" y="371467"/>
                </a:cubicBezTo>
                <a:close/>
                <a:moveTo>
                  <a:pt x="384911" y="165232"/>
                </a:moveTo>
                <a:cubicBezTo>
                  <a:pt x="387404" y="165567"/>
                  <a:pt x="389859" y="165976"/>
                  <a:pt x="392278" y="166460"/>
                </a:cubicBezTo>
                <a:lnTo>
                  <a:pt x="392278" y="113812"/>
                </a:lnTo>
                <a:cubicBezTo>
                  <a:pt x="392278" y="108454"/>
                  <a:pt x="396594" y="104139"/>
                  <a:pt x="401951" y="104139"/>
                </a:cubicBezTo>
                <a:lnTo>
                  <a:pt x="421782" y="104139"/>
                </a:lnTo>
                <a:lnTo>
                  <a:pt x="364781" y="26004"/>
                </a:lnTo>
                <a:lnTo>
                  <a:pt x="307780" y="104139"/>
                </a:lnTo>
                <a:lnTo>
                  <a:pt x="327611" y="104139"/>
                </a:lnTo>
                <a:cubicBezTo>
                  <a:pt x="332968" y="104139"/>
                  <a:pt x="337284" y="108492"/>
                  <a:pt x="337284" y="113812"/>
                </a:cubicBezTo>
                <a:lnTo>
                  <a:pt x="337284" y="166460"/>
                </a:lnTo>
                <a:cubicBezTo>
                  <a:pt x="353059" y="163409"/>
                  <a:pt x="368910" y="163000"/>
                  <a:pt x="384909" y="165232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5FCA6CAB-B59B-04A7-2573-5E341F647896}"/>
              </a:ext>
            </a:extLst>
          </p:cNvPr>
          <p:cNvGrpSpPr/>
          <p:nvPr/>
        </p:nvGrpSpPr>
        <p:grpSpPr>
          <a:xfrm>
            <a:off x="9294896" y="2036140"/>
            <a:ext cx="401554" cy="323312"/>
            <a:chOff x="12803726" y="1121704"/>
            <a:chExt cx="824281" cy="663669"/>
          </a:xfrm>
          <a:solidFill>
            <a:schemeClr val="bg1"/>
          </a:solidFill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FD38105F-D7C4-731C-37FF-DD35A223E999}"/>
                </a:ext>
              </a:extLst>
            </p:cNvPr>
            <p:cNvSpPr/>
            <p:nvPr/>
          </p:nvSpPr>
          <p:spPr>
            <a:xfrm>
              <a:off x="12803726" y="1163201"/>
              <a:ext cx="622210" cy="622172"/>
            </a:xfrm>
            <a:custGeom>
              <a:avLst/>
              <a:gdLst>
                <a:gd name="csX0" fmla="*/ 546978 w 622210"/>
                <a:gd name="csY0" fmla="*/ 622172 h 622172"/>
                <a:gd name="csX1" fmla="*/ 75195 w 622210"/>
                <a:gd name="csY1" fmla="*/ 622172 h 622172"/>
                <a:gd name="csX2" fmla="*/ 0 w 622210"/>
                <a:gd name="csY2" fmla="*/ 546977 h 622172"/>
                <a:gd name="csX3" fmla="*/ 0 w 622210"/>
                <a:gd name="csY3" fmla="*/ 75232 h 622172"/>
                <a:gd name="csX4" fmla="*/ 75195 w 622210"/>
                <a:gd name="csY4" fmla="*/ 0 h 622172"/>
                <a:gd name="csX5" fmla="*/ 534186 w 622210"/>
                <a:gd name="csY5" fmla="*/ 0 h 622172"/>
                <a:gd name="csX6" fmla="*/ 546315 w 622210"/>
                <a:gd name="csY6" fmla="*/ 12092 h 622172"/>
                <a:gd name="csX7" fmla="*/ 534186 w 622210"/>
                <a:gd name="csY7" fmla="*/ 24184 h 622172"/>
                <a:gd name="csX8" fmla="*/ 75195 w 622210"/>
                <a:gd name="csY8" fmla="*/ 24184 h 622172"/>
                <a:gd name="csX9" fmla="*/ 24184 w 622210"/>
                <a:gd name="csY9" fmla="*/ 75232 h 622172"/>
                <a:gd name="csX10" fmla="*/ 24184 w 622210"/>
                <a:gd name="csY10" fmla="*/ 546977 h 622172"/>
                <a:gd name="csX11" fmla="*/ 75195 w 622210"/>
                <a:gd name="csY11" fmla="*/ 597988 h 622172"/>
                <a:gd name="csX12" fmla="*/ 546978 w 622210"/>
                <a:gd name="csY12" fmla="*/ 597988 h 622172"/>
                <a:gd name="csX13" fmla="*/ 598026 w 622210"/>
                <a:gd name="csY13" fmla="*/ 546977 h 622172"/>
                <a:gd name="csX14" fmla="*/ 598026 w 622210"/>
                <a:gd name="csY14" fmla="*/ 302337 h 622172"/>
                <a:gd name="csX15" fmla="*/ 610081 w 622210"/>
                <a:gd name="csY15" fmla="*/ 290282 h 622172"/>
                <a:gd name="csX16" fmla="*/ 622210 w 622210"/>
                <a:gd name="csY16" fmla="*/ 302337 h 622172"/>
                <a:gd name="csX17" fmla="*/ 622210 w 622210"/>
                <a:gd name="csY17" fmla="*/ 546977 h 622172"/>
                <a:gd name="csX18" fmla="*/ 546978 w 622210"/>
                <a:gd name="csY18" fmla="*/ 622172 h 6221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622210" h="622172">
                  <a:moveTo>
                    <a:pt x="546978" y="622172"/>
                  </a:moveTo>
                  <a:lnTo>
                    <a:pt x="75195" y="622172"/>
                  </a:lnTo>
                  <a:cubicBezTo>
                    <a:pt x="33709" y="622135"/>
                    <a:pt x="37" y="588499"/>
                    <a:pt x="0" y="546977"/>
                  </a:cubicBezTo>
                  <a:lnTo>
                    <a:pt x="0" y="75232"/>
                  </a:lnTo>
                  <a:cubicBezTo>
                    <a:pt x="37" y="33709"/>
                    <a:pt x="33710" y="37"/>
                    <a:pt x="75195" y="0"/>
                  </a:cubicBezTo>
                  <a:lnTo>
                    <a:pt x="534186" y="0"/>
                  </a:lnTo>
                  <a:cubicBezTo>
                    <a:pt x="540883" y="0"/>
                    <a:pt x="546315" y="5432"/>
                    <a:pt x="546315" y="12092"/>
                  </a:cubicBezTo>
                  <a:cubicBezTo>
                    <a:pt x="546315" y="18752"/>
                    <a:pt x="540883" y="24184"/>
                    <a:pt x="534186" y="24184"/>
                  </a:cubicBezTo>
                  <a:lnTo>
                    <a:pt x="75195" y="24184"/>
                  </a:lnTo>
                  <a:cubicBezTo>
                    <a:pt x="47030" y="24221"/>
                    <a:pt x="24221" y="47029"/>
                    <a:pt x="24184" y="75232"/>
                  </a:cubicBezTo>
                  <a:lnTo>
                    <a:pt x="24184" y="546977"/>
                  </a:lnTo>
                  <a:cubicBezTo>
                    <a:pt x="24221" y="575142"/>
                    <a:pt x="47029" y="597988"/>
                    <a:pt x="75195" y="597988"/>
                  </a:cubicBezTo>
                  <a:lnTo>
                    <a:pt x="546978" y="597988"/>
                  </a:lnTo>
                  <a:cubicBezTo>
                    <a:pt x="575143" y="597951"/>
                    <a:pt x="597952" y="575143"/>
                    <a:pt x="598026" y="546977"/>
                  </a:cubicBezTo>
                  <a:lnTo>
                    <a:pt x="598026" y="302337"/>
                  </a:lnTo>
                  <a:cubicBezTo>
                    <a:pt x="598026" y="295677"/>
                    <a:pt x="603421" y="290282"/>
                    <a:pt x="610081" y="290282"/>
                  </a:cubicBezTo>
                  <a:cubicBezTo>
                    <a:pt x="616778" y="290282"/>
                    <a:pt x="622210" y="295677"/>
                    <a:pt x="622210" y="302337"/>
                  </a:cubicBezTo>
                  <a:lnTo>
                    <a:pt x="622210" y="546977"/>
                  </a:lnTo>
                  <a:cubicBezTo>
                    <a:pt x="622136" y="588500"/>
                    <a:pt x="588500" y="622135"/>
                    <a:pt x="546978" y="62217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A1C40BB-B1FD-7D9D-7906-F62153A8A171}"/>
                </a:ext>
              </a:extLst>
            </p:cNvPr>
            <p:cNvSpPr/>
            <p:nvPr/>
          </p:nvSpPr>
          <p:spPr>
            <a:xfrm>
              <a:off x="13018000" y="1163200"/>
              <a:ext cx="193625" cy="260147"/>
            </a:xfrm>
            <a:custGeom>
              <a:avLst/>
              <a:gdLst>
                <a:gd name="csX0" fmla="*/ 12092 w 193625"/>
                <a:gd name="csY0" fmla="*/ 260147 h 260147"/>
                <a:gd name="csX1" fmla="*/ 3535 w 193625"/>
                <a:gd name="csY1" fmla="*/ 256612 h 260147"/>
                <a:gd name="csX2" fmla="*/ 0 w 193625"/>
                <a:gd name="csY2" fmla="*/ 248055 h 260147"/>
                <a:gd name="csX3" fmla="*/ 0 w 193625"/>
                <a:gd name="csY3" fmla="*/ 12092 h 260147"/>
                <a:gd name="csX4" fmla="*/ 12092 w 193625"/>
                <a:gd name="csY4" fmla="*/ 0 h 260147"/>
                <a:gd name="csX5" fmla="*/ 181570 w 193625"/>
                <a:gd name="csY5" fmla="*/ 0 h 260147"/>
                <a:gd name="csX6" fmla="*/ 193625 w 193625"/>
                <a:gd name="csY6" fmla="*/ 12092 h 260147"/>
                <a:gd name="csX7" fmla="*/ 193625 w 193625"/>
                <a:gd name="csY7" fmla="*/ 248055 h 260147"/>
                <a:gd name="csX8" fmla="*/ 186779 w 193625"/>
                <a:gd name="csY8" fmla="*/ 258956 h 260147"/>
                <a:gd name="csX9" fmla="*/ 173979 w 193625"/>
                <a:gd name="csY9" fmla="*/ 257468 h 260147"/>
                <a:gd name="csX10" fmla="*/ 96961 w 193625"/>
                <a:gd name="csY10" fmla="*/ 195778 h 260147"/>
                <a:gd name="csX11" fmla="*/ 19645 w 193625"/>
                <a:gd name="csY11" fmla="*/ 257468 h 260147"/>
                <a:gd name="csX12" fmla="*/ 19645 w 193625"/>
                <a:gd name="csY12" fmla="*/ 257505 h 260147"/>
                <a:gd name="csX13" fmla="*/ 12092 w 193625"/>
                <a:gd name="csY13" fmla="*/ 260147 h 260147"/>
                <a:gd name="csX14" fmla="*/ 24184 w 193625"/>
                <a:gd name="csY14" fmla="*/ 24184 h 260147"/>
                <a:gd name="csX15" fmla="*/ 24184 w 193625"/>
                <a:gd name="csY15" fmla="*/ 222942 h 260147"/>
                <a:gd name="csX16" fmla="*/ 89446 w 193625"/>
                <a:gd name="csY16" fmla="*/ 170852 h 260147"/>
                <a:gd name="csX17" fmla="*/ 104514 w 193625"/>
                <a:gd name="csY17" fmla="*/ 170852 h 260147"/>
                <a:gd name="csX18" fmla="*/ 169441 w 193625"/>
                <a:gd name="csY18" fmla="*/ 222867 h 260147"/>
                <a:gd name="csX19" fmla="*/ 169441 w 193625"/>
                <a:gd name="csY19" fmla="*/ 24185 h 2601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193625" h="260147">
                  <a:moveTo>
                    <a:pt x="12092" y="260147"/>
                  </a:moveTo>
                  <a:cubicBezTo>
                    <a:pt x="8892" y="260147"/>
                    <a:pt x="5804" y="258882"/>
                    <a:pt x="3535" y="256612"/>
                  </a:cubicBezTo>
                  <a:cubicBezTo>
                    <a:pt x="1265" y="254343"/>
                    <a:pt x="0" y="251255"/>
                    <a:pt x="0" y="248055"/>
                  </a:cubicBezTo>
                  <a:lnTo>
                    <a:pt x="0" y="12092"/>
                  </a:lnTo>
                  <a:cubicBezTo>
                    <a:pt x="0" y="5432"/>
                    <a:pt x="5432" y="0"/>
                    <a:pt x="12092" y="0"/>
                  </a:cubicBezTo>
                  <a:lnTo>
                    <a:pt x="181570" y="0"/>
                  </a:lnTo>
                  <a:cubicBezTo>
                    <a:pt x="188230" y="0"/>
                    <a:pt x="193625" y="5432"/>
                    <a:pt x="193625" y="12092"/>
                  </a:cubicBezTo>
                  <a:lnTo>
                    <a:pt x="193625" y="248055"/>
                  </a:lnTo>
                  <a:cubicBezTo>
                    <a:pt x="193625" y="252706"/>
                    <a:pt x="190983" y="256947"/>
                    <a:pt x="186779" y="258956"/>
                  </a:cubicBezTo>
                  <a:cubicBezTo>
                    <a:pt x="182612" y="260965"/>
                    <a:pt x="177626" y="260370"/>
                    <a:pt x="173979" y="257468"/>
                  </a:cubicBezTo>
                  <a:lnTo>
                    <a:pt x="96961" y="195778"/>
                  </a:lnTo>
                  <a:lnTo>
                    <a:pt x="19645" y="257468"/>
                  </a:lnTo>
                  <a:lnTo>
                    <a:pt x="19645" y="257505"/>
                  </a:lnTo>
                  <a:cubicBezTo>
                    <a:pt x="17487" y="259217"/>
                    <a:pt x="14845" y="260147"/>
                    <a:pt x="12092" y="260147"/>
                  </a:cubicBezTo>
                  <a:close/>
                  <a:moveTo>
                    <a:pt x="24184" y="24184"/>
                  </a:moveTo>
                  <a:lnTo>
                    <a:pt x="24184" y="222942"/>
                  </a:lnTo>
                  <a:lnTo>
                    <a:pt x="89446" y="170852"/>
                  </a:lnTo>
                  <a:cubicBezTo>
                    <a:pt x="93836" y="167318"/>
                    <a:pt x="100124" y="167318"/>
                    <a:pt x="104514" y="170852"/>
                  </a:cubicBezTo>
                  <a:lnTo>
                    <a:pt x="169441" y="222867"/>
                  </a:lnTo>
                  <a:lnTo>
                    <a:pt x="169441" y="2418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26B9A2E8-8F7A-A470-B815-D8CA5E671C72}"/>
                </a:ext>
              </a:extLst>
            </p:cNvPr>
            <p:cNvSpPr/>
            <p:nvPr/>
          </p:nvSpPr>
          <p:spPr>
            <a:xfrm>
              <a:off x="12908759" y="1518778"/>
              <a:ext cx="24183" cy="146970"/>
            </a:xfrm>
            <a:custGeom>
              <a:avLst/>
              <a:gdLst>
                <a:gd name="csX0" fmla="*/ 12129 w 24183"/>
                <a:gd name="csY0" fmla="*/ 146971 h 146970"/>
                <a:gd name="csX1" fmla="*/ 0 w 24183"/>
                <a:gd name="csY1" fmla="*/ 134879 h 146970"/>
                <a:gd name="csX2" fmla="*/ 0 w 24183"/>
                <a:gd name="csY2" fmla="*/ 12092 h 146970"/>
                <a:gd name="csX3" fmla="*/ 12129 w 24183"/>
                <a:gd name="csY3" fmla="*/ 0 h 146970"/>
                <a:gd name="csX4" fmla="*/ 24184 w 24183"/>
                <a:gd name="csY4" fmla="*/ 12092 h 146970"/>
                <a:gd name="csX5" fmla="*/ 24184 w 24183"/>
                <a:gd name="csY5" fmla="*/ 134879 h 146970"/>
                <a:gd name="csX6" fmla="*/ 12129 w 24183"/>
                <a:gd name="csY6" fmla="*/ 146971 h 1469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4183" h="146970">
                  <a:moveTo>
                    <a:pt x="12129" y="146971"/>
                  </a:moveTo>
                  <a:cubicBezTo>
                    <a:pt x="5432" y="146971"/>
                    <a:pt x="0" y="141539"/>
                    <a:pt x="0" y="134879"/>
                  </a:cubicBezTo>
                  <a:lnTo>
                    <a:pt x="0" y="12092"/>
                  </a:lnTo>
                  <a:cubicBezTo>
                    <a:pt x="0" y="5432"/>
                    <a:pt x="5432" y="0"/>
                    <a:pt x="12129" y="0"/>
                  </a:cubicBezTo>
                  <a:cubicBezTo>
                    <a:pt x="18789" y="0"/>
                    <a:pt x="24184" y="5432"/>
                    <a:pt x="24184" y="12092"/>
                  </a:cubicBezTo>
                  <a:lnTo>
                    <a:pt x="24184" y="134879"/>
                  </a:lnTo>
                  <a:cubicBezTo>
                    <a:pt x="24184" y="141539"/>
                    <a:pt x="18789" y="146971"/>
                    <a:pt x="12129" y="1469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24446514-EE92-5ADF-CD03-DBCA6156E02E}"/>
                </a:ext>
              </a:extLst>
            </p:cNvPr>
            <p:cNvSpPr/>
            <p:nvPr/>
          </p:nvSpPr>
          <p:spPr>
            <a:xfrm>
              <a:off x="13023991" y="1518778"/>
              <a:ext cx="24183" cy="146970"/>
            </a:xfrm>
            <a:custGeom>
              <a:avLst/>
              <a:gdLst>
                <a:gd name="csX0" fmla="*/ 12092 w 24183"/>
                <a:gd name="csY0" fmla="*/ 146971 h 146970"/>
                <a:gd name="csX1" fmla="*/ 0 w 24183"/>
                <a:gd name="csY1" fmla="*/ 134879 h 146970"/>
                <a:gd name="csX2" fmla="*/ 0 w 24183"/>
                <a:gd name="csY2" fmla="*/ 12092 h 146970"/>
                <a:gd name="csX3" fmla="*/ 12092 w 24183"/>
                <a:gd name="csY3" fmla="*/ 0 h 146970"/>
                <a:gd name="csX4" fmla="*/ 24184 w 24183"/>
                <a:gd name="csY4" fmla="*/ 12092 h 146970"/>
                <a:gd name="csX5" fmla="*/ 24184 w 24183"/>
                <a:gd name="csY5" fmla="*/ 134879 h 146970"/>
                <a:gd name="csX6" fmla="*/ 12092 w 24183"/>
                <a:gd name="csY6" fmla="*/ 146971 h 1469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4183" h="146970">
                  <a:moveTo>
                    <a:pt x="12092" y="146971"/>
                  </a:moveTo>
                  <a:cubicBezTo>
                    <a:pt x="5432" y="146971"/>
                    <a:pt x="0" y="141539"/>
                    <a:pt x="0" y="134879"/>
                  </a:cubicBezTo>
                  <a:lnTo>
                    <a:pt x="0" y="12092"/>
                  </a:lnTo>
                  <a:cubicBezTo>
                    <a:pt x="0" y="5432"/>
                    <a:pt x="5432" y="0"/>
                    <a:pt x="12092" y="0"/>
                  </a:cubicBezTo>
                  <a:cubicBezTo>
                    <a:pt x="18752" y="0"/>
                    <a:pt x="24184" y="5432"/>
                    <a:pt x="24184" y="12092"/>
                  </a:cubicBezTo>
                  <a:lnTo>
                    <a:pt x="24184" y="134879"/>
                  </a:lnTo>
                  <a:cubicBezTo>
                    <a:pt x="24184" y="141539"/>
                    <a:pt x="18752" y="146971"/>
                    <a:pt x="12092" y="1469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2F99026C-691B-AF89-BACF-263A89229EE1}"/>
                </a:ext>
              </a:extLst>
            </p:cNvPr>
            <p:cNvSpPr/>
            <p:nvPr/>
          </p:nvSpPr>
          <p:spPr>
            <a:xfrm>
              <a:off x="13139181" y="1501447"/>
              <a:ext cx="181685" cy="181647"/>
            </a:xfrm>
            <a:custGeom>
              <a:avLst/>
              <a:gdLst>
                <a:gd name="csX0" fmla="*/ 90822 w 181685"/>
                <a:gd name="csY0" fmla="*/ 181647 h 181647"/>
                <a:gd name="csX1" fmla="*/ 6920 w 181685"/>
                <a:gd name="csY1" fmla="*/ 125576 h 181647"/>
                <a:gd name="csX2" fmla="*/ 26602 w 181685"/>
                <a:gd name="csY2" fmla="*/ 26602 h 181647"/>
                <a:gd name="csX3" fmla="*/ 125614 w 181685"/>
                <a:gd name="csY3" fmla="*/ 6920 h 181647"/>
                <a:gd name="csX4" fmla="*/ 181685 w 181685"/>
                <a:gd name="csY4" fmla="*/ 90822 h 181647"/>
                <a:gd name="csX5" fmla="*/ 90825 w 181685"/>
                <a:gd name="csY5" fmla="*/ 181644 h 181647"/>
                <a:gd name="csX6" fmla="*/ 90822 w 181685"/>
                <a:gd name="csY6" fmla="*/ 24189 h 181647"/>
                <a:gd name="csX7" fmla="*/ 29281 w 181685"/>
                <a:gd name="csY7" fmla="*/ 65340 h 181647"/>
                <a:gd name="csX8" fmla="*/ 43718 w 181685"/>
                <a:gd name="csY8" fmla="*/ 137931 h 181647"/>
                <a:gd name="csX9" fmla="*/ 116346 w 181685"/>
                <a:gd name="csY9" fmla="*/ 152405 h 181647"/>
                <a:gd name="csX10" fmla="*/ 157497 w 181685"/>
                <a:gd name="csY10" fmla="*/ 90827 h 181647"/>
                <a:gd name="csX11" fmla="*/ 90822 w 181685"/>
                <a:gd name="csY11" fmla="*/ 24189 h 1816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81685" h="181647">
                  <a:moveTo>
                    <a:pt x="90822" y="181647"/>
                  </a:moveTo>
                  <a:cubicBezTo>
                    <a:pt x="54098" y="181647"/>
                    <a:pt x="20984" y="159509"/>
                    <a:pt x="6920" y="125576"/>
                  </a:cubicBezTo>
                  <a:cubicBezTo>
                    <a:pt x="-7145" y="91644"/>
                    <a:pt x="632" y="52576"/>
                    <a:pt x="26602" y="26602"/>
                  </a:cubicBezTo>
                  <a:cubicBezTo>
                    <a:pt x="52610" y="631"/>
                    <a:pt x="91640" y="-7145"/>
                    <a:pt x="125614" y="6920"/>
                  </a:cubicBezTo>
                  <a:cubicBezTo>
                    <a:pt x="159547" y="20984"/>
                    <a:pt x="181685" y="54098"/>
                    <a:pt x="181685" y="90822"/>
                  </a:cubicBezTo>
                  <a:cubicBezTo>
                    <a:pt x="181611" y="140976"/>
                    <a:pt x="140981" y="181606"/>
                    <a:pt x="90825" y="181644"/>
                  </a:cubicBezTo>
                  <a:close/>
                  <a:moveTo>
                    <a:pt x="90822" y="24189"/>
                  </a:moveTo>
                  <a:cubicBezTo>
                    <a:pt x="63884" y="24189"/>
                    <a:pt x="39587" y="40411"/>
                    <a:pt x="29281" y="65340"/>
                  </a:cubicBezTo>
                  <a:cubicBezTo>
                    <a:pt x="18975" y="90232"/>
                    <a:pt x="24668" y="118881"/>
                    <a:pt x="43718" y="137931"/>
                  </a:cubicBezTo>
                  <a:cubicBezTo>
                    <a:pt x="62768" y="157018"/>
                    <a:pt x="91454" y="162712"/>
                    <a:pt x="116346" y="152405"/>
                  </a:cubicBezTo>
                  <a:cubicBezTo>
                    <a:pt x="141237" y="142061"/>
                    <a:pt x="157497" y="117765"/>
                    <a:pt x="157497" y="90827"/>
                  </a:cubicBezTo>
                  <a:cubicBezTo>
                    <a:pt x="157422" y="54029"/>
                    <a:pt x="127619" y="24227"/>
                    <a:pt x="90822" y="2418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54FFECC6-3E09-7DFF-259E-0DDD107DC857}"/>
                </a:ext>
              </a:extLst>
            </p:cNvPr>
            <p:cNvSpPr/>
            <p:nvPr/>
          </p:nvSpPr>
          <p:spPr>
            <a:xfrm>
              <a:off x="13268509" y="1121704"/>
              <a:ext cx="359498" cy="359498"/>
            </a:xfrm>
            <a:custGeom>
              <a:avLst/>
              <a:gdLst>
                <a:gd name="csX0" fmla="*/ 179749 w 359498"/>
                <a:gd name="csY0" fmla="*/ 359498 h 359498"/>
                <a:gd name="csX1" fmla="*/ 52648 w 359498"/>
                <a:gd name="csY1" fmla="*/ 306851 h 359498"/>
                <a:gd name="csX2" fmla="*/ 0 w 359498"/>
                <a:gd name="csY2" fmla="*/ 179749 h 359498"/>
                <a:gd name="csX3" fmla="*/ 52648 w 359498"/>
                <a:gd name="csY3" fmla="*/ 52648 h 359498"/>
                <a:gd name="csX4" fmla="*/ 179749 w 359498"/>
                <a:gd name="csY4" fmla="*/ 0 h 359498"/>
                <a:gd name="csX5" fmla="*/ 306851 w 359498"/>
                <a:gd name="csY5" fmla="*/ 52648 h 359498"/>
                <a:gd name="csX6" fmla="*/ 359498 w 359498"/>
                <a:gd name="csY6" fmla="*/ 179787 h 359498"/>
                <a:gd name="csX7" fmla="*/ 359498 w 359498"/>
                <a:gd name="csY7" fmla="*/ 179750 h 359498"/>
                <a:gd name="csX8" fmla="*/ 306814 w 359498"/>
                <a:gd name="csY8" fmla="*/ 306814 h 359498"/>
                <a:gd name="csX9" fmla="*/ 179750 w 359498"/>
                <a:gd name="csY9" fmla="*/ 359498 h 359498"/>
                <a:gd name="csX10" fmla="*/ 179749 w 359498"/>
                <a:gd name="csY10" fmla="*/ 24190 h 359498"/>
                <a:gd name="csX11" fmla="*/ 179749 w 359498"/>
                <a:gd name="csY11" fmla="*/ 24227 h 359498"/>
                <a:gd name="csX12" fmla="*/ 69764 w 359498"/>
                <a:gd name="csY12" fmla="*/ 69768 h 359498"/>
                <a:gd name="csX13" fmla="*/ 24185 w 359498"/>
                <a:gd name="csY13" fmla="*/ 179753 h 359498"/>
                <a:gd name="csX14" fmla="*/ 69726 w 359498"/>
                <a:gd name="csY14" fmla="*/ 289776 h 359498"/>
                <a:gd name="csX15" fmla="*/ 179749 w 359498"/>
                <a:gd name="csY15" fmla="*/ 335317 h 359498"/>
                <a:gd name="csX16" fmla="*/ 289734 w 359498"/>
                <a:gd name="csY16" fmla="*/ 289776 h 359498"/>
                <a:gd name="csX17" fmla="*/ 335313 w 359498"/>
                <a:gd name="csY17" fmla="*/ 179753 h 359498"/>
                <a:gd name="csX18" fmla="*/ 335313 w 359498"/>
                <a:gd name="csY18" fmla="*/ 179790 h 359498"/>
                <a:gd name="csX19" fmla="*/ 289697 w 359498"/>
                <a:gd name="csY19" fmla="*/ 69843 h 359498"/>
                <a:gd name="csX20" fmla="*/ 179750 w 359498"/>
                <a:gd name="csY20" fmla="*/ 24190 h 3594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359498" h="359498">
                  <a:moveTo>
                    <a:pt x="179749" y="359498"/>
                  </a:moveTo>
                  <a:cubicBezTo>
                    <a:pt x="132087" y="359498"/>
                    <a:pt x="86359" y="340560"/>
                    <a:pt x="52648" y="306851"/>
                  </a:cubicBezTo>
                  <a:cubicBezTo>
                    <a:pt x="18938" y="273141"/>
                    <a:pt x="0" y="227414"/>
                    <a:pt x="0" y="179749"/>
                  </a:cubicBezTo>
                  <a:cubicBezTo>
                    <a:pt x="0" y="132084"/>
                    <a:pt x="18939" y="86359"/>
                    <a:pt x="52648" y="52648"/>
                  </a:cubicBezTo>
                  <a:cubicBezTo>
                    <a:pt x="86357" y="18938"/>
                    <a:pt x="132084" y="0"/>
                    <a:pt x="179749" y="0"/>
                  </a:cubicBezTo>
                  <a:cubicBezTo>
                    <a:pt x="227411" y="0"/>
                    <a:pt x="273139" y="18939"/>
                    <a:pt x="306851" y="52648"/>
                  </a:cubicBezTo>
                  <a:cubicBezTo>
                    <a:pt x="340561" y="86357"/>
                    <a:pt x="359498" y="132084"/>
                    <a:pt x="359498" y="179787"/>
                  </a:cubicBezTo>
                  <a:lnTo>
                    <a:pt x="359498" y="179750"/>
                  </a:lnTo>
                  <a:cubicBezTo>
                    <a:pt x="359461" y="227412"/>
                    <a:pt x="340485" y="273103"/>
                    <a:pt x="306814" y="306814"/>
                  </a:cubicBezTo>
                  <a:cubicBezTo>
                    <a:pt x="273104" y="340486"/>
                    <a:pt x="227414" y="359461"/>
                    <a:pt x="179750" y="359498"/>
                  </a:cubicBezTo>
                  <a:close/>
                  <a:moveTo>
                    <a:pt x="179749" y="24190"/>
                  </a:moveTo>
                  <a:lnTo>
                    <a:pt x="179749" y="24227"/>
                  </a:lnTo>
                  <a:cubicBezTo>
                    <a:pt x="138524" y="24190"/>
                    <a:pt x="98935" y="40598"/>
                    <a:pt x="69764" y="69768"/>
                  </a:cubicBezTo>
                  <a:cubicBezTo>
                    <a:pt x="40593" y="98937"/>
                    <a:pt x="24185" y="138489"/>
                    <a:pt x="24185" y="179753"/>
                  </a:cubicBezTo>
                  <a:cubicBezTo>
                    <a:pt x="24185" y="221017"/>
                    <a:pt x="40557" y="260604"/>
                    <a:pt x="69726" y="289776"/>
                  </a:cubicBezTo>
                  <a:cubicBezTo>
                    <a:pt x="98895" y="318949"/>
                    <a:pt x="138485" y="335317"/>
                    <a:pt x="179749" y="335317"/>
                  </a:cubicBezTo>
                  <a:cubicBezTo>
                    <a:pt x="221011" y="335354"/>
                    <a:pt x="260563" y="318946"/>
                    <a:pt x="289734" y="289776"/>
                  </a:cubicBezTo>
                  <a:cubicBezTo>
                    <a:pt x="318906" y="260607"/>
                    <a:pt x="335313" y="221017"/>
                    <a:pt x="335313" y="179753"/>
                  </a:cubicBezTo>
                  <a:lnTo>
                    <a:pt x="335313" y="179790"/>
                  </a:lnTo>
                  <a:cubicBezTo>
                    <a:pt x="335276" y="138528"/>
                    <a:pt x="318868" y="98976"/>
                    <a:pt x="289697" y="69843"/>
                  </a:cubicBezTo>
                  <a:cubicBezTo>
                    <a:pt x="260564" y="40673"/>
                    <a:pt x="221013" y="24264"/>
                    <a:pt x="179750" y="241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F9A50097-2C9E-0CED-213C-03B0361A9C3B}"/>
                </a:ext>
              </a:extLst>
            </p:cNvPr>
            <p:cNvSpPr/>
            <p:nvPr/>
          </p:nvSpPr>
          <p:spPr>
            <a:xfrm>
              <a:off x="13338358" y="1198748"/>
              <a:ext cx="219880" cy="205473"/>
            </a:xfrm>
            <a:custGeom>
              <a:avLst/>
              <a:gdLst>
                <a:gd name="csX0" fmla="*/ 92080 w 219880"/>
                <a:gd name="csY0" fmla="*/ 205473 h 205473"/>
                <a:gd name="csX1" fmla="*/ 84527 w 219880"/>
                <a:gd name="csY1" fmla="*/ 202794 h 205473"/>
                <a:gd name="csX2" fmla="*/ 4532 w 219880"/>
                <a:gd name="csY2" fmla="*/ 138872 h 205473"/>
                <a:gd name="csX3" fmla="*/ 67 w 219880"/>
                <a:gd name="csY3" fmla="*/ 130798 h 205473"/>
                <a:gd name="csX4" fmla="*/ 2671 w 219880"/>
                <a:gd name="csY4" fmla="*/ 121906 h 205473"/>
                <a:gd name="csX5" fmla="*/ 38874 w 219880"/>
                <a:gd name="csY5" fmla="*/ 76588 h 205473"/>
                <a:gd name="csX6" fmla="*/ 55840 w 219880"/>
                <a:gd name="csY6" fmla="*/ 74728 h 205473"/>
                <a:gd name="csX7" fmla="*/ 80955 w 219880"/>
                <a:gd name="csY7" fmla="*/ 94745 h 205473"/>
                <a:gd name="csX8" fmla="*/ 152839 w 219880"/>
                <a:gd name="csY8" fmla="*/ 4518 h 205473"/>
                <a:gd name="csX9" fmla="*/ 169843 w 219880"/>
                <a:gd name="csY9" fmla="*/ 2657 h 205473"/>
                <a:gd name="csX10" fmla="*/ 215347 w 219880"/>
                <a:gd name="csY10" fmla="*/ 39009 h 205473"/>
                <a:gd name="csX11" fmla="*/ 217207 w 219880"/>
                <a:gd name="csY11" fmla="*/ 55975 h 205473"/>
                <a:gd name="csX12" fmla="*/ 101526 w 219880"/>
                <a:gd name="csY12" fmla="*/ 200859 h 205473"/>
                <a:gd name="csX13" fmla="*/ 93415 w 219880"/>
                <a:gd name="csY13" fmla="*/ 205324 h 205473"/>
                <a:gd name="csX14" fmla="*/ 92075 w 219880"/>
                <a:gd name="csY14" fmla="*/ 205473 h 205473"/>
                <a:gd name="csX15" fmla="*/ 29014 w 219880"/>
                <a:gd name="csY15" fmla="*/ 127561 h 205473"/>
                <a:gd name="csX16" fmla="*/ 90182 w 219880"/>
                <a:gd name="csY16" fmla="*/ 176377 h 205473"/>
                <a:gd name="csX17" fmla="*/ 190823 w 219880"/>
                <a:gd name="csY17" fmla="*/ 50323 h 205473"/>
                <a:gd name="csX18" fmla="*/ 164220 w 219880"/>
                <a:gd name="csY18" fmla="*/ 29077 h 205473"/>
                <a:gd name="csX19" fmla="*/ 92187 w 219880"/>
                <a:gd name="csY19" fmla="*/ 119267 h 205473"/>
                <a:gd name="csX20" fmla="*/ 92187 w 219880"/>
                <a:gd name="csY20" fmla="*/ 119230 h 205473"/>
                <a:gd name="csX21" fmla="*/ 84113 w 219880"/>
                <a:gd name="csY21" fmla="*/ 123695 h 205473"/>
                <a:gd name="csX22" fmla="*/ 75221 w 219880"/>
                <a:gd name="csY22" fmla="*/ 121091 h 205473"/>
                <a:gd name="csX23" fmla="*/ 50106 w 219880"/>
                <a:gd name="csY23" fmla="*/ 101036 h 20547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219880" h="205473">
                  <a:moveTo>
                    <a:pt x="92080" y="205473"/>
                  </a:moveTo>
                  <a:cubicBezTo>
                    <a:pt x="89326" y="205473"/>
                    <a:pt x="86684" y="204542"/>
                    <a:pt x="84527" y="202794"/>
                  </a:cubicBezTo>
                  <a:lnTo>
                    <a:pt x="4532" y="138872"/>
                  </a:lnTo>
                  <a:cubicBezTo>
                    <a:pt x="2039" y="136900"/>
                    <a:pt x="439" y="133961"/>
                    <a:pt x="67" y="130798"/>
                  </a:cubicBezTo>
                  <a:cubicBezTo>
                    <a:pt x="-268" y="127598"/>
                    <a:pt x="662" y="124399"/>
                    <a:pt x="2671" y="121906"/>
                  </a:cubicBezTo>
                  <a:lnTo>
                    <a:pt x="38874" y="76588"/>
                  </a:lnTo>
                  <a:cubicBezTo>
                    <a:pt x="43041" y="71379"/>
                    <a:pt x="50669" y="70523"/>
                    <a:pt x="55840" y="74728"/>
                  </a:cubicBezTo>
                  <a:lnTo>
                    <a:pt x="80955" y="94745"/>
                  </a:lnTo>
                  <a:lnTo>
                    <a:pt x="152839" y="4518"/>
                  </a:lnTo>
                  <a:cubicBezTo>
                    <a:pt x="157043" y="-691"/>
                    <a:pt x="164634" y="-1510"/>
                    <a:pt x="169843" y="2657"/>
                  </a:cubicBezTo>
                  <a:lnTo>
                    <a:pt x="215347" y="39009"/>
                  </a:lnTo>
                  <a:cubicBezTo>
                    <a:pt x="220556" y="43176"/>
                    <a:pt x="221411" y="50803"/>
                    <a:pt x="217207" y="55975"/>
                  </a:cubicBezTo>
                  <a:lnTo>
                    <a:pt x="101526" y="200859"/>
                  </a:lnTo>
                  <a:cubicBezTo>
                    <a:pt x="99517" y="203352"/>
                    <a:pt x="96615" y="204989"/>
                    <a:pt x="93415" y="205324"/>
                  </a:cubicBezTo>
                  <a:cubicBezTo>
                    <a:pt x="92968" y="205399"/>
                    <a:pt x="92522" y="205436"/>
                    <a:pt x="92075" y="205473"/>
                  </a:cubicBezTo>
                  <a:close/>
                  <a:moveTo>
                    <a:pt x="29014" y="127561"/>
                  </a:moveTo>
                  <a:lnTo>
                    <a:pt x="90182" y="176377"/>
                  </a:lnTo>
                  <a:lnTo>
                    <a:pt x="190823" y="50323"/>
                  </a:lnTo>
                  <a:lnTo>
                    <a:pt x="164220" y="29077"/>
                  </a:lnTo>
                  <a:lnTo>
                    <a:pt x="92187" y="119267"/>
                  </a:lnTo>
                  <a:lnTo>
                    <a:pt x="92187" y="119230"/>
                  </a:lnTo>
                  <a:cubicBezTo>
                    <a:pt x="90215" y="121760"/>
                    <a:pt x="87276" y="123360"/>
                    <a:pt x="84113" y="123695"/>
                  </a:cubicBezTo>
                  <a:cubicBezTo>
                    <a:pt x="80913" y="124067"/>
                    <a:pt x="77714" y="123100"/>
                    <a:pt x="75221" y="121091"/>
                  </a:cubicBezTo>
                  <a:lnTo>
                    <a:pt x="50106" y="10103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35629354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Picture 85" descr="A blue lines and dots&#10;&#10;AI-generated content may be incorrect.">
            <a:extLst>
              <a:ext uri="{FF2B5EF4-FFF2-40B4-BE49-F238E27FC236}">
                <a16:creationId xmlns:a16="http://schemas.microsoft.com/office/drawing/2014/main" id="{1BF598FF-7FF5-86D3-F90D-D08FC8C74CB5}"/>
              </a:ext>
            </a:extLst>
          </p:cNvPr>
          <p:cNvPicPr>
            <a:picLocks/>
          </p:cNvPicPr>
          <p:nvPr/>
        </p:nvPicPr>
        <p:blipFill rotWithShape="1">
          <a:blip r:embed="rId2">
            <a:grayscl/>
          </a:blip>
          <a:srcRect t="46175" b="41255"/>
          <a:stretch>
            <a:fillRect/>
          </a:stretch>
        </p:blipFill>
        <p:spPr>
          <a:xfrm>
            <a:off x="407986" y="1304394"/>
            <a:ext cx="11379600" cy="619200"/>
          </a:xfrm>
          <a:prstGeom prst="roundRect">
            <a:avLst/>
          </a:prstGeom>
        </p:spPr>
      </p:pic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41CD4193-AFE9-26CF-1FDE-9403AED88221}"/>
              </a:ext>
            </a:extLst>
          </p:cNvPr>
          <p:cNvSpPr>
            <a:spLocks/>
          </p:cNvSpPr>
          <p:nvPr/>
        </p:nvSpPr>
        <p:spPr>
          <a:xfrm>
            <a:off x="407986" y="1304394"/>
            <a:ext cx="11379600" cy="619200"/>
          </a:xfrm>
          <a:prstGeom prst="roundRect">
            <a:avLst/>
          </a:prstGeom>
          <a:solidFill>
            <a:schemeClr val="accent4">
              <a:alpha val="68000"/>
            </a:schemeClr>
          </a:solidFill>
          <a:ln w="9525" cap="flat" cmpd="sng" algn="ctr">
            <a:noFill/>
            <a:prstDash val="solid"/>
          </a:ln>
          <a:effectLst/>
        </p:spPr>
        <p:txBody>
          <a:bodyPr lIns="91440" tIns="45720" rIns="91440" bIns="45720" rtlCol="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6311DD4-EBCC-0F73-C01C-79826791C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6" y="385555"/>
            <a:ext cx="11379600" cy="430887"/>
          </a:xfrm>
        </p:spPr>
        <p:txBody>
          <a:bodyPr/>
          <a:lstStyle/>
          <a:p>
            <a:r>
              <a:rPr lang="en-US" dirty="0"/>
              <a:t>A structured approach ensures high-quality presentation delivery</a:t>
            </a:r>
            <a:endParaRPr lang="en-IN" dirty="0"/>
          </a:p>
        </p:txBody>
      </p:sp>
      <p:sp>
        <p:nvSpPr>
          <p:cNvPr id="7" name="Free-form: Shape 4">
            <a:extLst>
              <a:ext uri="{FF2B5EF4-FFF2-40B4-BE49-F238E27FC236}">
                <a16:creationId xmlns:a16="http://schemas.microsoft.com/office/drawing/2014/main" id="{0FC85720-A91A-0B36-FB0A-06E53F16CD26}"/>
              </a:ext>
            </a:extLst>
          </p:cNvPr>
          <p:cNvSpPr/>
          <p:nvPr/>
        </p:nvSpPr>
        <p:spPr>
          <a:xfrm>
            <a:off x="3357882" y="4898463"/>
            <a:ext cx="366393" cy="990600"/>
          </a:xfrm>
          <a:custGeom>
            <a:avLst/>
            <a:gdLst>
              <a:gd name="csX0" fmla="*/ 411480 w 411480"/>
              <a:gd name="csY0" fmla="*/ 990600 h 990600"/>
              <a:gd name="csX1" fmla="*/ 205740 w 411480"/>
              <a:gd name="csY1" fmla="*/ 990600 h 990600"/>
              <a:gd name="csX2" fmla="*/ 205740 w 411480"/>
              <a:gd name="csY2" fmla="*/ 0 h 990600"/>
              <a:gd name="csX3" fmla="*/ 0 w 411480"/>
              <a:gd name="csY3" fmla="*/ 0 h 990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11480" h="990600">
                <a:moveTo>
                  <a:pt x="411480" y="990600"/>
                </a:moveTo>
                <a:lnTo>
                  <a:pt x="205740" y="990600"/>
                </a:lnTo>
                <a:lnTo>
                  <a:pt x="205740" y="0"/>
                </a:lnTo>
                <a:lnTo>
                  <a:pt x="0" y="0"/>
                </a:lnTo>
              </a:path>
            </a:pathLst>
          </a:custGeom>
          <a:noFill/>
          <a:ln w="3175" cap="flat" cmpd="sng" algn="ctr">
            <a:solidFill>
              <a:srgbClr val="2E2E38">
                <a:lumMod val="20000"/>
                <a:lumOff val="80000"/>
              </a:srgbClr>
            </a:solidFill>
            <a:prstDash val="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2E2E38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E7C54B7-E5F8-AB45-3C19-D5655349344B}"/>
              </a:ext>
            </a:extLst>
          </p:cNvPr>
          <p:cNvSpPr/>
          <p:nvPr/>
        </p:nvSpPr>
        <p:spPr>
          <a:xfrm>
            <a:off x="407988" y="4655010"/>
            <a:ext cx="2949894" cy="1670685"/>
          </a:xfrm>
          <a:prstGeom prst="roundRect">
            <a:avLst>
              <a:gd name="adj" fmla="val 3661"/>
            </a:avLst>
          </a:prstGeom>
          <a:solidFill>
            <a:srgbClr val="FFFFFF"/>
          </a:solidFill>
          <a:effectLst>
            <a:outerShdw blurRad="63500" algn="ctr" rotWithShape="0">
              <a:prstClr val="black">
                <a:alpha val="8000"/>
              </a:prstClr>
            </a:outerShdw>
          </a:effectLst>
        </p:spPr>
        <p:txBody>
          <a:bodyPr wrap="square" lIns="108000" tIns="108000" rIns="108000" bIns="108000" anchor="t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it-IT" sz="1600" b="1" kern="0" dirty="0">
                <a:solidFill>
                  <a:schemeClr val="accent1"/>
                </a:solidFill>
              </a:rPr>
              <a:t>Brief</a:t>
            </a:r>
          </a:p>
          <a:p>
            <a:pPr marL="180000" marR="0" lvl="0" indent="-180000" defTabSz="91440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2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</a:rPr>
              <a:t>Understand client objectives, expectations, and target audience</a:t>
            </a:r>
          </a:p>
          <a:p>
            <a:pPr marL="180000" marR="0" lvl="0" indent="-180000" defTabSz="91440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2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</a:rPr>
              <a:t>Identify key requirements, timelines, and brand guidelines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92EEB80-2A52-7D26-2E1A-09160D176A54}"/>
              </a:ext>
            </a:extLst>
          </p:cNvPr>
          <p:cNvSpPr/>
          <p:nvPr/>
        </p:nvSpPr>
        <p:spPr>
          <a:xfrm>
            <a:off x="8849357" y="4655010"/>
            <a:ext cx="2742568" cy="1670685"/>
          </a:xfrm>
          <a:prstGeom prst="roundRect">
            <a:avLst>
              <a:gd name="adj" fmla="val 3661"/>
            </a:avLst>
          </a:prstGeom>
          <a:solidFill>
            <a:srgbClr val="FFFFFF"/>
          </a:solidFill>
          <a:effectLst>
            <a:outerShdw blurRad="63500" algn="ctr" rotWithShape="0">
              <a:prstClr val="black">
                <a:alpha val="8000"/>
              </a:prstClr>
            </a:outerShdw>
          </a:effectLst>
        </p:spPr>
        <p:txBody>
          <a:bodyPr wrap="square" lIns="108000" tIns="108000" rIns="108000" bIns="108000" anchor="t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1600" b="1" kern="0" dirty="0">
                <a:solidFill>
                  <a:schemeClr val="accent1"/>
                </a:solidFill>
              </a:rPr>
              <a:t>Deliver</a:t>
            </a:r>
          </a:p>
          <a:p>
            <a:pPr marL="180000" marR="0" lvl="0" indent="-180000" defTabSz="91440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2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</a:rPr>
              <a:t>Finalize polished, executive-ready presentations on time</a:t>
            </a:r>
          </a:p>
          <a:p>
            <a:pPr marL="180000" marR="0" lvl="0" indent="-180000" defTabSz="91440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2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</a:rPr>
              <a:t>Ensure all deliverables meet client expectations and quality standards</a:t>
            </a:r>
          </a:p>
        </p:txBody>
      </p:sp>
      <p:sp>
        <p:nvSpPr>
          <p:cNvPr id="10" name="Free-form: Shape 16">
            <a:extLst>
              <a:ext uri="{FF2B5EF4-FFF2-40B4-BE49-F238E27FC236}">
                <a16:creationId xmlns:a16="http://schemas.microsoft.com/office/drawing/2014/main" id="{DA52D65C-2987-3D5B-BF7A-392C5AFEDE7A}"/>
              </a:ext>
            </a:extLst>
          </p:cNvPr>
          <p:cNvSpPr/>
          <p:nvPr/>
        </p:nvSpPr>
        <p:spPr>
          <a:xfrm flipH="1">
            <a:off x="8457745" y="4898463"/>
            <a:ext cx="394124" cy="990600"/>
          </a:xfrm>
          <a:custGeom>
            <a:avLst/>
            <a:gdLst>
              <a:gd name="csX0" fmla="*/ 411480 w 411480"/>
              <a:gd name="csY0" fmla="*/ 990600 h 990600"/>
              <a:gd name="csX1" fmla="*/ 205740 w 411480"/>
              <a:gd name="csY1" fmla="*/ 990600 h 990600"/>
              <a:gd name="csX2" fmla="*/ 205740 w 411480"/>
              <a:gd name="csY2" fmla="*/ 0 h 990600"/>
              <a:gd name="csX3" fmla="*/ 0 w 411480"/>
              <a:gd name="csY3" fmla="*/ 0 h 990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11480" h="990600">
                <a:moveTo>
                  <a:pt x="411480" y="990600"/>
                </a:moveTo>
                <a:lnTo>
                  <a:pt x="205740" y="990600"/>
                </a:lnTo>
                <a:lnTo>
                  <a:pt x="205740" y="0"/>
                </a:lnTo>
                <a:lnTo>
                  <a:pt x="0" y="0"/>
                </a:lnTo>
              </a:path>
            </a:pathLst>
          </a:custGeom>
          <a:noFill/>
          <a:ln w="3175" cap="flat" cmpd="sng" algn="ctr">
            <a:solidFill>
              <a:srgbClr val="2E2E38">
                <a:lumMod val="20000"/>
                <a:lumOff val="80000"/>
              </a:srgbClr>
            </a:solidFill>
            <a:prstDash val="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2E2E38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1" name="Free-form: Shape 17">
            <a:extLst>
              <a:ext uri="{FF2B5EF4-FFF2-40B4-BE49-F238E27FC236}">
                <a16:creationId xmlns:a16="http://schemas.microsoft.com/office/drawing/2014/main" id="{6A7CD157-9BB9-B678-9EBB-E823EA389AC7}"/>
              </a:ext>
            </a:extLst>
          </p:cNvPr>
          <p:cNvSpPr/>
          <p:nvPr/>
        </p:nvSpPr>
        <p:spPr>
          <a:xfrm>
            <a:off x="3357883" y="2735653"/>
            <a:ext cx="847178" cy="1919358"/>
          </a:xfrm>
          <a:custGeom>
            <a:avLst/>
            <a:gdLst>
              <a:gd name="csX0" fmla="*/ 411480 w 411480"/>
              <a:gd name="csY0" fmla="*/ 990600 h 990600"/>
              <a:gd name="csX1" fmla="*/ 205740 w 411480"/>
              <a:gd name="csY1" fmla="*/ 990600 h 990600"/>
              <a:gd name="csX2" fmla="*/ 205740 w 411480"/>
              <a:gd name="csY2" fmla="*/ 0 h 990600"/>
              <a:gd name="csX3" fmla="*/ 0 w 411480"/>
              <a:gd name="csY3" fmla="*/ 0 h 990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11480" h="990600">
                <a:moveTo>
                  <a:pt x="411480" y="990600"/>
                </a:moveTo>
                <a:lnTo>
                  <a:pt x="205740" y="990600"/>
                </a:lnTo>
                <a:lnTo>
                  <a:pt x="205740" y="0"/>
                </a:lnTo>
                <a:lnTo>
                  <a:pt x="0" y="0"/>
                </a:lnTo>
              </a:path>
            </a:pathLst>
          </a:custGeom>
          <a:noFill/>
          <a:ln w="3175" cap="flat" cmpd="sng" algn="ctr">
            <a:solidFill>
              <a:srgbClr val="2E2E38">
                <a:lumMod val="20000"/>
                <a:lumOff val="80000"/>
              </a:srgbClr>
            </a:solidFill>
            <a:prstDash val="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2E2E38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C11D748-8E0C-F4DC-F5A9-975EBF4913CB}"/>
              </a:ext>
            </a:extLst>
          </p:cNvPr>
          <p:cNvSpPr/>
          <p:nvPr/>
        </p:nvSpPr>
        <p:spPr>
          <a:xfrm>
            <a:off x="399180" y="2471513"/>
            <a:ext cx="3075222" cy="1456332"/>
          </a:xfrm>
          <a:prstGeom prst="roundRect">
            <a:avLst>
              <a:gd name="adj" fmla="val 3661"/>
            </a:avLst>
          </a:prstGeom>
          <a:solidFill>
            <a:srgbClr val="FFFFFF"/>
          </a:solidFill>
          <a:effectLst>
            <a:outerShdw blurRad="63500" algn="ctr" rotWithShape="0">
              <a:prstClr val="black">
                <a:alpha val="8000"/>
              </a:prstClr>
            </a:outerShdw>
          </a:effectLst>
        </p:spPr>
        <p:txBody>
          <a:bodyPr wrap="square" lIns="108000" tIns="108000" rIns="108000" bIns="108000" anchor="t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1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</a:rPr>
              <a:t>Structure</a:t>
            </a:r>
          </a:p>
          <a:p>
            <a:pPr marL="180000" marR="0" lvl="0" indent="-180000" defTabSz="91440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2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</a:rPr>
              <a:t>Organize complex information into a clear, logical flow</a:t>
            </a:r>
          </a:p>
          <a:p>
            <a:pPr marL="180000" marR="0" lvl="0" indent="-180000" defTabSz="91440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2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</a:rPr>
              <a:t>Define key messages and establish a compelling storyline</a:t>
            </a:r>
          </a:p>
        </p:txBody>
      </p:sp>
      <p:sp>
        <p:nvSpPr>
          <p:cNvPr id="13" name="Free-form: Shape 19">
            <a:extLst>
              <a:ext uri="{FF2B5EF4-FFF2-40B4-BE49-F238E27FC236}">
                <a16:creationId xmlns:a16="http://schemas.microsoft.com/office/drawing/2014/main" id="{7B9B8A80-5D58-2739-2A1B-0C9901B06062}"/>
              </a:ext>
            </a:extLst>
          </p:cNvPr>
          <p:cNvSpPr/>
          <p:nvPr/>
        </p:nvSpPr>
        <p:spPr>
          <a:xfrm flipH="1">
            <a:off x="8004691" y="2735653"/>
            <a:ext cx="847178" cy="1919358"/>
          </a:xfrm>
          <a:custGeom>
            <a:avLst/>
            <a:gdLst>
              <a:gd name="csX0" fmla="*/ 411480 w 411480"/>
              <a:gd name="csY0" fmla="*/ 990600 h 990600"/>
              <a:gd name="csX1" fmla="*/ 205740 w 411480"/>
              <a:gd name="csY1" fmla="*/ 990600 h 990600"/>
              <a:gd name="csX2" fmla="*/ 205740 w 411480"/>
              <a:gd name="csY2" fmla="*/ 0 h 990600"/>
              <a:gd name="csX3" fmla="*/ 0 w 411480"/>
              <a:gd name="csY3" fmla="*/ 0 h 990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11480" h="990600">
                <a:moveTo>
                  <a:pt x="411480" y="990600"/>
                </a:moveTo>
                <a:lnTo>
                  <a:pt x="205740" y="990600"/>
                </a:lnTo>
                <a:lnTo>
                  <a:pt x="205740" y="0"/>
                </a:lnTo>
                <a:lnTo>
                  <a:pt x="0" y="0"/>
                </a:lnTo>
              </a:path>
            </a:pathLst>
          </a:custGeom>
          <a:noFill/>
          <a:ln w="3175" cap="flat" cmpd="sng" algn="ctr">
            <a:solidFill>
              <a:srgbClr val="2E2E38">
                <a:lumMod val="20000"/>
                <a:lumOff val="80000"/>
              </a:srgbClr>
            </a:solidFill>
            <a:prstDash val="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2E2E38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31C9373-5F22-4B5F-1A85-C3C1304CDB76}"/>
              </a:ext>
            </a:extLst>
          </p:cNvPr>
          <p:cNvSpPr/>
          <p:nvPr/>
        </p:nvSpPr>
        <p:spPr>
          <a:xfrm>
            <a:off x="8732837" y="2501090"/>
            <a:ext cx="2859088" cy="1895553"/>
          </a:xfrm>
          <a:prstGeom prst="roundRect">
            <a:avLst>
              <a:gd name="adj" fmla="val 3661"/>
            </a:avLst>
          </a:prstGeom>
          <a:solidFill>
            <a:srgbClr val="FFFFFF"/>
          </a:solidFill>
          <a:effectLst>
            <a:outerShdw blurRad="63500" algn="ctr" rotWithShape="0">
              <a:prstClr val="black">
                <a:alpha val="8000"/>
              </a:prstClr>
            </a:outerShdw>
          </a:effectLst>
        </p:spPr>
        <p:txBody>
          <a:bodyPr wrap="square" lIns="108000" tIns="108000" rIns="108000" bIns="108000" anchor="t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1600" b="1" kern="0" dirty="0">
                <a:solidFill>
                  <a:schemeClr val="accent1"/>
                </a:solidFill>
              </a:rPr>
              <a:t>Review</a:t>
            </a:r>
          </a:p>
          <a:p>
            <a:pPr marL="180000" marR="0" lvl="0" indent="-180000" defTabSz="91440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2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</a:rPr>
              <a:t>Ensure accuracy, consistency, and adherence to brand standards</a:t>
            </a:r>
          </a:p>
          <a:p>
            <a:pPr marL="180000" marR="0" lvl="0" indent="-180000" defTabSz="91440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2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</a:rPr>
              <a:t>Refine content, formatting, alignment, and overall presentation quality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19B9774-6F77-ED57-436F-520F3242C700}"/>
              </a:ext>
            </a:extLst>
          </p:cNvPr>
          <p:cNvCxnSpPr>
            <a:cxnSpLocks/>
          </p:cNvCxnSpPr>
          <p:nvPr/>
        </p:nvCxnSpPr>
        <p:spPr>
          <a:xfrm>
            <a:off x="6096000" y="3363971"/>
            <a:ext cx="0" cy="482932"/>
          </a:xfrm>
          <a:prstGeom prst="line">
            <a:avLst/>
          </a:prstGeom>
          <a:noFill/>
          <a:ln w="3175" cap="flat" cmpd="sng" algn="ctr">
            <a:solidFill>
              <a:srgbClr val="2E2E38">
                <a:lumMod val="20000"/>
                <a:lumOff val="80000"/>
              </a:srgbClr>
            </a:solidFill>
            <a:prstDash val="dash"/>
          </a:ln>
          <a:effectLst/>
        </p:spPr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E0E9D53-37C4-FC61-3642-ED83C137CE76}"/>
              </a:ext>
            </a:extLst>
          </p:cNvPr>
          <p:cNvSpPr/>
          <p:nvPr/>
        </p:nvSpPr>
        <p:spPr>
          <a:xfrm>
            <a:off x="3962400" y="1974803"/>
            <a:ext cx="4267200" cy="1483966"/>
          </a:xfrm>
          <a:prstGeom prst="roundRect">
            <a:avLst>
              <a:gd name="adj" fmla="val 6589"/>
            </a:avLst>
          </a:prstGeom>
          <a:solidFill>
            <a:srgbClr val="FFFFFF"/>
          </a:solidFill>
          <a:effectLst>
            <a:outerShdw blurRad="63500" algn="ctr" rotWithShape="0">
              <a:prstClr val="black">
                <a:alpha val="8000"/>
              </a:prstClr>
            </a:outerShdw>
          </a:effectLst>
        </p:spPr>
        <p:txBody>
          <a:bodyPr wrap="square" lIns="108000" tIns="108000" rIns="108000" bIns="108000" anchor="t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it-IT" sz="1600" b="1" kern="0" dirty="0">
                <a:solidFill>
                  <a:schemeClr val="accent1"/>
                </a:solidFill>
              </a:rPr>
              <a:t>Design</a:t>
            </a:r>
          </a:p>
          <a:p>
            <a:pPr marL="180000" marR="0" lvl="0" indent="-180000" defTabSz="91440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2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</a:rPr>
              <a:t>Transform content into visually engaging, professional slides</a:t>
            </a:r>
          </a:p>
          <a:p>
            <a:pPr marL="180000" marR="0" lvl="0" indent="-180000" defTabSz="91440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2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</a:rPr>
              <a:t>Apply effective layouts, infographics, charts, and visual hierarchy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1D86158-579C-42E4-9BB8-64A2481FC410}"/>
              </a:ext>
            </a:extLst>
          </p:cNvPr>
          <p:cNvSpPr/>
          <p:nvPr/>
        </p:nvSpPr>
        <p:spPr>
          <a:xfrm>
            <a:off x="3590135" y="5532730"/>
            <a:ext cx="707732" cy="707732"/>
          </a:xfrm>
          <a:prstGeom prst="ellipse">
            <a:avLst/>
          </a:prstGeom>
          <a:gradFill flip="none" rotWithShape="1">
            <a:gsLst>
              <a:gs pos="48000">
                <a:srgbClr val="FFFFFF">
                  <a:alpha val="84000"/>
                </a:srgbClr>
              </a:gs>
              <a:gs pos="99000">
                <a:srgbClr val="FFFFFF">
                  <a:alpha val="0"/>
                </a:srgbClr>
              </a:gs>
            </a:gsLst>
            <a:lin ang="189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596900" dist="368300" dir="2700000" sx="86000" sy="86000" algn="tl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06632FD-4164-A00A-9061-6222A08F6EAA}"/>
              </a:ext>
            </a:extLst>
          </p:cNvPr>
          <p:cNvSpPr/>
          <p:nvPr/>
        </p:nvSpPr>
        <p:spPr>
          <a:xfrm>
            <a:off x="3678364" y="5620731"/>
            <a:ext cx="531729" cy="53173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outerShdw blurRad="342900" dist="76200" dir="2700000" sx="96000" sy="96000" algn="tl" rotWithShape="0">
              <a:prstClr val="black">
                <a:alpha val="32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0" name="Partial Circle 50">
            <a:extLst>
              <a:ext uri="{FF2B5EF4-FFF2-40B4-BE49-F238E27FC236}">
                <a16:creationId xmlns:a16="http://schemas.microsoft.com/office/drawing/2014/main" id="{3FF717BA-8A11-973C-2ADF-E2182C9807B2}"/>
              </a:ext>
            </a:extLst>
          </p:cNvPr>
          <p:cNvSpPr/>
          <p:nvPr/>
        </p:nvSpPr>
        <p:spPr>
          <a:xfrm rot="5400000" flipH="1">
            <a:off x="3570426" y="5872400"/>
            <a:ext cx="244268" cy="28393"/>
          </a:xfrm>
          <a:custGeom>
            <a:avLst/>
            <a:gdLst>
              <a:gd name="connsiteX0" fmla="*/ 577925 w 804618"/>
              <a:gd name="connsiteY0" fmla="*/ 764264 h 804618"/>
              <a:gd name="connsiteX1" fmla="*/ 225417 w 804618"/>
              <a:gd name="connsiteY1" fmla="*/ 763642 h 804618"/>
              <a:gd name="connsiteX2" fmla="*/ 402309 w 804618"/>
              <a:gd name="connsiteY2" fmla="*/ 402309 h 804618"/>
              <a:gd name="connsiteX3" fmla="*/ 577925 w 804618"/>
              <a:gd name="connsiteY3" fmla="*/ 764264 h 804618"/>
              <a:gd name="connsiteX0" fmla="*/ 176892 w 352508"/>
              <a:gd name="connsiteY0" fmla="*/ 0 h 402308"/>
              <a:gd name="connsiteX1" fmla="*/ 352508 w 352508"/>
              <a:gd name="connsiteY1" fmla="*/ 361955 h 402308"/>
              <a:gd name="connsiteX2" fmla="*/ 0 w 352508"/>
              <a:gd name="connsiteY2" fmla="*/ 361333 h 402308"/>
              <a:gd name="connsiteX3" fmla="*/ 268332 w 352508"/>
              <a:gd name="connsiteY3" fmla="*/ 91440 h 402308"/>
              <a:gd name="connsiteX0" fmla="*/ 176892 w 352508"/>
              <a:gd name="connsiteY0" fmla="*/ 0 h 402308"/>
              <a:gd name="connsiteX1" fmla="*/ 352508 w 352508"/>
              <a:gd name="connsiteY1" fmla="*/ 361955 h 402308"/>
              <a:gd name="connsiteX2" fmla="*/ 0 w 352508"/>
              <a:gd name="connsiteY2" fmla="*/ 361333 h 402308"/>
              <a:gd name="connsiteX0" fmla="*/ 352508 w 352508"/>
              <a:gd name="connsiteY0" fmla="*/ 622 h 40975"/>
              <a:gd name="connsiteX1" fmla="*/ 0 w 352508"/>
              <a:gd name="connsiteY1" fmla="*/ 0 h 40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52508" h="40975">
                <a:moveTo>
                  <a:pt x="352508" y="622"/>
                </a:moveTo>
                <a:cubicBezTo>
                  <a:pt x="241164" y="54644"/>
                  <a:pt x="111153" y="54415"/>
                  <a:pt x="0" y="0"/>
                </a:cubicBezTo>
              </a:path>
            </a:pathLst>
          </a:custGeom>
          <a:noFill/>
          <a:ln w="28575" cap="rnd" cmpd="sng" algn="ctr">
            <a:solidFill>
              <a:schemeClr val="accent1"/>
            </a:solidFill>
            <a:prstDash val="solid"/>
            <a:round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5DB1C32-909D-159A-25F5-92C781F6FDD3}"/>
              </a:ext>
            </a:extLst>
          </p:cNvPr>
          <p:cNvSpPr/>
          <p:nvPr/>
        </p:nvSpPr>
        <p:spPr>
          <a:xfrm>
            <a:off x="4061971" y="4311821"/>
            <a:ext cx="707732" cy="707732"/>
          </a:xfrm>
          <a:prstGeom prst="ellipse">
            <a:avLst/>
          </a:prstGeom>
          <a:gradFill flip="none" rotWithShape="1">
            <a:gsLst>
              <a:gs pos="48000">
                <a:srgbClr val="FFFFFF">
                  <a:alpha val="84000"/>
                </a:srgbClr>
              </a:gs>
              <a:gs pos="99000">
                <a:srgbClr val="FFFFFF">
                  <a:alpha val="0"/>
                </a:srgbClr>
              </a:gs>
            </a:gsLst>
            <a:lin ang="189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596900" dist="368300" dir="2700000" sx="86000" sy="86000" algn="tl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5FB566E-34BF-BD97-3DB5-193568774966}"/>
              </a:ext>
            </a:extLst>
          </p:cNvPr>
          <p:cNvSpPr/>
          <p:nvPr/>
        </p:nvSpPr>
        <p:spPr>
          <a:xfrm>
            <a:off x="4150200" y="4399822"/>
            <a:ext cx="531729" cy="53173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outerShdw blurRad="342900" dist="76200" dir="2700000" sx="96000" sy="96000" algn="tl" rotWithShape="0">
              <a:prstClr val="black">
                <a:alpha val="32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4" name="Partial Circle 50">
            <a:extLst>
              <a:ext uri="{FF2B5EF4-FFF2-40B4-BE49-F238E27FC236}">
                <a16:creationId xmlns:a16="http://schemas.microsoft.com/office/drawing/2014/main" id="{FB5328E9-6D98-1C77-3987-0176DB5BC074}"/>
              </a:ext>
            </a:extLst>
          </p:cNvPr>
          <p:cNvSpPr/>
          <p:nvPr/>
        </p:nvSpPr>
        <p:spPr>
          <a:xfrm rot="5400000" flipH="1">
            <a:off x="4042262" y="4651491"/>
            <a:ext cx="244268" cy="28393"/>
          </a:xfrm>
          <a:custGeom>
            <a:avLst/>
            <a:gdLst>
              <a:gd name="connsiteX0" fmla="*/ 577925 w 804618"/>
              <a:gd name="connsiteY0" fmla="*/ 764264 h 804618"/>
              <a:gd name="connsiteX1" fmla="*/ 225417 w 804618"/>
              <a:gd name="connsiteY1" fmla="*/ 763642 h 804618"/>
              <a:gd name="connsiteX2" fmla="*/ 402309 w 804618"/>
              <a:gd name="connsiteY2" fmla="*/ 402309 h 804618"/>
              <a:gd name="connsiteX3" fmla="*/ 577925 w 804618"/>
              <a:gd name="connsiteY3" fmla="*/ 764264 h 804618"/>
              <a:gd name="connsiteX0" fmla="*/ 176892 w 352508"/>
              <a:gd name="connsiteY0" fmla="*/ 0 h 402308"/>
              <a:gd name="connsiteX1" fmla="*/ 352508 w 352508"/>
              <a:gd name="connsiteY1" fmla="*/ 361955 h 402308"/>
              <a:gd name="connsiteX2" fmla="*/ 0 w 352508"/>
              <a:gd name="connsiteY2" fmla="*/ 361333 h 402308"/>
              <a:gd name="connsiteX3" fmla="*/ 268332 w 352508"/>
              <a:gd name="connsiteY3" fmla="*/ 91440 h 402308"/>
              <a:gd name="connsiteX0" fmla="*/ 176892 w 352508"/>
              <a:gd name="connsiteY0" fmla="*/ 0 h 402308"/>
              <a:gd name="connsiteX1" fmla="*/ 352508 w 352508"/>
              <a:gd name="connsiteY1" fmla="*/ 361955 h 402308"/>
              <a:gd name="connsiteX2" fmla="*/ 0 w 352508"/>
              <a:gd name="connsiteY2" fmla="*/ 361333 h 402308"/>
              <a:gd name="connsiteX0" fmla="*/ 352508 w 352508"/>
              <a:gd name="connsiteY0" fmla="*/ 622 h 40975"/>
              <a:gd name="connsiteX1" fmla="*/ 0 w 352508"/>
              <a:gd name="connsiteY1" fmla="*/ 0 h 40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52508" h="40975">
                <a:moveTo>
                  <a:pt x="352508" y="622"/>
                </a:moveTo>
                <a:cubicBezTo>
                  <a:pt x="241164" y="54644"/>
                  <a:pt x="111153" y="54415"/>
                  <a:pt x="0" y="0"/>
                </a:cubicBezTo>
              </a:path>
            </a:pathLst>
          </a:custGeom>
          <a:noFill/>
          <a:ln w="28575" cap="rnd" cmpd="sng" algn="ctr">
            <a:solidFill>
              <a:schemeClr val="accent1"/>
            </a:solidFill>
            <a:prstDash val="solid"/>
            <a:round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729DF0E-3AF9-C832-61F8-A237C51D2C00}"/>
              </a:ext>
            </a:extLst>
          </p:cNvPr>
          <p:cNvGrpSpPr>
            <a:grpSpLocks noChangeAspect="1"/>
          </p:cNvGrpSpPr>
          <p:nvPr/>
        </p:nvGrpSpPr>
        <p:grpSpPr>
          <a:xfrm rot="5400000">
            <a:off x="5742134" y="3461663"/>
            <a:ext cx="707732" cy="707732"/>
            <a:chOff x="3206381" y="2848233"/>
            <a:chExt cx="1021346" cy="1021344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6DCC5DC-2297-2548-0EF4-1DFC9BEEB5F1}"/>
                </a:ext>
              </a:extLst>
            </p:cNvPr>
            <p:cNvSpPr/>
            <p:nvPr/>
          </p:nvSpPr>
          <p:spPr>
            <a:xfrm>
              <a:off x="3206381" y="2848233"/>
              <a:ext cx="1021346" cy="1021344"/>
            </a:xfrm>
            <a:prstGeom prst="ellipse">
              <a:avLst/>
            </a:prstGeom>
            <a:gradFill flip="none" rotWithShape="1">
              <a:gsLst>
                <a:gs pos="48000">
                  <a:srgbClr val="FFFFFF">
                    <a:alpha val="84000"/>
                  </a:srgbClr>
                </a:gs>
                <a:gs pos="99000">
                  <a:srgbClr val="FFFFFF">
                    <a:alpha val="0"/>
                  </a:srgbClr>
                </a:gs>
              </a:gsLst>
              <a:lin ang="189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596900" dist="368300" dir="2700000" sx="86000" sy="86000" algn="tl" rotWithShape="0">
                <a:prstClr val="black">
                  <a:alpha val="25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D0CE656E-7FFA-D986-4FF2-08529F857139}"/>
                </a:ext>
              </a:extLst>
            </p:cNvPr>
            <p:cNvSpPr/>
            <p:nvPr/>
          </p:nvSpPr>
          <p:spPr>
            <a:xfrm>
              <a:off x="3333706" y="2975229"/>
              <a:ext cx="767352" cy="767352"/>
            </a:xfrm>
            <a:prstGeom prst="ellipse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42900" dist="76200" dir="2700000" sx="96000" sy="96000" algn="tl" rotWithShape="0">
                <a:prstClr val="black">
                  <a:alpha val="32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8" name="Partial Circle 50">
              <a:extLst>
                <a:ext uri="{FF2B5EF4-FFF2-40B4-BE49-F238E27FC236}">
                  <a16:creationId xmlns:a16="http://schemas.microsoft.com/office/drawing/2014/main" id="{EAE045F3-805D-D2F6-AF8D-65274D58CB72}"/>
                </a:ext>
              </a:extLst>
            </p:cNvPr>
            <p:cNvSpPr/>
            <p:nvPr/>
          </p:nvSpPr>
          <p:spPr>
            <a:xfrm rot="5400000" flipH="1">
              <a:off x="3177939" y="3338418"/>
              <a:ext cx="352508" cy="40975"/>
            </a:xfrm>
            <a:custGeom>
              <a:avLst/>
              <a:gdLst>
                <a:gd name="connsiteX0" fmla="*/ 577925 w 804618"/>
                <a:gd name="connsiteY0" fmla="*/ 764264 h 804618"/>
                <a:gd name="connsiteX1" fmla="*/ 225417 w 804618"/>
                <a:gd name="connsiteY1" fmla="*/ 763642 h 804618"/>
                <a:gd name="connsiteX2" fmla="*/ 402309 w 804618"/>
                <a:gd name="connsiteY2" fmla="*/ 402309 h 804618"/>
                <a:gd name="connsiteX3" fmla="*/ 577925 w 804618"/>
                <a:gd name="connsiteY3" fmla="*/ 764264 h 804618"/>
                <a:gd name="connsiteX0" fmla="*/ 176892 w 352508"/>
                <a:gd name="connsiteY0" fmla="*/ 0 h 402308"/>
                <a:gd name="connsiteX1" fmla="*/ 352508 w 352508"/>
                <a:gd name="connsiteY1" fmla="*/ 361955 h 402308"/>
                <a:gd name="connsiteX2" fmla="*/ 0 w 352508"/>
                <a:gd name="connsiteY2" fmla="*/ 361333 h 402308"/>
                <a:gd name="connsiteX3" fmla="*/ 268332 w 352508"/>
                <a:gd name="connsiteY3" fmla="*/ 91440 h 402308"/>
                <a:gd name="connsiteX0" fmla="*/ 176892 w 352508"/>
                <a:gd name="connsiteY0" fmla="*/ 0 h 402308"/>
                <a:gd name="connsiteX1" fmla="*/ 352508 w 352508"/>
                <a:gd name="connsiteY1" fmla="*/ 361955 h 402308"/>
                <a:gd name="connsiteX2" fmla="*/ 0 w 352508"/>
                <a:gd name="connsiteY2" fmla="*/ 361333 h 402308"/>
                <a:gd name="connsiteX0" fmla="*/ 352508 w 352508"/>
                <a:gd name="connsiteY0" fmla="*/ 622 h 40975"/>
                <a:gd name="connsiteX1" fmla="*/ 0 w 352508"/>
                <a:gd name="connsiteY1" fmla="*/ 0 h 4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2508" h="40975">
                  <a:moveTo>
                    <a:pt x="352508" y="622"/>
                  </a:moveTo>
                  <a:cubicBezTo>
                    <a:pt x="241164" y="54644"/>
                    <a:pt x="111153" y="54415"/>
                    <a:pt x="0" y="0"/>
                  </a:cubicBezTo>
                </a:path>
              </a:pathLst>
            </a:custGeom>
            <a:noFill/>
            <a:ln w="28575" cap="rnd" cmpd="sng" algn="ctr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D9AB9F7-BAFD-47E6-37FB-3889E487DE55}"/>
              </a:ext>
            </a:extLst>
          </p:cNvPr>
          <p:cNvGrpSpPr>
            <a:grpSpLocks noChangeAspect="1"/>
          </p:cNvGrpSpPr>
          <p:nvPr/>
        </p:nvGrpSpPr>
        <p:grpSpPr>
          <a:xfrm flipH="1">
            <a:off x="7448381" y="4285328"/>
            <a:ext cx="707732" cy="707732"/>
            <a:chOff x="3206381" y="2848233"/>
            <a:chExt cx="1021346" cy="1021344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7C837338-EE7F-68A9-3C72-12736FEB31E1}"/>
                </a:ext>
              </a:extLst>
            </p:cNvPr>
            <p:cNvSpPr/>
            <p:nvPr/>
          </p:nvSpPr>
          <p:spPr>
            <a:xfrm>
              <a:off x="3206381" y="2848233"/>
              <a:ext cx="1021346" cy="1021344"/>
            </a:xfrm>
            <a:prstGeom prst="ellipse">
              <a:avLst/>
            </a:prstGeom>
            <a:gradFill flip="none" rotWithShape="1">
              <a:gsLst>
                <a:gs pos="48000">
                  <a:srgbClr val="FFFFFF">
                    <a:alpha val="84000"/>
                  </a:srgbClr>
                </a:gs>
                <a:gs pos="99000">
                  <a:srgbClr val="FFFFFF">
                    <a:alpha val="0"/>
                  </a:srgbClr>
                </a:gs>
              </a:gsLst>
              <a:lin ang="189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596900" dist="368300" dir="2700000" sx="86000" sy="86000" algn="tl" rotWithShape="0">
                <a:prstClr val="black">
                  <a:alpha val="25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140F5EAA-B48B-B7D9-F206-E7D3B88E5D73}"/>
                </a:ext>
              </a:extLst>
            </p:cNvPr>
            <p:cNvSpPr/>
            <p:nvPr/>
          </p:nvSpPr>
          <p:spPr>
            <a:xfrm>
              <a:off x="3333706" y="2975229"/>
              <a:ext cx="767352" cy="767352"/>
            </a:xfrm>
            <a:prstGeom prst="ellipse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42900" dist="76200" dir="2700000" sx="96000" sy="96000" algn="tl" rotWithShape="0">
                <a:prstClr val="black">
                  <a:alpha val="32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2" name="Partial Circle 50">
              <a:extLst>
                <a:ext uri="{FF2B5EF4-FFF2-40B4-BE49-F238E27FC236}">
                  <a16:creationId xmlns:a16="http://schemas.microsoft.com/office/drawing/2014/main" id="{10BDF20B-9AFA-89DA-A110-381FFDDE1622}"/>
                </a:ext>
              </a:extLst>
            </p:cNvPr>
            <p:cNvSpPr/>
            <p:nvPr/>
          </p:nvSpPr>
          <p:spPr>
            <a:xfrm rot="5400000" flipH="1">
              <a:off x="3177939" y="3338418"/>
              <a:ext cx="352508" cy="40975"/>
            </a:xfrm>
            <a:custGeom>
              <a:avLst/>
              <a:gdLst>
                <a:gd name="connsiteX0" fmla="*/ 577925 w 804618"/>
                <a:gd name="connsiteY0" fmla="*/ 764264 h 804618"/>
                <a:gd name="connsiteX1" fmla="*/ 225417 w 804618"/>
                <a:gd name="connsiteY1" fmla="*/ 763642 h 804618"/>
                <a:gd name="connsiteX2" fmla="*/ 402309 w 804618"/>
                <a:gd name="connsiteY2" fmla="*/ 402309 h 804618"/>
                <a:gd name="connsiteX3" fmla="*/ 577925 w 804618"/>
                <a:gd name="connsiteY3" fmla="*/ 764264 h 804618"/>
                <a:gd name="connsiteX0" fmla="*/ 176892 w 352508"/>
                <a:gd name="connsiteY0" fmla="*/ 0 h 402308"/>
                <a:gd name="connsiteX1" fmla="*/ 352508 w 352508"/>
                <a:gd name="connsiteY1" fmla="*/ 361955 h 402308"/>
                <a:gd name="connsiteX2" fmla="*/ 0 w 352508"/>
                <a:gd name="connsiteY2" fmla="*/ 361333 h 402308"/>
                <a:gd name="connsiteX3" fmla="*/ 268332 w 352508"/>
                <a:gd name="connsiteY3" fmla="*/ 91440 h 402308"/>
                <a:gd name="connsiteX0" fmla="*/ 176892 w 352508"/>
                <a:gd name="connsiteY0" fmla="*/ 0 h 402308"/>
                <a:gd name="connsiteX1" fmla="*/ 352508 w 352508"/>
                <a:gd name="connsiteY1" fmla="*/ 361955 h 402308"/>
                <a:gd name="connsiteX2" fmla="*/ 0 w 352508"/>
                <a:gd name="connsiteY2" fmla="*/ 361333 h 402308"/>
                <a:gd name="connsiteX0" fmla="*/ 352508 w 352508"/>
                <a:gd name="connsiteY0" fmla="*/ 622 h 40975"/>
                <a:gd name="connsiteX1" fmla="*/ 0 w 352508"/>
                <a:gd name="connsiteY1" fmla="*/ 0 h 4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2508" h="40975">
                  <a:moveTo>
                    <a:pt x="352508" y="622"/>
                  </a:moveTo>
                  <a:cubicBezTo>
                    <a:pt x="241164" y="54644"/>
                    <a:pt x="111153" y="54415"/>
                    <a:pt x="0" y="0"/>
                  </a:cubicBezTo>
                </a:path>
              </a:pathLst>
            </a:custGeom>
            <a:noFill/>
            <a:ln w="28575" cap="rnd" cmpd="sng" algn="ctr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</p:grpSp>
      <p:sp>
        <p:nvSpPr>
          <p:cNvPr id="34" name="Oval 33">
            <a:extLst>
              <a:ext uri="{FF2B5EF4-FFF2-40B4-BE49-F238E27FC236}">
                <a16:creationId xmlns:a16="http://schemas.microsoft.com/office/drawing/2014/main" id="{BD677639-9CA5-F471-627C-167C7469A287}"/>
              </a:ext>
            </a:extLst>
          </p:cNvPr>
          <p:cNvSpPr/>
          <p:nvPr/>
        </p:nvSpPr>
        <p:spPr>
          <a:xfrm flipH="1">
            <a:off x="7863487" y="5490352"/>
            <a:ext cx="707732" cy="707732"/>
          </a:xfrm>
          <a:prstGeom prst="ellipse">
            <a:avLst/>
          </a:prstGeom>
          <a:gradFill flip="none" rotWithShape="1">
            <a:gsLst>
              <a:gs pos="48000">
                <a:srgbClr val="FFFFFF">
                  <a:alpha val="84000"/>
                </a:srgbClr>
              </a:gs>
              <a:gs pos="99000">
                <a:srgbClr val="FFFFFF">
                  <a:alpha val="0"/>
                </a:srgbClr>
              </a:gs>
            </a:gsLst>
            <a:lin ang="189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596900" dist="368300" dir="2700000" sx="86000" sy="86000" algn="tl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E08D4869-46DC-8D74-9A0A-5F02D0A08ABF}"/>
              </a:ext>
            </a:extLst>
          </p:cNvPr>
          <p:cNvSpPr/>
          <p:nvPr/>
        </p:nvSpPr>
        <p:spPr>
          <a:xfrm flipH="1">
            <a:off x="7951261" y="5578353"/>
            <a:ext cx="531729" cy="53173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outerShdw blurRad="342900" dist="76200" dir="2700000" sx="96000" sy="96000" algn="tl" rotWithShape="0">
              <a:prstClr val="black">
                <a:alpha val="32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6" name="Partial Circle 50">
            <a:extLst>
              <a:ext uri="{FF2B5EF4-FFF2-40B4-BE49-F238E27FC236}">
                <a16:creationId xmlns:a16="http://schemas.microsoft.com/office/drawing/2014/main" id="{234E6F8A-B91F-90A5-DE10-43EB0FD35CD3}"/>
              </a:ext>
            </a:extLst>
          </p:cNvPr>
          <p:cNvSpPr/>
          <p:nvPr/>
        </p:nvSpPr>
        <p:spPr>
          <a:xfrm rot="16200000">
            <a:off x="8346660" y="5830022"/>
            <a:ext cx="244268" cy="28393"/>
          </a:xfrm>
          <a:custGeom>
            <a:avLst/>
            <a:gdLst>
              <a:gd name="connsiteX0" fmla="*/ 577925 w 804618"/>
              <a:gd name="connsiteY0" fmla="*/ 764264 h 804618"/>
              <a:gd name="connsiteX1" fmla="*/ 225417 w 804618"/>
              <a:gd name="connsiteY1" fmla="*/ 763642 h 804618"/>
              <a:gd name="connsiteX2" fmla="*/ 402309 w 804618"/>
              <a:gd name="connsiteY2" fmla="*/ 402309 h 804618"/>
              <a:gd name="connsiteX3" fmla="*/ 577925 w 804618"/>
              <a:gd name="connsiteY3" fmla="*/ 764264 h 804618"/>
              <a:gd name="connsiteX0" fmla="*/ 176892 w 352508"/>
              <a:gd name="connsiteY0" fmla="*/ 0 h 402308"/>
              <a:gd name="connsiteX1" fmla="*/ 352508 w 352508"/>
              <a:gd name="connsiteY1" fmla="*/ 361955 h 402308"/>
              <a:gd name="connsiteX2" fmla="*/ 0 w 352508"/>
              <a:gd name="connsiteY2" fmla="*/ 361333 h 402308"/>
              <a:gd name="connsiteX3" fmla="*/ 268332 w 352508"/>
              <a:gd name="connsiteY3" fmla="*/ 91440 h 402308"/>
              <a:gd name="connsiteX0" fmla="*/ 176892 w 352508"/>
              <a:gd name="connsiteY0" fmla="*/ 0 h 402308"/>
              <a:gd name="connsiteX1" fmla="*/ 352508 w 352508"/>
              <a:gd name="connsiteY1" fmla="*/ 361955 h 402308"/>
              <a:gd name="connsiteX2" fmla="*/ 0 w 352508"/>
              <a:gd name="connsiteY2" fmla="*/ 361333 h 402308"/>
              <a:gd name="connsiteX0" fmla="*/ 352508 w 352508"/>
              <a:gd name="connsiteY0" fmla="*/ 622 h 40975"/>
              <a:gd name="connsiteX1" fmla="*/ 0 w 352508"/>
              <a:gd name="connsiteY1" fmla="*/ 0 h 40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52508" h="40975">
                <a:moveTo>
                  <a:pt x="352508" y="622"/>
                </a:moveTo>
                <a:cubicBezTo>
                  <a:pt x="241164" y="54644"/>
                  <a:pt x="111153" y="54415"/>
                  <a:pt x="0" y="0"/>
                </a:cubicBezTo>
              </a:path>
            </a:pathLst>
          </a:custGeom>
          <a:noFill/>
          <a:ln w="28575" cap="rnd" cmpd="sng" algn="ctr">
            <a:solidFill>
              <a:schemeClr val="accent1"/>
            </a:solidFill>
            <a:prstDash val="solid"/>
            <a:round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A232B19-F5CD-E91D-FCDF-8DB737F932FD}"/>
              </a:ext>
            </a:extLst>
          </p:cNvPr>
          <p:cNvGrpSpPr/>
          <p:nvPr/>
        </p:nvGrpSpPr>
        <p:grpSpPr>
          <a:xfrm>
            <a:off x="4346275" y="4241913"/>
            <a:ext cx="3499446" cy="2247570"/>
            <a:chOff x="4346467" y="3928785"/>
            <a:chExt cx="3499446" cy="2247570"/>
          </a:xfrm>
        </p:grpSpPr>
        <p:sp>
          <p:nvSpPr>
            <p:cNvPr id="45" name="Free-form: Shape 94">
              <a:extLst>
                <a:ext uri="{FF2B5EF4-FFF2-40B4-BE49-F238E27FC236}">
                  <a16:creationId xmlns:a16="http://schemas.microsoft.com/office/drawing/2014/main" id="{F4092A71-067E-E04B-7FAC-995540DF826F}"/>
                </a:ext>
              </a:extLst>
            </p:cNvPr>
            <p:cNvSpPr/>
            <p:nvPr/>
          </p:nvSpPr>
          <p:spPr>
            <a:xfrm>
              <a:off x="7427039" y="4649697"/>
              <a:ext cx="9508" cy="17622"/>
            </a:xfrm>
            <a:custGeom>
              <a:avLst/>
              <a:gdLst>
                <a:gd name="csX0" fmla="*/ 9508 w 9508"/>
                <a:gd name="csY0" fmla="*/ 2282 h 17622"/>
                <a:gd name="csX1" fmla="*/ 8494 w 9508"/>
                <a:gd name="csY1" fmla="*/ 0 h 17622"/>
                <a:gd name="csX2" fmla="*/ 0 w 9508"/>
                <a:gd name="csY2" fmla="*/ 17622 h 176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9508" h="17622">
                  <a:moveTo>
                    <a:pt x="9508" y="2282"/>
                  </a:moveTo>
                  <a:lnTo>
                    <a:pt x="8494" y="0"/>
                  </a:lnTo>
                  <a:lnTo>
                    <a:pt x="0" y="17622"/>
                  </a:lnTo>
                  <a:close/>
                </a:path>
              </a:pathLst>
            </a:custGeom>
            <a:solidFill>
              <a:srgbClr val="A5A5B4"/>
            </a:solidFill>
            <a:ln w="12665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46" name="Free-form: Shape 95">
              <a:extLst>
                <a:ext uri="{FF2B5EF4-FFF2-40B4-BE49-F238E27FC236}">
                  <a16:creationId xmlns:a16="http://schemas.microsoft.com/office/drawing/2014/main" id="{678C5BC1-4313-5746-130C-1F25DC0307BE}"/>
                </a:ext>
              </a:extLst>
            </p:cNvPr>
            <p:cNvSpPr/>
            <p:nvPr/>
          </p:nvSpPr>
          <p:spPr>
            <a:xfrm>
              <a:off x="7151044" y="4946103"/>
              <a:ext cx="46654" cy="96477"/>
            </a:xfrm>
            <a:custGeom>
              <a:avLst/>
              <a:gdLst>
                <a:gd name="csX0" fmla="*/ 0 w 46654"/>
                <a:gd name="csY0" fmla="*/ 887 h 96477"/>
                <a:gd name="csX1" fmla="*/ 45513 w 46654"/>
                <a:gd name="csY1" fmla="*/ 96478 h 96477"/>
                <a:gd name="csX2" fmla="*/ 46654 w 46654"/>
                <a:gd name="csY2" fmla="*/ 94703 h 96477"/>
                <a:gd name="csX3" fmla="*/ 1648 w 46654"/>
                <a:gd name="csY3" fmla="*/ 0 h 9647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6654" h="96477">
                  <a:moveTo>
                    <a:pt x="0" y="887"/>
                  </a:moveTo>
                  <a:lnTo>
                    <a:pt x="45513" y="96478"/>
                  </a:lnTo>
                  <a:lnTo>
                    <a:pt x="46654" y="94703"/>
                  </a:lnTo>
                  <a:lnTo>
                    <a:pt x="1648" y="0"/>
                  </a:lnTo>
                  <a:close/>
                </a:path>
              </a:pathLst>
            </a:custGeom>
            <a:solidFill>
              <a:srgbClr val="A5A5B4"/>
            </a:solidFill>
            <a:ln w="12665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47" name="Free-form: Shape 96">
              <a:extLst>
                <a:ext uri="{FF2B5EF4-FFF2-40B4-BE49-F238E27FC236}">
                  <a16:creationId xmlns:a16="http://schemas.microsoft.com/office/drawing/2014/main" id="{F9662BE1-E0A0-D396-C406-E542FCFEC466}"/>
                </a:ext>
              </a:extLst>
            </p:cNvPr>
            <p:cNvSpPr/>
            <p:nvPr/>
          </p:nvSpPr>
          <p:spPr>
            <a:xfrm>
              <a:off x="6547328" y="5436733"/>
              <a:ext cx="914321" cy="739494"/>
            </a:xfrm>
            <a:custGeom>
              <a:avLst/>
              <a:gdLst>
                <a:gd name="csX0" fmla="*/ 14453 w 914321"/>
                <a:gd name="csY0" fmla="*/ 739495 h 739494"/>
                <a:gd name="csX1" fmla="*/ 14453 w 914321"/>
                <a:gd name="csY1" fmla="*/ 547680 h 739494"/>
                <a:gd name="csX2" fmla="*/ 501279 w 914321"/>
                <a:gd name="csY2" fmla="*/ 60980 h 739494"/>
                <a:gd name="csX3" fmla="*/ 914321 w 914321"/>
                <a:gd name="csY3" fmla="*/ 60980 h 739494"/>
                <a:gd name="csX4" fmla="*/ 914321 w 914321"/>
                <a:gd name="csY4" fmla="*/ 0 h 739494"/>
                <a:gd name="csX5" fmla="*/ 481375 w 914321"/>
                <a:gd name="csY5" fmla="*/ 0 h 739494"/>
                <a:gd name="csX6" fmla="*/ 0 w 914321"/>
                <a:gd name="csY6" fmla="*/ 350667 h 739494"/>
                <a:gd name="csX7" fmla="*/ 0 w 914321"/>
                <a:gd name="csY7" fmla="*/ 739495 h 739494"/>
                <a:gd name="csX8" fmla="*/ 14453 w 914321"/>
                <a:gd name="csY8" fmla="*/ 739495 h 7394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914321" h="739494">
                  <a:moveTo>
                    <a:pt x="14453" y="739495"/>
                  </a:moveTo>
                  <a:lnTo>
                    <a:pt x="14453" y="547680"/>
                  </a:lnTo>
                  <a:cubicBezTo>
                    <a:pt x="14453" y="279292"/>
                    <a:pt x="233525" y="60980"/>
                    <a:pt x="501279" y="60980"/>
                  </a:cubicBezTo>
                  <a:lnTo>
                    <a:pt x="914321" y="60980"/>
                  </a:lnTo>
                  <a:lnTo>
                    <a:pt x="914321" y="0"/>
                  </a:lnTo>
                  <a:lnTo>
                    <a:pt x="481375" y="0"/>
                  </a:lnTo>
                  <a:cubicBezTo>
                    <a:pt x="255584" y="0"/>
                    <a:pt x="64657" y="147316"/>
                    <a:pt x="0" y="350667"/>
                  </a:cubicBezTo>
                  <a:lnTo>
                    <a:pt x="0" y="739495"/>
                  </a:lnTo>
                  <a:lnTo>
                    <a:pt x="14453" y="739495"/>
                  </a:lnTo>
                  <a:close/>
                </a:path>
              </a:pathLst>
            </a:custGeom>
            <a:solidFill>
              <a:schemeClr val="accent1"/>
            </a:solidFill>
            <a:ln w="12665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48" name="Free-form: Shape 136">
              <a:extLst>
                <a:ext uri="{FF2B5EF4-FFF2-40B4-BE49-F238E27FC236}">
                  <a16:creationId xmlns:a16="http://schemas.microsoft.com/office/drawing/2014/main" id="{21E5D12F-D344-8E68-B1C0-243793922B36}"/>
                </a:ext>
              </a:extLst>
            </p:cNvPr>
            <p:cNvSpPr/>
            <p:nvPr/>
          </p:nvSpPr>
          <p:spPr>
            <a:xfrm>
              <a:off x="6257388" y="4533060"/>
              <a:ext cx="1178019" cy="1643168"/>
            </a:xfrm>
            <a:custGeom>
              <a:avLst/>
              <a:gdLst>
                <a:gd name="csX0" fmla="*/ 1169651 w 1178019"/>
                <a:gd name="csY0" fmla="*/ 134258 h 1643168"/>
                <a:gd name="csX1" fmla="*/ 965032 w 1178019"/>
                <a:gd name="csY1" fmla="*/ 559851 h 1643168"/>
                <a:gd name="csX2" fmla="*/ 940310 w 1178019"/>
                <a:gd name="csY2" fmla="*/ 507745 h 1643168"/>
                <a:gd name="csX3" fmla="*/ 699053 w 1178019"/>
                <a:gd name="csY3" fmla="*/ 0 h 1643168"/>
                <a:gd name="csX4" fmla="*/ 1176751 w 1178019"/>
                <a:gd name="csY4" fmla="*/ 113973 h 1643168"/>
                <a:gd name="csX5" fmla="*/ 1178019 w 1178019"/>
                <a:gd name="csY5" fmla="*/ 116636 h 1643168"/>
                <a:gd name="csX6" fmla="*/ 1169525 w 1178019"/>
                <a:gd name="csY6" fmla="*/ 134258 h 1643168"/>
                <a:gd name="csX7" fmla="*/ 940184 w 1178019"/>
                <a:gd name="csY7" fmla="*/ 507745 h 1643168"/>
                <a:gd name="csX8" fmla="*/ 895178 w 1178019"/>
                <a:gd name="csY8" fmla="*/ 413042 h 1643168"/>
                <a:gd name="csX9" fmla="*/ 893530 w 1178019"/>
                <a:gd name="csY9" fmla="*/ 413929 h 1643168"/>
                <a:gd name="csX10" fmla="*/ 893510 w 1178019"/>
                <a:gd name="csY10" fmla="*/ 413886 h 1643168"/>
                <a:gd name="csX11" fmla="*/ 740002 w 1178019"/>
                <a:gd name="csY11" fmla="*/ 500266 h 1643168"/>
                <a:gd name="csX12" fmla="*/ 410633 w 1178019"/>
                <a:gd name="csY12" fmla="*/ 796926 h 1643168"/>
                <a:gd name="csX13" fmla="*/ 289814 w 1178019"/>
                <a:gd name="csY13" fmla="*/ 1223407 h 1643168"/>
                <a:gd name="csX14" fmla="*/ 289814 w 1178019"/>
                <a:gd name="csY14" fmla="*/ 1254213 h 1643168"/>
                <a:gd name="csX15" fmla="*/ 266360 w 1178019"/>
                <a:gd name="csY15" fmla="*/ 1405966 h 1643168"/>
                <a:gd name="csX16" fmla="*/ 266360 w 1178019"/>
                <a:gd name="csY16" fmla="*/ 1406093 h 1643168"/>
                <a:gd name="csX17" fmla="*/ 289814 w 1178019"/>
                <a:gd name="csY17" fmla="*/ 1254340 h 1643168"/>
                <a:gd name="csX18" fmla="*/ 289814 w 1178019"/>
                <a:gd name="csY18" fmla="*/ 1643168 h 1643168"/>
                <a:gd name="csX19" fmla="*/ 266360 w 1178019"/>
                <a:gd name="csY19" fmla="*/ 1643168 h 1643168"/>
                <a:gd name="csX20" fmla="*/ 266360 w 1178019"/>
                <a:gd name="csY20" fmla="*/ 1643041 h 1643168"/>
                <a:gd name="csX21" fmla="*/ 262937 w 1178019"/>
                <a:gd name="csY21" fmla="*/ 1643041 h 1643168"/>
                <a:gd name="csX22" fmla="*/ 262937 w 1178019"/>
                <a:gd name="csY22" fmla="*/ 1172315 h 1643168"/>
                <a:gd name="csX23" fmla="*/ 384010 w 1178019"/>
                <a:gd name="csY23" fmla="*/ 746342 h 1643168"/>
                <a:gd name="csX24" fmla="*/ 528030 w 1178019"/>
                <a:gd name="csY24" fmla="*/ 575002 h 1643168"/>
                <a:gd name="csX25" fmla="*/ 588249 w 1178019"/>
                <a:gd name="csY25" fmla="*/ 528068 h 1643168"/>
                <a:gd name="csX26" fmla="*/ 527903 w 1178019"/>
                <a:gd name="csY26" fmla="*/ 575080 h 1643168"/>
                <a:gd name="csX27" fmla="*/ 383883 w 1178019"/>
                <a:gd name="csY27" fmla="*/ 746468 h 1643168"/>
                <a:gd name="csX28" fmla="*/ 262810 w 1178019"/>
                <a:gd name="csY28" fmla="*/ 1172441 h 1643168"/>
                <a:gd name="csX29" fmla="*/ 262810 w 1178019"/>
                <a:gd name="csY29" fmla="*/ 1643167 h 1643168"/>
                <a:gd name="csX30" fmla="*/ 0 w 1178019"/>
                <a:gd name="csY30" fmla="*/ 1643167 h 1643168"/>
                <a:gd name="csX31" fmla="*/ 0 w 1178019"/>
                <a:gd name="csY31" fmla="*/ 1223532 h 1643168"/>
                <a:gd name="csX32" fmla="*/ 166713 w 1178019"/>
                <a:gd name="csY32" fmla="*/ 644158 h 1643168"/>
                <a:gd name="csX33" fmla="*/ 614112 w 1178019"/>
                <a:gd name="csY33" fmla="*/ 241258 h 1643168"/>
                <a:gd name="csX34" fmla="*/ 771696 w 1178019"/>
                <a:gd name="csY34" fmla="*/ 152767 h 16431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</a:cxnLst>
              <a:rect l="l" t="t" r="r" b="b"/>
              <a:pathLst>
                <a:path w="1178019" h="1643168">
                  <a:moveTo>
                    <a:pt x="1169651" y="134258"/>
                  </a:moveTo>
                  <a:lnTo>
                    <a:pt x="965032" y="559851"/>
                  </a:lnTo>
                  <a:lnTo>
                    <a:pt x="940310" y="507745"/>
                  </a:lnTo>
                  <a:close/>
                  <a:moveTo>
                    <a:pt x="699053" y="0"/>
                  </a:moveTo>
                  <a:lnTo>
                    <a:pt x="1176751" y="113973"/>
                  </a:lnTo>
                  <a:lnTo>
                    <a:pt x="1178019" y="116636"/>
                  </a:lnTo>
                  <a:lnTo>
                    <a:pt x="1169525" y="134258"/>
                  </a:lnTo>
                  <a:lnTo>
                    <a:pt x="940184" y="507745"/>
                  </a:lnTo>
                  <a:lnTo>
                    <a:pt x="895178" y="413042"/>
                  </a:lnTo>
                  <a:lnTo>
                    <a:pt x="893530" y="413929"/>
                  </a:lnTo>
                  <a:lnTo>
                    <a:pt x="893510" y="413886"/>
                  </a:lnTo>
                  <a:lnTo>
                    <a:pt x="740002" y="500266"/>
                  </a:lnTo>
                  <a:cubicBezTo>
                    <a:pt x="604476" y="566317"/>
                    <a:pt x="490503" y="668880"/>
                    <a:pt x="410633" y="796926"/>
                  </a:cubicBezTo>
                  <a:cubicBezTo>
                    <a:pt x="330763" y="924972"/>
                    <a:pt x="289814" y="1072414"/>
                    <a:pt x="289814" y="1223407"/>
                  </a:cubicBezTo>
                  <a:lnTo>
                    <a:pt x="289814" y="1254213"/>
                  </a:lnTo>
                  <a:cubicBezTo>
                    <a:pt x="274601" y="1302135"/>
                    <a:pt x="266360" y="1353100"/>
                    <a:pt x="266360" y="1405966"/>
                  </a:cubicBezTo>
                  <a:lnTo>
                    <a:pt x="266360" y="1406093"/>
                  </a:lnTo>
                  <a:cubicBezTo>
                    <a:pt x="266360" y="1353227"/>
                    <a:pt x="274600" y="1302262"/>
                    <a:pt x="289814" y="1254340"/>
                  </a:cubicBezTo>
                  <a:lnTo>
                    <a:pt x="289814" y="1643168"/>
                  </a:lnTo>
                  <a:lnTo>
                    <a:pt x="266360" y="1643168"/>
                  </a:lnTo>
                  <a:lnTo>
                    <a:pt x="266360" y="1643041"/>
                  </a:lnTo>
                  <a:lnTo>
                    <a:pt x="262937" y="1643041"/>
                  </a:lnTo>
                  <a:lnTo>
                    <a:pt x="262937" y="1172315"/>
                  </a:lnTo>
                  <a:cubicBezTo>
                    <a:pt x="262937" y="1021449"/>
                    <a:pt x="304013" y="874260"/>
                    <a:pt x="384010" y="746342"/>
                  </a:cubicBezTo>
                  <a:cubicBezTo>
                    <a:pt x="424009" y="682446"/>
                    <a:pt x="472533" y="624857"/>
                    <a:pt x="528030" y="575002"/>
                  </a:cubicBezTo>
                  <a:lnTo>
                    <a:pt x="588249" y="528068"/>
                  </a:lnTo>
                  <a:lnTo>
                    <a:pt x="527903" y="575080"/>
                  </a:lnTo>
                  <a:cubicBezTo>
                    <a:pt x="472406" y="624920"/>
                    <a:pt x="423882" y="682509"/>
                    <a:pt x="383883" y="746468"/>
                  </a:cubicBezTo>
                  <a:cubicBezTo>
                    <a:pt x="303886" y="874386"/>
                    <a:pt x="262810" y="1021576"/>
                    <a:pt x="262810" y="1172441"/>
                  </a:cubicBezTo>
                  <a:lnTo>
                    <a:pt x="262810" y="1643167"/>
                  </a:lnTo>
                  <a:lnTo>
                    <a:pt x="0" y="1643167"/>
                  </a:lnTo>
                  <a:lnTo>
                    <a:pt x="0" y="1223532"/>
                  </a:lnTo>
                  <a:cubicBezTo>
                    <a:pt x="0" y="1018406"/>
                    <a:pt x="58064" y="818097"/>
                    <a:pt x="166713" y="644158"/>
                  </a:cubicBezTo>
                  <a:cubicBezTo>
                    <a:pt x="275235" y="470346"/>
                    <a:pt x="430030" y="331017"/>
                    <a:pt x="614112" y="241258"/>
                  </a:cubicBezTo>
                  <a:lnTo>
                    <a:pt x="771696" y="152767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12665" cap="flat">
              <a:noFill/>
              <a:prstDash val="solid"/>
              <a:miter/>
            </a:ln>
          </p:spPr>
          <p:txBody>
            <a:bodyPr wrap="square">
              <a:noAutofit/>
            </a:bodyPr>
            <a:lstStyle/>
            <a:p>
              <a:endParaRPr lang="en-US" sz="1600"/>
            </a:p>
          </p:txBody>
        </p:sp>
        <p:sp>
          <p:nvSpPr>
            <p:cNvPr id="49" name="Free-form: Shape 98">
              <a:extLst>
                <a:ext uri="{FF2B5EF4-FFF2-40B4-BE49-F238E27FC236}">
                  <a16:creationId xmlns:a16="http://schemas.microsoft.com/office/drawing/2014/main" id="{41C14104-54BC-65BC-E663-05C12AAB4452}"/>
                </a:ext>
              </a:extLst>
            </p:cNvPr>
            <p:cNvSpPr/>
            <p:nvPr/>
          </p:nvSpPr>
          <p:spPr>
            <a:xfrm>
              <a:off x="7434265" y="4647161"/>
              <a:ext cx="2282" cy="2535"/>
            </a:xfrm>
            <a:custGeom>
              <a:avLst/>
              <a:gdLst>
                <a:gd name="csX0" fmla="*/ 2282 w 2282"/>
                <a:gd name="csY0" fmla="*/ 507 h 2535"/>
                <a:gd name="csX1" fmla="*/ 0 w 2282"/>
                <a:gd name="csY1" fmla="*/ 0 h 2535"/>
                <a:gd name="csX2" fmla="*/ 1268 w 2282"/>
                <a:gd name="csY2" fmla="*/ 2536 h 25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282" h="2535">
                  <a:moveTo>
                    <a:pt x="2282" y="507"/>
                  </a:moveTo>
                  <a:lnTo>
                    <a:pt x="0" y="0"/>
                  </a:lnTo>
                  <a:lnTo>
                    <a:pt x="1268" y="2536"/>
                  </a:lnTo>
                  <a:close/>
                </a:path>
              </a:pathLst>
            </a:custGeom>
            <a:solidFill>
              <a:srgbClr val="D2D3DB"/>
            </a:solidFill>
            <a:ln w="12665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50" name="Free-form: Shape 134">
              <a:extLst>
                <a:ext uri="{FF2B5EF4-FFF2-40B4-BE49-F238E27FC236}">
                  <a16:creationId xmlns:a16="http://schemas.microsoft.com/office/drawing/2014/main" id="{3BCB655F-FD8F-7C59-DE84-5EE44D8ACC02}"/>
                </a:ext>
              </a:extLst>
            </p:cNvPr>
            <p:cNvSpPr/>
            <p:nvPr/>
          </p:nvSpPr>
          <p:spPr>
            <a:xfrm>
              <a:off x="6561653" y="5331762"/>
              <a:ext cx="1281976" cy="844340"/>
            </a:xfrm>
            <a:custGeom>
              <a:avLst/>
              <a:gdLst>
                <a:gd name="csX0" fmla="*/ 899741 w 1281976"/>
                <a:gd name="csY0" fmla="*/ 0 h 844340"/>
                <a:gd name="csX1" fmla="*/ 941958 w 1281976"/>
                <a:gd name="csY1" fmla="*/ 34103 h 844340"/>
                <a:gd name="csX2" fmla="*/ 1281976 w 1281976"/>
                <a:gd name="csY2" fmla="*/ 311747 h 844340"/>
                <a:gd name="csX3" fmla="*/ 899868 w 1281976"/>
                <a:gd name="csY3" fmla="*/ 620324 h 844340"/>
                <a:gd name="csX4" fmla="*/ 899868 w 1281976"/>
                <a:gd name="csY4" fmla="*/ 454372 h 844340"/>
                <a:gd name="csX5" fmla="*/ 486826 w 1281976"/>
                <a:gd name="csY5" fmla="*/ 454372 h 844340"/>
                <a:gd name="csX6" fmla="*/ 289053 w 1281976"/>
                <a:gd name="csY6" fmla="*/ 652652 h 844340"/>
                <a:gd name="csX7" fmla="*/ 289053 w 1281976"/>
                <a:gd name="csY7" fmla="*/ 591038 h 844340"/>
                <a:gd name="csX8" fmla="*/ 488094 w 1281976"/>
                <a:gd name="csY8" fmla="*/ 393011 h 844340"/>
                <a:gd name="csX9" fmla="*/ 903545 w 1281976"/>
                <a:gd name="csY9" fmla="*/ 393011 h 844340"/>
                <a:gd name="csX10" fmla="*/ 903545 w 1281976"/>
                <a:gd name="csY10" fmla="*/ 392884 h 844340"/>
                <a:gd name="csX11" fmla="*/ 487968 w 1281976"/>
                <a:gd name="csY11" fmla="*/ 392884 h 844340"/>
                <a:gd name="csX12" fmla="*/ 288927 w 1281976"/>
                <a:gd name="csY12" fmla="*/ 590911 h 844340"/>
                <a:gd name="csX13" fmla="*/ 288927 w 1281976"/>
                <a:gd name="csY13" fmla="*/ 844340 h 844340"/>
                <a:gd name="csX14" fmla="*/ 0 w 1281976"/>
                <a:gd name="csY14" fmla="*/ 844340 h 844340"/>
                <a:gd name="csX15" fmla="*/ 0 w 1281976"/>
                <a:gd name="csY15" fmla="*/ 652525 h 844340"/>
                <a:gd name="csX16" fmla="*/ 486827 w 1281976"/>
                <a:gd name="csY16" fmla="*/ 165825 h 844340"/>
                <a:gd name="csX17" fmla="*/ 899869 w 1281976"/>
                <a:gd name="csY17" fmla="*/ 165825 h 844340"/>
                <a:gd name="csX18" fmla="*/ 899869 w 1281976"/>
                <a:gd name="csY18" fmla="*/ 104972 h 844340"/>
                <a:gd name="csX19" fmla="*/ 899741 w 1281976"/>
                <a:gd name="csY19" fmla="*/ 104972 h 8443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1281976" h="844340">
                  <a:moveTo>
                    <a:pt x="899741" y="0"/>
                  </a:moveTo>
                  <a:lnTo>
                    <a:pt x="941958" y="34103"/>
                  </a:lnTo>
                  <a:lnTo>
                    <a:pt x="1281976" y="311747"/>
                  </a:lnTo>
                  <a:lnTo>
                    <a:pt x="899868" y="620324"/>
                  </a:lnTo>
                  <a:lnTo>
                    <a:pt x="899868" y="454372"/>
                  </a:lnTo>
                  <a:lnTo>
                    <a:pt x="486826" y="454372"/>
                  </a:lnTo>
                  <a:cubicBezTo>
                    <a:pt x="377797" y="454372"/>
                    <a:pt x="289053" y="543370"/>
                    <a:pt x="289053" y="652652"/>
                  </a:cubicBezTo>
                  <a:lnTo>
                    <a:pt x="289053" y="591038"/>
                  </a:lnTo>
                  <a:cubicBezTo>
                    <a:pt x="289053" y="481756"/>
                    <a:pt x="378178" y="393011"/>
                    <a:pt x="488094" y="393011"/>
                  </a:cubicBezTo>
                  <a:lnTo>
                    <a:pt x="903545" y="393011"/>
                  </a:lnTo>
                  <a:lnTo>
                    <a:pt x="903545" y="392884"/>
                  </a:lnTo>
                  <a:lnTo>
                    <a:pt x="487968" y="392884"/>
                  </a:lnTo>
                  <a:cubicBezTo>
                    <a:pt x="378051" y="392884"/>
                    <a:pt x="288927" y="481502"/>
                    <a:pt x="288927" y="590911"/>
                  </a:cubicBezTo>
                  <a:lnTo>
                    <a:pt x="288927" y="844340"/>
                  </a:lnTo>
                  <a:lnTo>
                    <a:pt x="0" y="844340"/>
                  </a:lnTo>
                  <a:lnTo>
                    <a:pt x="0" y="652525"/>
                  </a:lnTo>
                  <a:cubicBezTo>
                    <a:pt x="0" y="384136"/>
                    <a:pt x="219072" y="165825"/>
                    <a:pt x="486827" y="165825"/>
                  </a:cubicBezTo>
                  <a:lnTo>
                    <a:pt x="899869" y="165825"/>
                  </a:lnTo>
                  <a:lnTo>
                    <a:pt x="899869" y="104972"/>
                  </a:lnTo>
                  <a:lnTo>
                    <a:pt x="899741" y="104972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12665" cap="flat">
              <a:noFill/>
              <a:prstDash val="solid"/>
              <a:miter/>
            </a:ln>
          </p:spPr>
          <p:txBody>
            <a:bodyPr wrap="square">
              <a:noAutofit/>
            </a:bodyPr>
            <a:lstStyle/>
            <a:p>
              <a:endParaRPr lang="en-US" sz="1600"/>
            </a:p>
          </p:txBody>
        </p:sp>
        <p:sp>
          <p:nvSpPr>
            <p:cNvPr id="51" name="Free-form: Shape 104">
              <a:extLst>
                <a:ext uri="{FF2B5EF4-FFF2-40B4-BE49-F238E27FC236}">
                  <a16:creationId xmlns:a16="http://schemas.microsoft.com/office/drawing/2014/main" id="{B24CBD60-42D8-1AFD-D962-512B4E92F82C}"/>
                </a:ext>
              </a:extLst>
            </p:cNvPr>
            <p:cNvSpPr/>
            <p:nvPr/>
          </p:nvSpPr>
          <p:spPr>
            <a:xfrm>
              <a:off x="7465580" y="5235918"/>
              <a:ext cx="380333" cy="409238"/>
            </a:xfrm>
            <a:custGeom>
              <a:avLst/>
              <a:gdLst>
                <a:gd name="csX0" fmla="*/ 378178 w 380333"/>
                <a:gd name="csY0" fmla="*/ 407591 h 409238"/>
                <a:gd name="csX1" fmla="*/ 380333 w 380333"/>
                <a:gd name="csY1" fmla="*/ 409239 h 409238"/>
                <a:gd name="csX2" fmla="*/ 380333 w 380333"/>
                <a:gd name="csY2" fmla="*/ 310606 h 409238"/>
                <a:gd name="csX3" fmla="*/ 0 w 380333"/>
                <a:gd name="csY3" fmla="*/ 0 h 409238"/>
                <a:gd name="csX4" fmla="*/ 0 w 380333"/>
                <a:gd name="csY4" fmla="*/ 98633 h 409238"/>
                <a:gd name="csX5" fmla="*/ 38287 w 380333"/>
                <a:gd name="csY5" fmla="*/ 129947 h 409238"/>
                <a:gd name="csX6" fmla="*/ 380206 w 380333"/>
                <a:gd name="csY6" fmla="*/ 405942 h 4092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80333" h="409238">
                  <a:moveTo>
                    <a:pt x="378178" y="407591"/>
                  </a:moveTo>
                  <a:lnTo>
                    <a:pt x="380333" y="409239"/>
                  </a:lnTo>
                  <a:lnTo>
                    <a:pt x="380333" y="310606"/>
                  </a:lnTo>
                  <a:lnTo>
                    <a:pt x="0" y="0"/>
                  </a:lnTo>
                  <a:lnTo>
                    <a:pt x="0" y="98633"/>
                  </a:lnTo>
                  <a:lnTo>
                    <a:pt x="38287" y="129947"/>
                  </a:lnTo>
                  <a:lnTo>
                    <a:pt x="380206" y="405942"/>
                  </a:lnTo>
                  <a:close/>
                </a:path>
              </a:pathLst>
            </a:custGeom>
            <a:solidFill>
              <a:schemeClr val="accent1"/>
            </a:solidFill>
            <a:ln w="12665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52" name="Free-form: Shape 106">
              <a:extLst>
                <a:ext uri="{FF2B5EF4-FFF2-40B4-BE49-F238E27FC236}">
                  <a16:creationId xmlns:a16="http://schemas.microsoft.com/office/drawing/2014/main" id="{3A187FF0-B0BC-DB2D-8A30-B17539AEEC95}"/>
                </a:ext>
              </a:extLst>
            </p:cNvPr>
            <p:cNvSpPr/>
            <p:nvPr/>
          </p:nvSpPr>
          <p:spPr>
            <a:xfrm>
              <a:off x="7503866" y="5365865"/>
              <a:ext cx="341919" cy="277643"/>
            </a:xfrm>
            <a:custGeom>
              <a:avLst/>
              <a:gdLst>
                <a:gd name="csX0" fmla="*/ 341919 w 341919"/>
                <a:gd name="csY0" fmla="*/ 275995 h 277643"/>
                <a:gd name="csX1" fmla="*/ 0 w 341919"/>
                <a:gd name="csY1" fmla="*/ 0 h 277643"/>
                <a:gd name="csX2" fmla="*/ 339891 w 341919"/>
                <a:gd name="csY2" fmla="*/ 277643 h 2776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41919" h="277643">
                  <a:moveTo>
                    <a:pt x="341919" y="275995"/>
                  </a:moveTo>
                  <a:lnTo>
                    <a:pt x="0" y="0"/>
                  </a:lnTo>
                  <a:lnTo>
                    <a:pt x="339891" y="277643"/>
                  </a:lnTo>
                  <a:close/>
                </a:path>
              </a:pathLst>
            </a:custGeom>
            <a:solidFill>
              <a:srgbClr val="A5A5B4"/>
            </a:solidFill>
            <a:ln w="12665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53" name="Free-form: Shape 107">
              <a:extLst>
                <a:ext uri="{FF2B5EF4-FFF2-40B4-BE49-F238E27FC236}">
                  <a16:creationId xmlns:a16="http://schemas.microsoft.com/office/drawing/2014/main" id="{76A10B05-3D00-376A-0503-3E0EDFAF656E}"/>
                </a:ext>
              </a:extLst>
            </p:cNvPr>
            <p:cNvSpPr/>
            <p:nvPr/>
          </p:nvSpPr>
          <p:spPr>
            <a:xfrm>
              <a:off x="4755705" y="4649697"/>
              <a:ext cx="9508" cy="17495"/>
            </a:xfrm>
            <a:custGeom>
              <a:avLst/>
              <a:gdLst>
                <a:gd name="csX0" fmla="*/ 0 w 9508"/>
                <a:gd name="csY0" fmla="*/ 2282 h 17495"/>
                <a:gd name="csX1" fmla="*/ 9508 w 9508"/>
                <a:gd name="csY1" fmla="*/ 17495 h 17495"/>
                <a:gd name="csX2" fmla="*/ 1014 w 9508"/>
                <a:gd name="csY2" fmla="*/ 0 h 174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9508" h="17495">
                  <a:moveTo>
                    <a:pt x="0" y="2282"/>
                  </a:moveTo>
                  <a:lnTo>
                    <a:pt x="9508" y="17495"/>
                  </a:lnTo>
                  <a:lnTo>
                    <a:pt x="1014" y="0"/>
                  </a:lnTo>
                  <a:close/>
                </a:path>
              </a:pathLst>
            </a:custGeom>
            <a:solidFill>
              <a:srgbClr val="A5A5B4"/>
            </a:solidFill>
            <a:ln w="12665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54" name="Free-form: Shape 108">
              <a:extLst>
                <a:ext uri="{FF2B5EF4-FFF2-40B4-BE49-F238E27FC236}">
                  <a16:creationId xmlns:a16="http://schemas.microsoft.com/office/drawing/2014/main" id="{B591CA2D-0CAF-5C77-EEF5-90EBE169390C}"/>
                </a:ext>
              </a:extLst>
            </p:cNvPr>
            <p:cNvSpPr/>
            <p:nvPr/>
          </p:nvSpPr>
          <p:spPr>
            <a:xfrm>
              <a:off x="4758114" y="4457122"/>
              <a:ext cx="1207195" cy="1718980"/>
            </a:xfrm>
            <a:custGeom>
              <a:avLst/>
              <a:gdLst>
                <a:gd name="csX0" fmla="*/ 468190 w 1197669"/>
                <a:gd name="csY0" fmla="*/ 77081 h 1718980"/>
                <a:gd name="csX1" fmla="*/ 472374 w 1197669"/>
                <a:gd name="csY1" fmla="*/ 75940 h 1718980"/>
                <a:gd name="csX2" fmla="*/ 471740 w 1197669"/>
                <a:gd name="csY2" fmla="*/ 77334 h 1718980"/>
                <a:gd name="csX3" fmla="*/ 477572 w 1197669"/>
                <a:gd name="csY3" fmla="*/ 75940 h 1718980"/>
                <a:gd name="csX4" fmla="*/ 412281 w 1197669"/>
                <a:gd name="csY4" fmla="*/ 213367 h 1718980"/>
                <a:gd name="csX5" fmla="*/ 409873 w 1197669"/>
                <a:gd name="csY5" fmla="*/ 218945 h 1718980"/>
                <a:gd name="csX6" fmla="*/ 409746 w 1197669"/>
                <a:gd name="csY6" fmla="*/ 218818 h 1718980"/>
                <a:gd name="csX7" fmla="*/ 405055 w 1197669"/>
                <a:gd name="csY7" fmla="*/ 228580 h 1718980"/>
                <a:gd name="csX8" fmla="*/ 562640 w 1197669"/>
                <a:gd name="csY8" fmla="*/ 317071 h 1718980"/>
                <a:gd name="csX9" fmla="*/ 1010038 w 1197669"/>
                <a:gd name="csY9" fmla="*/ 719971 h 1718980"/>
                <a:gd name="csX10" fmla="*/ 1176751 w 1197669"/>
                <a:gd name="csY10" fmla="*/ 1299346 h 1718980"/>
                <a:gd name="csX11" fmla="*/ 1176751 w 1197669"/>
                <a:gd name="csY11" fmla="*/ 1718980 h 1718980"/>
                <a:gd name="csX12" fmla="*/ 1197670 w 1197669"/>
                <a:gd name="csY12" fmla="*/ 1718980 h 1718980"/>
                <a:gd name="csX13" fmla="*/ 1197670 w 1197669"/>
                <a:gd name="csY13" fmla="*/ 1118941 h 1718980"/>
                <a:gd name="csX14" fmla="*/ 1038437 w 1197669"/>
                <a:gd name="csY14" fmla="*/ 669640 h 1718980"/>
                <a:gd name="csX15" fmla="*/ 589770 w 1197669"/>
                <a:gd name="csY15" fmla="*/ 267121 h 1718980"/>
                <a:gd name="csX16" fmla="*/ 431805 w 1197669"/>
                <a:gd name="csY16" fmla="*/ 178757 h 1718980"/>
                <a:gd name="csX17" fmla="*/ 516239 w 1197669"/>
                <a:gd name="csY17" fmla="*/ 0 h 1718980"/>
                <a:gd name="csX18" fmla="*/ 34991 w 1197669"/>
                <a:gd name="csY18" fmla="*/ 114480 h 1718980"/>
                <a:gd name="csX19" fmla="*/ 0 w 1197669"/>
                <a:gd name="csY19" fmla="*/ 190167 h 1718980"/>
                <a:gd name="csX20" fmla="*/ 467810 w 1197669"/>
                <a:gd name="csY20" fmla="*/ 78475 h 1718980"/>
                <a:gd name="csX21" fmla="*/ 468190 w 1197669"/>
                <a:gd name="csY21" fmla="*/ 77081 h 1718980"/>
                <a:gd name="csX0" fmla="*/ 468190 w 1204813"/>
                <a:gd name="csY0" fmla="*/ 77081 h 1718980"/>
                <a:gd name="csX1" fmla="*/ 472374 w 1204813"/>
                <a:gd name="csY1" fmla="*/ 75940 h 1718980"/>
                <a:gd name="csX2" fmla="*/ 471740 w 1204813"/>
                <a:gd name="csY2" fmla="*/ 77334 h 1718980"/>
                <a:gd name="csX3" fmla="*/ 477572 w 1204813"/>
                <a:gd name="csY3" fmla="*/ 75940 h 1718980"/>
                <a:gd name="csX4" fmla="*/ 412281 w 1204813"/>
                <a:gd name="csY4" fmla="*/ 213367 h 1718980"/>
                <a:gd name="csX5" fmla="*/ 409873 w 1204813"/>
                <a:gd name="csY5" fmla="*/ 218945 h 1718980"/>
                <a:gd name="csX6" fmla="*/ 409746 w 1204813"/>
                <a:gd name="csY6" fmla="*/ 218818 h 1718980"/>
                <a:gd name="csX7" fmla="*/ 405055 w 1204813"/>
                <a:gd name="csY7" fmla="*/ 228580 h 1718980"/>
                <a:gd name="csX8" fmla="*/ 562640 w 1204813"/>
                <a:gd name="csY8" fmla="*/ 317071 h 1718980"/>
                <a:gd name="csX9" fmla="*/ 1010038 w 1204813"/>
                <a:gd name="csY9" fmla="*/ 719971 h 1718980"/>
                <a:gd name="csX10" fmla="*/ 1176751 w 1204813"/>
                <a:gd name="csY10" fmla="*/ 1299346 h 1718980"/>
                <a:gd name="csX11" fmla="*/ 1176751 w 1204813"/>
                <a:gd name="csY11" fmla="*/ 1718980 h 1718980"/>
                <a:gd name="csX12" fmla="*/ 1197670 w 1204813"/>
                <a:gd name="csY12" fmla="*/ 1718980 h 1718980"/>
                <a:gd name="csX13" fmla="*/ 1204813 w 1204813"/>
                <a:gd name="csY13" fmla="*/ 1118941 h 1718980"/>
                <a:gd name="csX14" fmla="*/ 1038437 w 1204813"/>
                <a:gd name="csY14" fmla="*/ 669640 h 1718980"/>
                <a:gd name="csX15" fmla="*/ 589770 w 1204813"/>
                <a:gd name="csY15" fmla="*/ 267121 h 1718980"/>
                <a:gd name="csX16" fmla="*/ 431805 w 1204813"/>
                <a:gd name="csY16" fmla="*/ 178757 h 1718980"/>
                <a:gd name="csX17" fmla="*/ 516239 w 1204813"/>
                <a:gd name="csY17" fmla="*/ 0 h 1718980"/>
                <a:gd name="csX18" fmla="*/ 34991 w 1204813"/>
                <a:gd name="csY18" fmla="*/ 114480 h 1718980"/>
                <a:gd name="csX19" fmla="*/ 0 w 1204813"/>
                <a:gd name="csY19" fmla="*/ 190167 h 1718980"/>
                <a:gd name="csX20" fmla="*/ 467810 w 1204813"/>
                <a:gd name="csY20" fmla="*/ 78475 h 1718980"/>
                <a:gd name="csX21" fmla="*/ 468190 w 1204813"/>
                <a:gd name="csY21" fmla="*/ 77081 h 1718980"/>
                <a:gd name="csX0" fmla="*/ 468190 w 1207195"/>
                <a:gd name="csY0" fmla="*/ 77081 h 1718980"/>
                <a:gd name="csX1" fmla="*/ 472374 w 1207195"/>
                <a:gd name="csY1" fmla="*/ 75940 h 1718980"/>
                <a:gd name="csX2" fmla="*/ 471740 w 1207195"/>
                <a:gd name="csY2" fmla="*/ 77334 h 1718980"/>
                <a:gd name="csX3" fmla="*/ 477572 w 1207195"/>
                <a:gd name="csY3" fmla="*/ 75940 h 1718980"/>
                <a:gd name="csX4" fmla="*/ 412281 w 1207195"/>
                <a:gd name="csY4" fmla="*/ 213367 h 1718980"/>
                <a:gd name="csX5" fmla="*/ 409873 w 1207195"/>
                <a:gd name="csY5" fmla="*/ 218945 h 1718980"/>
                <a:gd name="csX6" fmla="*/ 409746 w 1207195"/>
                <a:gd name="csY6" fmla="*/ 218818 h 1718980"/>
                <a:gd name="csX7" fmla="*/ 405055 w 1207195"/>
                <a:gd name="csY7" fmla="*/ 228580 h 1718980"/>
                <a:gd name="csX8" fmla="*/ 562640 w 1207195"/>
                <a:gd name="csY8" fmla="*/ 317071 h 1718980"/>
                <a:gd name="csX9" fmla="*/ 1010038 w 1207195"/>
                <a:gd name="csY9" fmla="*/ 719971 h 1718980"/>
                <a:gd name="csX10" fmla="*/ 1176751 w 1207195"/>
                <a:gd name="csY10" fmla="*/ 1299346 h 1718980"/>
                <a:gd name="csX11" fmla="*/ 1176751 w 1207195"/>
                <a:gd name="csY11" fmla="*/ 1718980 h 1718980"/>
                <a:gd name="csX12" fmla="*/ 1207195 w 1207195"/>
                <a:gd name="csY12" fmla="*/ 1718980 h 1718980"/>
                <a:gd name="csX13" fmla="*/ 1204813 w 1207195"/>
                <a:gd name="csY13" fmla="*/ 1118941 h 1718980"/>
                <a:gd name="csX14" fmla="*/ 1038437 w 1207195"/>
                <a:gd name="csY14" fmla="*/ 669640 h 1718980"/>
                <a:gd name="csX15" fmla="*/ 589770 w 1207195"/>
                <a:gd name="csY15" fmla="*/ 267121 h 1718980"/>
                <a:gd name="csX16" fmla="*/ 431805 w 1207195"/>
                <a:gd name="csY16" fmla="*/ 178757 h 1718980"/>
                <a:gd name="csX17" fmla="*/ 516239 w 1207195"/>
                <a:gd name="csY17" fmla="*/ 0 h 1718980"/>
                <a:gd name="csX18" fmla="*/ 34991 w 1207195"/>
                <a:gd name="csY18" fmla="*/ 114480 h 1718980"/>
                <a:gd name="csX19" fmla="*/ 0 w 1207195"/>
                <a:gd name="csY19" fmla="*/ 190167 h 1718980"/>
                <a:gd name="csX20" fmla="*/ 467810 w 1207195"/>
                <a:gd name="csY20" fmla="*/ 78475 h 1718980"/>
                <a:gd name="csX21" fmla="*/ 468190 w 1207195"/>
                <a:gd name="csY21" fmla="*/ 77081 h 17189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1207195" h="1718980">
                  <a:moveTo>
                    <a:pt x="468190" y="77081"/>
                  </a:moveTo>
                  <a:lnTo>
                    <a:pt x="472374" y="75940"/>
                  </a:lnTo>
                  <a:lnTo>
                    <a:pt x="471740" y="77334"/>
                  </a:lnTo>
                  <a:lnTo>
                    <a:pt x="477572" y="75940"/>
                  </a:lnTo>
                  <a:lnTo>
                    <a:pt x="412281" y="213367"/>
                  </a:lnTo>
                  <a:lnTo>
                    <a:pt x="409873" y="218945"/>
                  </a:lnTo>
                  <a:lnTo>
                    <a:pt x="409746" y="218818"/>
                  </a:lnTo>
                  <a:lnTo>
                    <a:pt x="405055" y="228580"/>
                  </a:lnTo>
                  <a:lnTo>
                    <a:pt x="562640" y="317071"/>
                  </a:lnTo>
                  <a:cubicBezTo>
                    <a:pt x="746721" y="406830"/>
                    <a:pt x="901517" y="546159"/>
                    <a:pt x="1010038" y="719971"/>
                  </a:cubicBezTo>
                  <a:cubicBezTo>
                    <a:pt x="1118687" y="893910"/>
                    <a:pt x="1176751" y="1094219"/>
                    <a:pt x="1176751" y="1299346"/>
                  </a:cubicBezTo>
                  <a:lnTo>
                    <a:pt x="1176751" y="1718980"/>
                  </a:lnTo>
                  <a:lnTo>
                    <a:pt x="1207195" y="1718980"/>
                  </a:lnTo>
                  <a:cubicBezTo>
                    <a:pt x="1207195" y="1518967"/>
                    <a:pt x="1204813" y="1318954"/>
                    <a:pt x="1204813" y="1118941"/>
                  </a:cubicBezTo>
                  <a:cubicBezTo>
                    <a:pt x="1185669" y="959835"/>
                    <a:pt x="1140944" y="811610"/>
                    <a:pt x="1038437" y="669640"/>
                  </a:cubicBezTo>
                  <a:cubicBezTo>
                    <a:pt x="935930" y="527670"/>
                    <a:pt x="774359" y="356753"/>
                    <a:pt x="589770" y="267121"/>
                  </a:cubicBezTo>
                  <a:lnTo>
                    <a:pt x="431805" y="178757"/>
                  </a:lnTo>
                  <a:lnTo>
                    <a:pt x="516239" y="0"/>
                  </a:lnTo>
                  <a:lnTo>
                    <a:pt x="34991" y="114480"/>
                  </a:lnTo>
                  <a:lnTo>
                    <a:pt x="0" y="190167"/>
                  </a:lnTo>
                  <a:lnTo>
                    <a:pt x="467810" y="78475"/>
                  </a:lnTo>
                  <a:lnTo>
                    <a:pt x="468190" y="77081"/>
                  </a:lnTo>
                  <a:close/>
                </a:path>
              </a:pathLst>
            </a:custGeom>
            <a:solidFill>
              <a:schemeClr val="accent1"/>
            </a:solidFill>
            <a:ln w="12665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55" name="Free-form: Shape 110">
              <a:extLst>
                <a:ext uri="{FF2B5EF4-FFF2-40B4-BE49-F238E27FC236}">
                  <a16:creationId xmlns:a16="http://schemas.microsoft.com/office/drawing/2014/main" id="{A3C9A935-AD50-D4C2-2130-0A3122EC5071}"/>
                </a:ext>
              </a:extLst>
            </p:cNvPr>
            <p:cNvSpPr/>
            <p:nvPr/>
          </p:nvSpPr>
          <p:spPr>
            <a:xfrm>
              <a:off x="4994681" y="4946103"/>
              <a:ext cx="46780" cy="96477"/>
            </a:xfrm>
            <a:custGeom>
              <a:avLst/>
              <a:gdLst>
                <a:gd name="csX0" fmla="*/ 0 w 46780"/>
                <a:gd name="csY0" fmla="*/ 94449 h 96477"/>
                <a:gd name="csX1" fmla="*/ 1268 w 46780"/>
                <a:gd name="csY1" fmla="*/ 96478 h 96477"/>
                <a:gd name="csX2" fmla="*/ 46781 w 46780"/>
                <a:gd name="csY2" fmla="*/ 1014 h 96477"/>
                <a:gd name="csX3" fmla="*/ 44879 w 46780"/>
                <a:gd name="csY3" fmla="*/ 0 h 9647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6780" h="96477">
                  <a:moveTo>
                    <a:pt x="0" y="94449"/>
                  </a:moveTo>
                  <a:lnTo>
                    <a:pt x="1268" y="96478"/>
                  </a:lnTo>
                  <a:lnTo>
                    <a:pt x="46781" y="1014"/>
                  </a:lnTo>
                  <a:lnTo>
                    <a:pt x="44879" y="0"/>
                  </a:lnTo>
                  <a:close/>
                </a:path>
              </a:pathLst>
            </a:custGeom>
            <a:solidFill>
              <a:srgbClr val="A5A5B4"/>
            </a:solidFill>
            <a:ln w="12665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56" name="Free-form: Shape 111">
              <a:extLst>
                <a:ext uri="{FF2B5EF4-FFF2-40B4-BE49-F238E27FC236}">
                  <a16:creationId xmlns:a16="http://schemas.microsoft.com/office/drawing/2014/main" id="{976B0B93-4FBE-C782-5F21-FA4011D0DF3D}"/>
                </a:ext>
              </a:extLst>
            </p:cNvPr>
            <p:cNvSpPr/>
            <p:nvPr/>
          </p:nvSpPr>
          <p:spPr>
            <a:xfrm>
              <a:off x="4730603" y="5436480"/>
              <a:ext cx="914447" cy="739621"/>
            </a:xfrm>
            <a:custGeom>
              <a:avLst/>
              <a:gdLst>
                <a:gd name="csX0" fmla="*/ 413042 w 914447"/>
                <a:gd name="csY0" fmla="*/ 61107 h 739621"/>
                <a:gd name="csX1" fmla="*/ 899869 w 914447"/>
                <a:gd name="csY1" fmla="*/ 547807 h 739621"/>
                <a:gd name="csX2" fmla="*/ 899869 w 914447"/>
                <a:gd name="csY2" fmla="*/ 739622 h 739621"/>
                <a:gd name="csX3" fmla="*/ 914448 w 914447"/>
                <a:gd name="csY3" fmla="*/ 739622 h 739621"/>
                <a:gd name="csX4" fmla="*/ 914448 w 914447"/>
                <a:gd name="csY4" fmla="*/ 350667 h 739621"/>
                <a:gd name="csX5" fmla="*/ 433073 w 914447"/>
                <a:gd name="csY5" fmla="*/ 0 h 739621"/>
                <a:gd name="csX6" fmla="*/ 0 w 914447"/>
                <a:gd name="csY6" fmla="*/ 0 h 739621"/>
                <a:gd name="csX7" fmla="*/ 0 w 914447"/>
                <a:gd name="csY7" fmla="*/ 60980 h 739621"/>
                <a:gd name="csX8" fmla="*/ 413042 w 914447"/>
                <a:gd name="csY8" fmla="*/ 60980 h 7396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914447" h="739621">
                  <a:moveTo>
                    <a:pt x="413042" y="61107"/>
                  </a:moveTo>
                  <a:cubicBezTo>
                    <a:pt x="680797" y="61107"/>
                    <a:pt x="899869" y="279418"/>
                    <a:pt x="899869" y="547807"/>
                  </a:cubicBezTo>
                  <a:lnTo>
                    <a:pt x="899869" y="739622"/>
                  </a:lnTo>
                  <a:lnTo>
                    <a:pt x="914448" y="739622"/>
                  </a:lnTo>
                  <a:lnTo>
                    <a:pt x="914448" y="350667"/>
                  </a:lnTo>
                  <a:cubicBezTo>
                    <a:pt x="849791" y="147316"/>
                    <a:pt x="658737" y="0"/>
                    <a:pt x="433073" y="0"/>
                  </a:cubicBezTo>
                  <a:lnTo>
                    <a:pt x="0" y="0"/>
                  </a:lnTo>
                  <a:lnTo>
                    <a:pt x="0" y="60980"/>
                  </a:lnTo>
                  <a:lnTo>
                    <a:pt x="413042" y="60980"/>
                  </a:lnTo>
                  <a:close/>
                </a:path>
              </a:pathLst>
            </a:custGeom>
            <a:solidFill>
              <a:schemeClr val="accent1"/>
            </a:solidFill>
            <a:ln w="12665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57" name="Free-form: Shape 114">
              <a:extLst>
                <a:ext uri="{FF2B5EF4-FFF2-40B4-BE49-F238E27FC236}">
                  <a16:creationId xmlns:a16="http://schemas.microsoft.com/office/drawing/2014/main" id="{03AAA862-AC3D-6ADF-DE43-F41C2347D985}"/>
                </a:ext>
              </a:extLst>
            </p:cNvPr>
            <p:cNvSpPr/>
            <p:nvPr/>
          </p:nvSpPr>
          <p:spPr>
            <a:xfrm>
              <a:off x="4755705" y="4647161"/>
              <a:ext cx="2282" cy="2535"/>
            </a:xfrm>
            <a:custGeom>
              <a:avLst/>
              <a:gdLst>
                <a:gd name="csX0" fmla="*/ 0 w 2282"/>
                <a:gd name="csY0" fmla="*/ 507 h 2535"/>
                <a:gd name="csX1" fmla="*/ 1014 w 2282"/>
                <a:gd name="csY1" fmla="*/ 2536 h 2535"/>
                <a:gd name="csX2" fmla="*/ 2282 w 2282"/>
                <a:gd name="csY2" fmla="*/ 0 h 25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282" h="2535">
                  <a:moveTo>
                    <a:pt x="0" y="507"/>
                  </a:moveTo>
                  <a:lnTo>
                    <a:pt x="1014" y="2536"/>
                  </a:lnTo>
                  <a:lnTo>
                    <a:pt x="2282" y="0"/>
                  </a:lnTo>
                  <a:close/>
                </a:path>
              </a:pathLst>
            </a:custGeom>
            <a:solidFill>
              <a:srgbClr val="D2D3DB"/>
            </a:solidFill>
            <a:ln w="12665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58" name="Free-form: Shape 115">
              <a:extLst>
                <a:ext uri="{FF2B5EF4-FFF2-40B4-BE49-F238E27FC236}">
                  <a16:creationId xmlns:a16="http://schemas.microsoft.com/office/drawing/2014/main" id="{42C3C429-945C-FBCF-135B-767AE5C42468}"/>
                </a:ext>
              </a:extLst>
            </p:cNvPr>
            <p:cNvSpPr/>
            <p:nvPr/>
          </p:nvSpPr>
          <p:spPr>
            <a:xfrm>
              <a:off x="5170395" y="4533061"/>
              <a:ext cx="65290" cy="137427"/>
            </a:xfrm>
            <a:custGeom>
              <a:avLst/>
              <a:gdLst>
                <a:gd name="csX0" fmla="*/ 65291 w 65290"/>
                <a:gd name="csY0" fmla="*/ 0 h 137427"/>
                <a:gd name="csX1" fmla="*/ 59459 w 65290"/>
                <a:gd name="csY1" fmla="*/ 1395 h 137427"/>
                <a:gd name="csX2" fmla="*/ 0 w 65290"/>
                <a:gd name="csY2" fmla="*/ 137427 h 1374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65290" h="137427">
                  <a:moveTo>
                    <a:pt x="65291" y="0"/>
                  </a:moveTo>
                  <a:lnTo>
                    <a:pt x="59459" y="1395"/>
                  </a:lnTo>
                  <a:lnTo>
                    <a:pt x="0" y="137427"/>
                  </a:lnTo>
                  <a:close/>
                </a:path>
              </a:pathLst>
            </a:custGeom>
            <a:solidFill>
              <a:srgbClr val="D2D3DB"/>
            </a:solidFill>
            <a:ln w="12665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59" name="Free-form: Shape 2059">
              <a:extLst>
                <a:ext uri="{FF2B5EF4-FFF2-40B4-BE49-F238E27FC236}">
                  <a16:creationId xmlns:a16="http://schemas.microsoft.com/office/drawing/2014/main" id="{773CDE0F-9AEE-5046-2E62-EE169A0058A7}"/>
                </a:ext>
              </a:extLst>
            </p:cNvPr>
            <p:cNvSpPr/>
            <p:nvPr/>
          </p:nvSpPr>
          <p:spPr>
            <a:xfrm>
              <a:off x="4756592" y="4535342"/>
              <a:ext cx="1178146" cy="1641013"/>
            </a:xfrm>
            <a:custGeom>
              <a:avLst/>
              <a:gdLst>
                <a:gd name="csX0" fmla="*/ 469078 w 1178146"/>
                <a:gd name="csY0" fmla="*/ 0 h 1641013"/>
                <a:gd name="csX1" fmla="*/ 408351 w 1178146"/>
                <a:gd name="csY1" fmla="*/ 138949 h 1641013"/>
                <a:gd name="csX2" fmla="*/ 411140 w 1178146"/>
                <a:gd name="csY2" fmla="*/ 140597 h 1641013"/>
                <a:gd name="csX3" fmla="*/ 406450 w 1178146"/>
                <a:gd name="csY3" fmla="*/ 150358 h 1641013"/>
                <a:gd name="csX4" fmla="*/ 564034 w 1178146"/>
                <a:gd name="csY4" fmla="*/ 238849 h 1641013"/>
                <a:gd name="csX5" fmla="*/ 1011433 w 1178146"/>
                <a:gd name="csY5" fmla="*/ 641749 h 1641013"/>
                <a:gd name="csX6" fmla="*/ 1178146 w 1178146"/>
                <a:gd name="csY6" fmla="*/ 1221124 h 1641013"/>
                <a:gd name="csX7" fmla="*/ 1178146 w 1178146"/>
                <a:gd name="csY7" fmla="*/ 1640758 h 1641013"/>
                <a:gd name="csX8" fmla="*/ 916476 w 1178146"/>
                <a:gd name="csY8" fmla="*/ 1640758 h 1641013"/>
                <a:gd name="csX9" fmla="*/ 916476 w 1178146"/>
                <a:gd name="csY9" fmla="*/ 1640886 h 1641013"/>
                <a:gd name="csX10" fmla="*/ 911912 w 1178146"/>
                <a:gd name="csY10" fmla="*/ 1640886 h 1641013"/>
                <a:gd name="csX11" fmla="*/ 911912 w 1178146"/>
                <a:gd name="csY11" fmla="*/ 1640887 h 1641013"/>
                <a:gd name="csX12" fmla="*/ 911912 w 1178146"/>
                <a:gd name="csY12" fmla="*/ 1641013 h 1641013"/>
                <a:gd name="csX13" fmla="*/ 888458 w 1178146"/>
                <a:gd name="csY13" fmla="*/ 1641013 h 1641013"/>
                <a:gd name="csX14" fmla="*/ 888458 w 1178146"/>
                <a:gd name="csY14" fmla="*/ 1252059 h 1641013"/>
                <a:gd name="csX15" fmla="*/ 911912 w 1178146"/>
                <a:gd name="csY15" fmla="*/ 1403812 h 1641013"/>
                <a:gd name="csX16" fmla="*/ 911912 w 1178146"/>
                <a:gd name="csY16" fmla="*/ 1403684 h 1641013"/>
                <a:gd name="csX17" fmla="*/ 888458 w 1178146"/>
                <a:gd name="csY17" fmla="*/ 1251931 h 1641013"/>
                <a:gd name="csX18" fmla="*/ 888458 w 1178146"/>
                <a:gd name="csY18" fmla="*/ 1221251 h 1641013"/>
                <a:gd name="csX19" fmla="*/ 767639 w 1178146"/>
                <a:gd name="csY19" fmla="*/ 794771 h 1641013"/>
                <a:gd name="csX20" fmla="*/ 438270 w 1178146"/>
                <a:gd name="csY20" fmla="*/ 498111 h 1641013"/>
                <a:gd name="csX21" fmla="*/ 284869 w 1178146"/>
                <a:gd name="csY21" fmla="*/ 411775 h 1641013"/>
                <a:gd name="csX22" fmla="*/ 309337 w 1178146"/>
                <a:gd name="csY22" fmla="*/ 360430 h 1641013"/>
                <a:gd name="csX23" fmla="*/ 465020 w 1178146"/>
                <a:gd name="csY23" fmla="*/ 447780 h 1641013"/>
                <a:gd name="csX24" fmla="*/ 795276 w 1178146"/>
                <a:gd name="csY24" fmla="*/ 744186 h 1641013"/>
                <a:gd name="csX25" fmla="*/ 916476 w 1178146"/>
                <a:gd name="csY25" fmla="*/ 1170160 h 1641013"/>
                <a:gd name="csX26" fmla="*/ 916476 w 1178146"/>
                <a:gd name="csY26" fmla="*/ 1170032 h 1641013"/>
                <a:gd name="csX27" fmla="*/ 795277 w 1178146"/>
                <a:gd name="csY27" fmla="*/ 744059 h 1641013"/>
                <a:gd name="csX28" fmla="*/ 465021 w 1178146"/>
                <a:gd name="csY28" fmla="*/ 447779 h 1641013"/>
                <a:gd name="csX29" fmla="*/ 309211 w 1178146"/>
                <a:gd name="csY29" fmla="*/ 360302 h 1641013"/>
                <a:gd name="csX30" fmla="*/ 284743 w 1178146"/>
                <a:gd name="csY30" fmla="*/ 411648 h 1641013"/>
                <a:gd name="csX31" fmla="*/ 282841 w 1178146"/>
                <a:gd name="csY31" fmla="*/ 410633 h 1641013"/>
                <a:gd name="csX32" fmla="*/ 237983 w 1178146"/>
                <a:gd name="csY32" fmla="*/ 505039 h 1641013"/>
                <a:gd name="csX33" fmla="*/ 238088 w 1178146"/>
                <a:gd name="csY33" fmla="*/ 505210 h 1641013"/>
                <a:gd name="csX34" fmla="*/ 213239 w 1178146"/>
                <a:gd name="csY34" fmla="*/ 557569 h 1641013"/>
                <a:gd name="csX35" fmla="*/ 9524 w 1178146"/>
                <a:gd name="csY35" fmla="*/ 133730 h 1641013"/>
                <a:gd name="csX36" fmla="*/ 8367 w 1178146"/>
                <a:gd name="csY36" fmla="*/ 131849 h 1641013"/>
                <a:gd name="csX37" fmla="*/ 0 w 1178146"/>
                <a:gd name="csY37" fmla="*/ 114354 h 1641013"/>
                <a:gd name="csX38" fmla="*/ 1268 w 1178146"/>
                <a:gd name="csY38" fmla="*/ 111691 h 16410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</a:cxnLst>
              <a:rect l="l" t="t" r="r" b="b"/>
              <a:pathLst>
                <a:path w="1178146" h="1641013">
                  <a:moveTo>
                    <a:pt x="469078" y="0"/>
                  </a:moveTo>
                  <a:lnTo>
                    <a:pt x="408351" y="138949"/>
                  </a:lnTo>
                  <a:lnTo>
                    <a:pt x="411140" y="140597"/>
                  </a:lnTo>
                  <a:lnTo>
                    <a:pt x="406450" y="150358"/>
                  </a:lnTo>
                  <a:lnTo>
                    <a:pt x="564034" y="238849"/>
                  </a:lnTo>
                  <a:cubicBezTo>
                    <a:pt x="748116" y="328481"/>
                    <a:pt x="902784" y="467810"/>
                    <a:pt x="1011433" y="641749"/>
                  </a:cubicBezTo>
                  <a:cubicBezTo>
                    <a:pt x="1120081" y="815688"/>
                    <a:pt x="1178146" y="1015997"/>
                    <a:pt x="1178146" y="1221124"/>
                  </a:cubicBezTo>
                  <a:lnTo>
                    <a:pt x="1178146" y="1640758"/>
                  </a:lnTo>
                  <a:lnTo>
                    <a:pt x="916476" y="1640758"/>
                  </a:lnTo>
                  <a:lnTo>
                    <a:pt x="916476" y="1640886"/>
                  </a:lnTo>
                  <a:lnTo>
                    <a:pt x="911912" y="1640886"/>
                  </a:lnTo>
                  <a:lnTo>
                    <a:pt x="911912" y="1640887"/>
                  </a:lnTo>
                  <a:lnTo>
                    <a:pt x="911912" y="1641013"/>
                  </a:lnTo>
                  <a:lnTo>
                    <a:pt x="888458" y="1641013"/>
                  </a:lnTo>
                  <a:lnTo>
                    <a:pt x="888458" y="1252059"/>
                  </a:lnTo>
                  <a:cubicBezTo>
                    <a:pt x="903671" y="1299854"/>
                    <a:pt x="911912" y="1350946"/>
                    <a:pt x="911912" y="1403812"/>
                  </a:cubicBezTo>
                  <a:lnTo>
                    <a:pt x="911912" y="1403684"/>
                  </a:lnTo>
                  <a:cubicBezTo>
                    <a:pt x="911912" y="1350818"/>
                    <a:pt x="903671" y="1299853"/>
                    <a:pt x="888458" y="1251931"/>
                  </a:cubicBezTo>
                  <a:lnTo>
                    <a:pt x="888458" y="1221251"/>
                  </a:lnTo>
                  <a:cubicBezTo>
                    <a:pt x="888458" y="1070259"/>
                    <a:pt x="847509" y="922816"/>
                    <a:pt x="767639" y="794771"/>
                  </a:cubicBezTo>
                  <a:cubicBezTo>
                    <a:pt x="687769" y="666725"/>
                    <a:pt x="573796" y="564162"/>
                    <a:pt x="438270" y="498111"/>
                  </a:cubicBezTo>
                  <a:lnTo>
                    <a:pt x="284869" y="411775"/>
                  </a:lnTo>
                  <a:lnTo>
                    <a:pt x="309337" y="360430"/>
                  </a:lnTo>
                  <a:lnTo>
                    <a:pt x="465020" y="447780"/>
                  </a:lnTo>
                  <a:cubicBezTo>
                    <a:pt x="600926" y="513831"/>
                    <a:pt x="715153" y="616268"/>
                    <a:pt x="795276" y="744186"/>
                  </a:cubicBezTo>
                  <a:cubicBezTo>
                    <a:pt x="875400" y="872105"/>
                    <a:pt x="916476" y="1019294"/>
                    <a:pt x="916476" y="1170160"/>
                  </a:cubicBezTo>
                  <a:lnTo>
                    <a:pt x="916476" y="1170032"/>
                  </a:lnTo>
                  <a:cubicBezTo>
                    <a:pt x="916476" y="1019167"/>
                    <a:pt x="875400" y="871978"/>
                    <a:pt x="795277" y="744059"/>
                  </a:cubicBezTo>
                  <a:cubicBezTo>
                    <a:pt x="715153" y="616267"/>
                    <a:pt x="600927" y="513704"/>
                    <a:pt x="465021" y="447779"/>
                  </a:cubicBezTo>
                  <a:lnTo>
                    <a:pt x="309211" y="360302"/>
                  </a:lnTo>
                  <a:lnTo>
                    <a:pt x="284743" y="411648"/>
                  </a:lnTo>
                  <a:lnTo>
                    <a:pt x="282841" y="410633"/>
                  </a:lnTo>
                  <a:lnTo>
                    <a:pt x="237983" y="505039"/>
                  </a:lnTo>
                  <a:lnTo>
                    <a:pt x="238088" y="505210"/>
                  </a:lnTo>
                  <a:lnTo>
                    <a:pt x="213239" y="557569"/>
                  </a:lnTo>
                  <a:lnTo>
                    <a:pt x="9524" y="133730"/>
                  </a:lnTo>
                  <a:lnTo>
                    <a:pt x="8367" y="131849"/>
                  </a:lnTo>
                  <a:lnTo>
                    <a:pt x="0" y="114354"/>
                  </a:lnTo>
                  <a:lnTo>
                    <a:pt x="1268" y="111691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12665" cap="flat">
              <a:noFill/>
              <a:prstDash val="solid"/>
              <a:miter/>
            </a:ln>
          </p:spPr>
          <p:txBody>
            <a:bodyPr wrap="square">
              <a:noAutofit/>
            </a:bodyPr>
            <a:lstStyle/>
            <a:p>
              <a:endParaRPr lang="en-US" sz="1600"/>
            </a:p>
          </p:txBody>
        </p:sp>
        <p:sp>
          <p:nvSpPr>
            <p:cNvPr id="60" name="Free-form: Shape 133">
              <a:extLst>
                <a:ext uri="{FF2B5EF4-FFF2-40B4-BE49-F238E27FC236}">
                  <a16:creationId xmlns:a16="http://schemas.microsoft.com/office/drawing/2014/main" id="{96D502D6-B086-AE57-0FBE-5C2555A65FCE}"/>
                </a:ext>
              </a:extLst>
            </p:cNvPr>
            <p:cNvSpPr/>
            <p:nvPr/>
          </p:nvSpPr>
          <p:spPr>
            <a:xfrm>
              <a:off x="4348495" y="5331762"/>
              <a:ext cx="1281977" cy="844466"/>
            </a:xfrm>
            <a:custGeom>
              <a:avLst/>
              <a:gdLst>
                <a:gd name="csX0" fmla="*/ 378305 w 1281977"/>
                <a:gd name="csY0" fmla="*/ 393010 h 844466"/>
                <a:gd name="csX1" fmla="*/ 378305 w 1281977"/>
                <a:gd name="csY1" fmla="*/ 393011 h 844466"/>
                <a:gd name="csX2" fmla="*/ 794009 w 1281977"/>
                <a:gd name="csY2" fmla="*/ 393011 h 844466"/>
                <a:gd name="csX3" fmla="*/ 801803 w 1281977"/>
                <a:gd name="csY3" fmla="*/ 393793 h 844466"/>
                <a:gd name="csX4" fmla="*/ 794009 w 1281977"/>
                <a:gd name="csY4" fmla="*/ 393010 h 844466"/>
                <a:gd name="csX5" fmla="*/ 382108 w 1281977"/>
                <a:gd name="csY5" fmla="*/ 0 h 844466"/>
                <a:gd name="csX6" fmla="*/ 382108 w 1281977"/>
                <a:gd name="csY6" fmla="*/ 104971 h 844466"/>
                <a:gd name="csX7" fmla="*/ 382108 w 1281977"/>
                <a:gd name="csY7" fmla="*/ 104972 h 844466"/>
                <a:gd name="csX8" fmla="*/ 382108 w 1281977"/>
                <a:gd name="csY8" fmla="*/ 165951 h 844466"/>
                <a:gd name="csX9" fmla="*/ 795150 w 1281977"/>
                <a:gd name="csY9" fmla="*/ 165951 h 844466"/>
                <a:gd name="csX10" fmla="*/ 1281977 w 1281977"/>
                <a:gd name="csY10" fmla="*/ 652651 h 844466"/>
                <a:gd name="csX11" fmla="*/ 1281977 w 1281977"/>
                <a:gd name="csY11" fmla="*/ 844466 h 844466"/>
                <a:gd name="csX12" fmla="*/ 993050 w 1281977"/>
                <a:gd name="csY12" fmla="*/ 844466 h 844466"/>
                <a:gd name="csX13" fmla="*/ 993050 w 1281977"/>
                <a:gd name="csY13" fmla="*/ 591038 h 844466"/>
                <a:gd name="csX14" fmla="*/ 993050 w 1281977"/>
                <a:gd name="csY14" fmla="*/ 591037 h 844466"/>
                <a:gd name="csX15" fmla="*/ 992756 w 1281977"/>
                <a:gd name="csY15" fmla="*/ 589590 h 844466"/>
                <a:gd name="csX16" fmla="*/ 993050 w 1281977"/>
                <a:gd name="csY16" fmla="*/ 591038 h 844466"/>
                <a:gd name="csX17" fmla="*/ 992923 w 1281977"/>
                <a:gd name="csY17" fmla="*/ 591038 h 844466"/>
                <a:gd name="csX18" fmla="*/ 992923 w 1281977"/>
                <a:gd name="csY18" fmla="*/ 652525 h 844466"/>
                <a:gd name="csX19" fmla="*/ 795150 w 1281977"/>
                <a:gd name="csY19" fmla="*/ 454245 h 844466"/>
                <a:gd name="csX20" fmla="*/ 382108 w 1281977"/>
                <a:gd name="csY20" fmla="*/ 454245 h 844466"/>
                <a:gd name="csX21" fmla="*/ 382108 w 1281977"/>
                <a:gd name="csY21" fmla="*/ 465401 h 844466"/>
                <a:gd name="csX22" fmla="*/ 378305 w 1281977"/>
                <a:gd name="csY22" fmla="*/ 465401 h 844466"/>
                <a:gd name="csX23" fmla="*/ 378305 w 1281977"/>
                <a:gd name="csY23" fmla="*/ 614238 h 844466"/>
                <a:gd name="csX24" fmla="*/ 382108 w 1281977"/>
                <a:gd name="csY24" fmla="*/ 615633 h 844466"/>
                <a:gd name="csX25" fmla="*/ 382108 w 1281977"/>
                <a:gd name="csY25" fmla="*/ 620197 h 844466"/>
                <a:gd name="csX26" fmla="*/ 0 w 1281977"/>
                <a:gd name="csY26" fmla="*/ 311747 h 844466"/>
                <a:gd name="csX27" fmla="*/ 348132 w 1281977"/>
                <a:gd name="csY27" fmla="*/ 27511 h 8444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</a:cxnLst>
              <a:rect l="l" t="t" r="r" b="b"/>
              <a:pathLst>
                <a:path w="1281977" h="844466">
                  <a:moveTo>
                    <a:pt x="378305" y="393010"/>
                  </a:moveTo>
                  <a:lnTo>
                    <a:pt x="378305" y="393011"/>
                  </a:lnTo>
                  <a:lnTo>
                    <a:pt x="794009" y="393011"/>
                  </a:lnTo>
                  <a:lnTo>
                    <a:pt x="801803" y="393793"/>
                  </a:lnTo>
                  <a:lnTo>
                    <a:pt x="794009" y="393010"/>
                  </a:lnTo>
                  <a:close/>
                  <a:moveTo>
                    <a:pt x="382108" y="0"/>
                  </a:moveTo>
                  <a:lnTo>
                    <a:pt x="382108" y="104971"/>
                  </a:lnTo>
                  <a:lnTo>
                    <a:pt x="382108" y="104972"/>
                  </a:lnTo>
                  <a:lnTo>
                    <a:pt x="382108" y="165951"/>
                  </a:lnTo>
                  <a:lnTo>
                    <a:pt x="795150" y="165951"/>
                  </a:lnTo>
                  <a:cubicBezTo>
                    <a:pt x="1062905" y="165951"/>
                    <a:pt x="1281977" y="384263"/>
                    <a:pt x="1281977" y="652651"/>
                  </a:cubicBezTo>
                  <a:lnTo>
                    <a:pt x="1281977" y="844466"/>
                  </a:lnTo>
                  <a:lnTo>
                    <a:pt x="993050" y="844466"/>
                  </a:lnTo>
                  <a:lnTo>
                    <a:pt x="993050" y="591038"/>
                  </a:lnTo>
                  <a:lnTo>
                    <a:pt x="993050" y="591037"/>
                  </a:lnTo>
                  <a:lnTo>
                    <a:pt x="992756" y="589590"/>
                  </a:lnTo>
                  <a:lnTo>
                    <a:pt x="993050" y="591038"/>
                  </a:lnTo>
                  <a:lnTo>
                    <a:pt x="992923" y="591038"/>
                  </a:lnTo>
                  <a:lnTo>
                    <a:pt x="992923" y="652525"/>
                  </a:lnTo>
                  <a:cubicBezTo>
                    <a:pt x="992923" y="543243"/>
                    <a:pt x="904179" y="454245"/>
                    <a:pt x="795150" y="454245"/>
                  </a:cubicBezTo>
                  <a:lnTo>
                    <a:pt x="382108" y="454245"/>
                  </a:lnTo>
                  <a:lnTo>
                    <a:pt x="382108" y="465401"/>
                  </a:lnTo>
                  <a:lnTo>
                    <a:pt x="378305" y="465401"/>
                  </a:lnTo>
                  <a:lnTo>
                    <a:pt x="378305" y="614238"/>
                  </a:lnTo>
                  <a:lnTo>
                    <a:pt x="382108" y="615633"/>
                  </a:lnTo>
                  <a:lnTo>
                    <a:pt x="382108" y="620197"/>
                  </a:lnTo>
                  <a:lnTo>
                    <a:pt x="0" y="311747"/>
                  </a:lnTo>
                  <a:lnTo>
                    <a:pt x="348132" y="27511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12665" cap="flat">
              <a:noFill/>
              <a:prstDash val="solid"/>
              <a:miter/>
            </a:ln>
          </p:spPr>
          <p:txBody>
            <a:bodyPr wrap="square">
              <a:noAutofit/>
            </a:bodyPr>
            <a:lstStyle/>
            <a:p>
              <a:endParaRPr lang="en-US" sz="1600"/>
            </a:p>
          </p:txBody>
        </p:sp>
        <p:sp>
          <p:nvSpPr>
            <p:cNvPr id="61" name="Free-form: Shape 122">
              <a:extLst>
                <a:ext uri="{FF2B5EF4-FFF2-40B4-BE49-F238E27FC236}">
                  <a16:creationId xmlns:a16="http://schemas.microsoft.com/office/drawing/2014/main" id="{E2DE68F7-4E18-4870-71AB-377EB1052ACB}"/>
                </a:ext>
              </a:extLst>
            </p:cNvPr>
            <p:cNvSpPr/>
            <p:nvPr/>
          </p:nvSpPr>
          <p:spPr>
            <a:xfrm>
              <a:off x="6104113" y="3998693"/>
              <a:ext cx="302238" cy="373614"/>
            </a:xfrm>
            <a:custGeom>
              <a:avLst/>
              <a:gdLst>
                <a:gd name="csX0" fmla="*/ 94957 w 302238"/>
                <a:gd name="csY0" fmla="*/ 115495 h 373614"/>
                <a:gd name="csX1" fmla="*/ 761 w 302238"/>
                <a:gd name="csY1" fmla="*/ 0 h 373614"/>
                <a:gd name="csX2" fmla="*/ 0 w 302238"/>
                <a:gd name="csY2" fmla="*/ 887 h 373614"/>
                <a:gd name="csX3" fmla="*/ 302238 w 302238"/>
                <a:gd name="csY3" fmla="*/ 373614 h 3736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02238" h="373614">
                  <a:moveTo>
                    <a:pt x="94957" y="115495"/>
                  </a:moveTo>
                  <a:lnTo>
                    <a:pt x="761" y="0"/>
                  </a:lnTo>
                  <a:lnTo>
                    <a:pt x="0" y="887"/>
                  </a:lnTo>
                  <a:lnTo>
                    <a:pt x="302238" y="373614"/>
                  </a:lnTo>
                  <a:close/>
                </a:path>
              </a:pathLst>
            </a:custGeom>
            <a:solidFill>
              <a:srgbClr val="D2D3DB"/>
            </a:solidFill>
            <a:ln w="12665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62" name="Free-form: Shape 125">
              <a:extLst>
                <a:ext uri="{FF2B5EF4-FFF2-40B4-BE49-F238E27FC236}">
                  <a16:creationId xmlns:a16="http://schemas.microsoft.com/office/drawing/2014/main" id="{516D71AC-E58E-8F86-3D86-D606A68E6AFB}"/>
                </a:ext>
              </a:extLst>
            </p:cNvPr>
            <p:cNvSpPr/>
            <p:nvPr/>
          </p:nvSpPr>
          <p:spPr>
            <a:xfrm>
              <a:off x="4346467" y="5235918"/>
              <a:ext cx="380333" cy="405942"/>
            </a:xfrm>
            <a:custGeom>
              <a:avLst/>
              <a:gdLst>
                <a:gd name="csX0" fmla="*/ 380333 w 380333"/>
                <a:gd name="csY0" fmla="*/ 98633 h 405942"/>
                <a:gd name="csX1" fmla="*/ 380333 w 380333"/>
                <a:gd name="csY1" fmla="*/ 0 h 405942"/>
                <a:gd name="csX2" fmla="*/ 0 w 380333"/>
                <a:gd name="csY2" fmla="*/ 310606 h 405942"/>
                <a:gd name="csX3" fmla="*/ 0 w 380333"/>
                <a:gd name="csY3" fmla="*/ 405942 h 405942"/>
                <a:gd name="csX4" fmla="*/ 350160 w 380333"/>
                <a:gd name="csY4" fmla="*/ 123228 h 40594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80333" h="405942">
                  <a:moveTo>
                    <a:pt x="380333" y="98633"/>
                  </a:moveTo>
                  <a:lnTo>
                    <a:pt x="380333" y="0"/>
                  </a:lnTo>
                  <a:lnTo>
                    <a:pt x="0" y="310606"/>
                  </a:lnTo>
                  <a:lnTo>
                    <a:pt x="0" y="405942"/>
                  </a:lnTo>
                  <a:lnTo>
                    <a:pt x="350160" y="123228"/>
                  </a:lnTo>
                  <a:close/>
                </a:path>
              </a:pathLst>
            </a:custGeom>
            <a:solidFill>
              <a:schemeClr val="accent1"/>
            </a:solidFill>
            <a:ln w="12665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63" name="Free-form: Shape 126">
              <a:extLst>
                <a:ext uri="{FF2B5EF4-FFF2-40B4-BE49-F238E27FC236}">
                  <a16:creationId xmlns:a16="http://schemas.microsoft.com/office/drawing/2014/main" id="{F87CDF94-68BF-30CF-6C8E-4DF9C8D5DF87}"/>
                </a:ext>
              </a:extLst>
            </p:cNvPr>
            <p:cNvSpPr/>
            <p:nvPr/>
          </p:nvSpPr>
          <p:spPr>
            <a:xfrm>
              <a:off x="4346467" y="5641860"/>
              <a:ext cx="2028" cy="3296"/>
            </a:xfrm>
            <a:custGeom>
              <a:avLst/>
              <a:gdLst>
                <a:gd name="csX0" fmla="*/ 0 w 2028"/>
                <a:gd name="csY0" fmla="*/ 3296 h 3296"/>
                <a:gd name="csX1" fmla="*/ 2028 w 2028"/>
                <a:gd name="csY1" fmla="*/ 1648 h 3296"/>
                <a:gd name="csX2" fmla="*/ 0 w 2028"/>
                <a:gd name="csY2" fmla="*/ 0 h 32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028" h="3296">
                  <a:moveTo>
                    <a:pt x="0" y="3296"/>
                  </a:moveTo>
                  <a:lnTo>
                    <a:pt x="2028" y="16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5A5B4"/>
            </a:solidFill>
            <a:ln w="12665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64" name="Free-form: Shape 1919">
              <a:extLst>
                <a:ext uri="{FF2B5EF4-FFF2-40B4-BE49-F238E27FC236}">
                  <a16:creationId xmlns:a16="http://schemas.microsoft.com/office/drawing/2014/main" id="{B701B4F7-AFEE-62E9-2505-023D706F4B4C}"/>
                </a:ext>
              </a:extLst>
            </p:cNvPr>
            <p:cNvSpPr/>
            <p:nvPr/>
          </p:nvSpPr>
          <p:spPr>
            <a:xfrm>
              <a:off x="4346467" y="5359146"/>
              <a:ext cx="350160" cy="284362"/>
            </a:xfrm>
            <a:custGeom>
              <a:avLst/>
              <a:gdLst>
                <a:gd name="csX0" fmla="*/ 0 w 350160"/>
                <a:gd name="csY0" fmla="*/ 282714 h 284362"/>
                <a:gd name="csX1" fmla="*/ 2028 w 350160"/>
                <a:gd name="csY1" fmla="*/ 284363 h 284362"/>
                <a:gd name="csX2" fmla="*/ 350160 w 350160"/>
                <a:gd name="csY2" fmla="*/ 0 h 2843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50160" h="284362">
                  <a:moveTo>
                    <a:pt x="0" y="282714"/>
                  </a:moveTo>
                  <a:lnTo>
                    <a:pt x="2028" y="284363"/>
                  </a:lnTo>
                  <a:lnTo>
                    <a:pt x="350160" y="0"/>
                  </a:lnTo>
                  <a:close/>
                </a:path>
              </a:pathLst>
            </a:custGeom>
            <a:solidFill>
              <a:srgbClr val="A5A5B4"/>
            </a:solidFill>
            <a:ln w="12665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65" name="Free-form: Shape 1920">
              <a:extLst>
                <a:ext uri="{FF2B5EF4-FFF2-40B4-BE49-F238E27FC236}">
                  <a16:creationId xmlns:a16="http://schemas.microsoft.com/office/drawing/2014/main" id="{EB3AF18E-5EC5-CE2A-2D3C-B9CDC8A4233B}"/>
                </a:ext>
              </a:extLst>
            </p:cNvPr>
            <p:cNvSpPr/>
            <p:nvPr/>
          </p:nvSpPr>
          <p:spPr>
            <a:xfrm>
              <a:off x="5788827" y="3928785"/>
              <a:ext cx="310226" cy="441748"/>
            </a:xfrm>
            <a:custGeom>
              <a:avLst/>
              <a:gdLst>
                <a:gd name="csX0" fmla="*/ 304267 w 304266"/>
                <a:gd name="csY0" fmla="*/ 101422 h 485305"/>
                <a:gd name="csX1" fmla="*/ 304267 w 304266"/>
                <a:gd name="csY1" fmla="*/ 0 h 485305"/>
                <a:gd name="csX2" fmla="*/ 0 w 304266"/>
                <a:gd name="csY2" fmla="*/ 383883 h 485305"/>
                <a:gd name="csX3" fmla="*/ 0 w 304266"/>
                <a:gd name="csY3" fmla="*/ 485305 h 485305"/>
                <a:gd name="csX4" fmla="*/ 507 w 304266"/>
                <a:gd name="csY4" fmla="*/ 484798 h 485305"/>
                <a:gd name="csX0" fmla="*/ 304267 w 304267"/>
                <a:gd name="csY0" fmla="*/ 101422 h 485305"/>
                <a:gd name="csX1" fmla="*/ 304267 w 304267"/>
                <a:gd name="csY1" fmla="*/ 0 h 485305"/>
                <a:gd name="csX2" fmla="*/ 0 w 304267"/>
                <a:gd name="csY2" fmla="*/ 383883 h 485305"/>
                <a:gd name="csX3" fmla="*/ 0 w 304267"/>
                <a:gd name="csY3" fmla="*/ 485305 h 485305"/>
                <a:gd name="csX4" fmla="*/ 22305 w 304267"/>
                <a:gd name="csY4" fmla="*/ 484799 h 485305"/>
                <a:gd name="csX5" fmla="*/ 304267 w 304267"/>
                <a:gd name="csY5" fmla="*/ 101422 h 4853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304267" h="485305">
                  <a:moveTo>
                    <a:pt x="304267" y="101422"/>
                  </a:moveTo>
                  <a:lnTo>
                    <a:pt x="304267" y="0"/>
                  </a:lnTo>
                  <a:lnTo>
                    <a:pt x="0" y="383883"/>
                  </a:lnTo>
                  <a:lnTo>
                    <a:pt x="0" y="485305"/>
                  </a:lnTo>
                  <a:lnTo>
                    <a:pt x="22305" y="484799"/>
                  </a:lnTo>
                  <a:cubicBezTo>
                    <a:pt x="123558" y="357007"/>
                    <a:pt x="203014" y="229214"/>
                    <a:pt x="304267" y="101422"/>
                  </a:cubicBezTo>
                  <a:close/>
                </a:path>
              </a:pathLst>
            </a:custGeom>
            <a:solidFill>
              <a:schemeClr val="accent1"/>
            </a:solidFill>
            <a:ln w="12665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66" name="Free-form: Shape 1921">
              <a:extLst>
                <a:ext uri="{FF2B5EF4-FFF2-40B4-BE49-F238E27FC236}">
                  <a16:creationId xmlns:a16="http://schemas.microsoft.com/office/drawing/2014/main" id="{9DCD8422-D48B-071A-60AE-3087AACB4EAC}"/>
                </a:ext>
              </a:extLst>
            </p:cNvPr>
            <p:cNvSpPr/>
            <p:nvPr/>
          </p:nvSpPr>
          <p:spPr>
            <a:xfrm>
              <a:off x="5791860" y="4371927"/>
              <a:ext cx="126" cy="12677"/>
            </a:xfrm>
            <a:custGeom>
              <a:avLst/>
              <a:gdLst>
                <a:gd name="csX0" fmla="*/ 0 w 126"/>
                <a:gd name="csY0" fmla="*/ 0 h 12677"/>
                <a:gd name="csX1" fmla="*/ 127 w 126"/>
                <a:gd name="csY1" fmla="*/ 0 h 12677"/>
                <a:gd name="csX2" fmla="*/ 0 w 126"/>
                <a:gd name="csY2" fmla="*/ 0 h 1267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26" h="12677">
                  <a:moveTo>
                    <a:pt x="0" y="0"/>
                  </a:moveTo>
                  <a:lnTo>
                    <a:pt x="1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29229"/>
            </a:solidFill>
            <a:ln w="12665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67" name="Free-form: Shape 1922">
              <a:extLst>
                <a:ext uri="{FF2B5EF4-FFF2-40B4-BE49-F238E27FC236}">
                  <a16:creationId xmlns:a16="http://schemas.microsoft.com/office/drawing/2014/main" id="{D9B0CF26-DBC8-2EEE-8BEF-2F3FFB26BB58}"/>
                </a:ext>
              </a:extLst>
            </p:cNvPr>
            <p:cNvSpPr/>
            <p:nvPr/>
          </p:nvSpPr>
          <p:spPr>
            <a:xfrm>
              <a:off x="6096127" y="3929671"/>
              <a:ext cx="310226" cy="435399"/>
            </a:xfrm>
            <a:custGeom>
              <a:avLst/>
              <a:gdLst>
                <a:gd name="csX0" fmla="*/ 9508 w 313394"/>
                <a:gd name="csY0" fmla="*/ 111057 h 476430"/>
                <a:gd name="csX1" fmla="*/ 14453 w 313394"/>
                <a:gd name="csY1" fmla="*/ 104972 h 476430"/>
                <a:gd name="csX2" fmla="*/ 313395 w 313394"/>
                <a:gd name="csY2" fmla="*/ 476431 h 476430"/>
                <a:gd name="csX3" fmla="*/ 313395 w 313394"/>
                <a:gd name="csY3" fmla="*/ 383883 h 476430"/>
                <a:gd name="csX4" fmla="*/ 0 w 313394"/>
                <a:gd name="csY4" fmla="*/ 0 h 476430"/>
                <a:gd name="csX5" fmla="*/ 0 w 313394"/>
                <a:gd name="csY5" fmla="*/ 101422 h 476430"/>
                <a:gd name="csX6" fmla="*/ 3803 w 313394"/>
                <a:gd name="csY6" fmla="*/ 105986 h 476430"/>
                <a:gd name="csX7" fmla="*/ 4564 w 313394"/>
                <a:gd name="csY7" fmla="*/ 104972 h 476430"/>
                <a:gd name="csX0" fmla="*/ 9508 w 313395"/>
                <a:gd name="csY0" fmla="*/ 111057 h 469583"/>
                <a:gd name="csX1" fmla="*/ 14453 w 313395"/>
                <a:gd name="csY1" fmla="*/ 104972 h 469583"/>
                <a:gd name="csX2" fmla="*/ 303773 w 313395"/>
                <a:gd name="csY2" fmla="*/ 469583 h 469583"/>
                <a:gd name="csX3" fmla="*/ 313395 w 313395"/>
                <a:gd name="csY3" fmla="*/ 383883 h 469583"/>
                <a:gd name="csX4" fmla="*/ 0 w 313395"/>
                <a:gd name="csY4" fmla="*/ 0 h 469583"/>
                <a:gd name="csX5" fmla="*/ 0 w 313395"/>
                <a:gd name="csY5" fmla="*/ 101422 h 469583"/>
                <a:gd name="csX6" fmla="*/ 3803 w 313395"/>
                <a:gd name="csY6" fmla="*/ 105986 h 469583"/>
                <a:gd name="csX7" fmla="*/ 4564 w 313395"/>
                <a:gd name="csY7" fmla="*/ 104972 h 469583"/>
                <a:gd name="csX8" fmla="*/ 9508 w 313395"/>
                <a:gd name="csY8" fmla="*/ 111057 h 4695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13395" h="469583">
                  <a:moveTo>
                    <a:pt x="9508" y="111057"/>
                  </a:moveTo>
                  <a:lnTo>
                    <a:pt x="14453" y="104972"/>
                  </a:lnTo>
                  <a:lnTo>
                    <a:pt x="303773" y="469583"/>
                  </a:lnTo>
                  <a:lnTo>
                    <a:pt x="313395" y="383883"/>
                  </a:lnTo>
                  <a:lnTo>
                    <a:pt x="0" y="0"/>
                  </a:lnTo>
                  <a:lnTo>
                    <a:pt x="0" y="101422"/>
                  </a:lnTo>
                  <a:lnTo>
                    <a:pt x="3803" y="105986"/>
                  </a:lnTo>
                  <a:lnTo>
                    <a:pt x="4564" y="104972"/>
                  </a:lnTo>
                  <a:lnTo>
                    <a:pt x="9508" y="111057"/>
                  </a:lnTo>
                  <a:close/>
                </a:path>
              </a:pathLst>
            </a:custGeom>
            <a:solidFill>
              <a:schemeClr val="accent1"/>
            </a:solidFill>
            <a:ln w="12665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68" name="Free-form: Shape 1923">
              <a:extLst>
                <a:ext uri="{FF2B5EF4-FFF2-40B4-BE49-F238E27FC236}">
                  <a16:creationId xmlns:a16="http://schemas.microsoft.com/office/drawing/2014/main" id="{C0AE43CE-168B-AF36-DB9F-267DF5A6A523}"/>
                </a:ext>
              </a:extLst>
            </p:cNvPr>
            <p:cNvSpPr/>
            <p:nvPr/>
          </p:nvSpPr>
          <p:spPr>
            <a:xfrm>
              <a:off x="6099930" y="3991594"/>
              <a:ext cx="5704" cy="7099"/>
            </a:xfrm>
            <a:custGeom>
              <a:avLst/>
              <a:gdLst>
                <a:gd name="csX0" fmla="*/ 5705 w 5704"/>
                <a:gd name="csY0" fmla="*/ 6085 h 7099"/>
                <a:gd name="csX1" fmla="*/ 761 w 5704"/>
                <a:gd name="csY1" fmla="*/ 0 h 7099"/>
                <a:gd name="csX2" fmla="*/ 0 w 5704"/>
                <a:gd name="csY2" fmla="*/ 1014 h 7099"/>
                <a:gd name="csX3" fmla="*/ 4944 w 5704"/>
                <a:gd name="csY3" fmla="*/ 7100 h 70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704" h="7099">
                  <a:moveTo>
                    <a:pt x="5705" y="6085"/>
                  </a:moveTo>
                  <a:lnTo>
                    <a:pt x="761" y="0"/>
                  </a:lnTo>
                  <a:lnTo>
                    <a:pt x="0" y="1014"/>
                  </a:lnTo>
                  <a:lnTo>
                    <a:pt x="4944" y="7100"/>
                  </a:lnTo>
                  <a:close/>
                </a:path>
              </a:pathLst>
            </a:custGeom>
            <a:solidFill>
              <a:srgbClr val="E8B026"/>
            </a:solidFill>
            <a:ln w="12665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69" name="Free-form: Shape 1924">
              <a:extLst>
                <a:ext uri="{FF2B5EF4-FFF2-40B4-BE49-F238E27FC236}">
                  <a16:creationId xmlns:a16="http://schemas.microsoft.com/office/drawing/2014/main" id="{17C6B216-5CE9-1C0C-47EE-14AC80BC9A5A}"/>
                </a:ext>
              </a:extLst>
            </p:cNvPr>
            <p:cNvSpPr/>
            <p:nvPr/>
          </p:nvSpPr>
          <p:spPr>
            <a:xfrm>
              <a:off x="4974904" y="4951428"/>
              <a:ext cx="65417" cy="143005"/>
            </a:xfrm>
            <a:custGeom>
              <a:avLst/>
              <a:gdLst>
                <a:gd name="csX0" fmla="*/ 65417 w 65417"/>
                <a:gd name="csY0" fmla="*/ 0 h 143005"/>
                <a:gd name="csX1" fmla="*/ 0 w 65417"/>
                <a:gd name="csY1" fmla="*/ 143005 h 143005"/>
                <a:gd name="csX2" fmla="*/ 65417 w 65417"/>
                <a:gd name="csY2" fmla="*/ 0 h 1430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65417" h="143005">
                  <a:moveTo>
                    <a:pt x="65417" y="0"/>
                  </a:moveTo>
                  <a:cubicBezTo>
                    <a:pt x="65417" y="0"/>
                    <a:pt x="0" y="142879"/>
                    <a:pt x="0" y="143005"/>
                  </a:cubicBezTo>
                  <a:lnTo>
                    <a:pt x="65417" y="0"/>
                  </a:lnTo>
                  <a:close/>
                </a:path>
              </a:pathLst>
            </a:custGeom>
            <a:solidFill>
              <a:srgbClr val="B1B75F"/>
            </a:solidFill>
            <a:ln w="12665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70" name="Free-form: Shape 1927">
              <a:extLst>
                <a:ext uri="{FF2B5EF4-FFF2-40B4-BE49-F238E27FC236}">
                  <a16:creationId xmlns:a16="http://schemas.microsoft.com/office/drawing/2014/main" id="{DAB5A4A1-130E-F6F8-2BA7-93FF96C09F66}"/>
                </a:ext>
              </a:extLst>
            </p:cNvPr>
            <p:cNvSpPr/>
            <p:nvPr/>
          </p:nvSpPr>
          <p:spPr>
            <a:xfrm>
              <a:off x="5791986" y="4361278"/>
              <a:ext cx="11917" cy="10649"/>
            </a:xfrm>
            <a:custGeom>
              <a:avLst/>
              <a:gdLst>
                <a:gd name="csX0" fmla="*/ 9255 w 11917"/>
                <a:gd name="csY0" fmla="*/ 0 h 10649"/>
                <a:gd name="csX1" fmla="*/ 380 w 11917"/>
                <a:gd name="csY1" fmla="*/ 10142 h 10649"/>
                <a:gd name="csX2" fmla="*/ 0 w 11917"/>
                <a:gd name="csY2" fmla="*/ 10649 h 10649"/>
                <a:gd name="csX3" fmla="*/ 3423 w 11917"/>
                <a:gd name="csY3" fmla="*/ 10649 h 10649"/>
                <a:gd name="csX4" fmla="*/ 11917 w 11917"/>
                <a:gd name="csY4" fmla="*/ 0 h 106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1917" h="10649">
                  <a:moveTo>
                    <a:pt x="9255" y="0"/>
                  </a:moveTo>
                  <a:lnTo>
                    <a:pt x="380" y="10142"/>
                  </a:lnTo>
                  <a:lnTo>
                    <a:pt x="0" y="10649"/>
                  </a:lnTo>
                  <a:lnTo>
                    <a:pt x="3423" y="10649"/>
                  </a:lnTo>
                  <a:lnTo>
                    <a:pt x="11917" y="0"/>
                  </a:lnTo>
                  <a:close/>
                </a:path>
              </a:pathLst>
            </a:custGeom>
            <a:solidFill>
              <a:srgbClr val="A5A5B4"/>
            </a:solidFill>
            <a:ln w="12665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71" name="Free-form: Shape 1928">
              <a:extLst>
                <a:ext uri="{FF2B5EF4-FFF2-40B4-BE49-F238E27FC236}">
                  <a16:creationId xmlns:a16="http://schemas.microsoft.com/office/drawing/2014/main" id="{5F261002-B093-7D8F-EBC7-5F3B53D84DB2}"/>
                </a:ext>
              </a:extLst>
            </p:cNvPr>
            <p:cNvSpPr/>
            <p:nvPr/>
          </p:nvSpPr>
          <p:spPr>
            <a:xfrm>
              <a:off x="5795409" y="4361278"/>
              <a:ext cx="17748" cy="10649"/>
            </a:xfrm>
            <a:custGeom>
              <a:avLst/>
              <a:gdLst>
                <a:gd name="csX0" fmla="*/ 17749 w 17748"/>
                <a:gd name="csY0" fmla="*/ 0 h 10649"/>
                <a:gd name="csX1" fmla="*/ 8494 w 17748"/>
                <a:gd name="csY1" fmla="*/ 0 h 10649"/>
                <a:gd name="csX2" fmla="*/ 0 w 17748"/>
                <a:gd name="csY2" fmla="*/ 10649 h 10649"/>
                <a:gd name="csX3" fmla="*/ 9128 w 17748"/>
                <a:gd name="csY3" fmla="*/ 10649 h 106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7748" h="10649">
                  <a:moveTo>
                    <a:pt x="17749" y="0"/>
                  </a:moveTo>
                  <a:lnTo>
                    <a:pt x="8494" y="0"/>
                  </a:lnTo>
                  <a:lnTo>
                    <a:pt x="0" y="10649"/>
                  </a:lnTo>
                  <a:lnTo>
                    <a:pt x="9128" y="10649"/>
                  </a:lnTo>
                  <a:close/>
                </a:path>
              </a:pathLst>
            </a:custGeom>
            <a:solidFill>
              <a:srgbClr val="A5A5B4"/>
            </a:solidFill>
            <a:ln w="12665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72" name="Free-form: Shape 137">
              <a:extLst>
                <a:ext uri="{FF2B5EF4-FFF2-40B4-BE49-F238E27FC236}">
                  <a16:creationId xmlns:a16="http://schemas.microsoft.com/office/drawing/2014/main" id="{3F041B5F-F730-B42A-92BA-B405B0ABA9C2}"/>
                </a:ext>
              </a:extLst>
            </p:cNvPr>
            <p:cNvSpPr/>
            <p:nvPr/>
          </p:nvSpPr>
          <p:spPr>
            <a:xfrm>
              <a:off x="5800988" y="4000974"/>
              <a:ext cx="596743" cy="2175254"/>
            </a:xfrm>
            <a:custGeom>
              <a:avLst/>
              <a:gdLst>
                <a:gd name="csX0" fmla="*/ 301985 w 596743"/>
                <a:gd name="csY0" fmla="*/ 0 h 2175254"/>
                <a:gd name="csX1" fmla="*/ 596743 w 596743"/>
                <a:gd name="csY1" fmla="*/ 363599 h 2175254"/>
                <a:gd name="csX2" fmla="*/ 431805 w 596743"/>
                <a:gd name="csY2" fmla="*/ 363599 h 2175254"/>
                <a:gd name="csX3" fmla="*/ 431805 w 596743"/>
                <a:gd name="csY3" fmla="*/ 1626432 h 2175254"/>
                <a:gd name="csX4" fmla="*/ 429016 w 596743"/>
                <a:gd name="csY4" fmla="*/ 1704527 h 2175254"/>
                <a:gd name="csX5" fmla="*/ 429016 w 596743"/>
                <a:gd name="csY5" fmla="*/ 2175254 h 2175254"/>
                <a:gd name="csX6" fmla="*/ 164304 w 596743"/>
                <a:gd name="csY6" fmla="*/ 2175254 h 2175254"/>
                <a:gd name="csX7" fmla="*/ 164304 w 596743"/>
                <a:gd name="csY7" fmla="*/ 375262 h 2175254"/>
                <a:gd name="csX8" fmla="*/ 154796 w 596743"/>
                <a:gd name="csY8" fmla="*/ 375262 h 2175254"/>
                <a:gd name="csX9" fmla="*/ 0 w 596743"/>
                <a:gd name="csY9" fmla="*/ 375262 h 2175254"/>
                <a:gd name="csX10" fmla="*/ 3550 w 596743"/>
                <a:gd name="csY10" fmla="*/ 370825 h 2175254"/>
                <a:gd name="csX11" fmla="*/ 3652 w 596743"/>
                <a:gd name="csY11" fmla="*/ 370825 h 2175254"/>
                <a:gd name="csX12" fmla="*/ 12170 w 596743"/>
                <a:gd name="csY12" fmla="*/ 360303 h 2175254"/>
                <a:gd name="csX13" fmla="*/ 143005 w 596743"/>
                <a:gd name="csY13" fmla="*/ 360303 h 2175254"/>
                <a:gd name="csX14" fmla="*/ 143005 w 596743"/>
                <a:gd name="csY14" fmla="*/ 360176 h 2175254"/>
                <a:gd name="csX15" fmla="*/ 12171 w 596743"/>
                <a:gd name="csY15" fmla="*/ 360176 h 21752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596743" h="2175254">
                  <a:moveTo>
                    <a:pt x="301985" y="0"/>
                  </a:moveTo>
                  <a:lnTo>
                    <a:pt x="596743" y="363599"/>
                  </a:lnTo>
                  <a:lnTo>
                    <a:pt x="431805" y="363599"/>
                  </a:lnTo>
                  <a:lnTo>
                    <a:pt x="431805" y="1626432"/>
                  </a:lnTo>
                  <a:cubicBezTo>
                    <a:pt x="430030" y="1652422"/>
                    <a:pt x="429016" y="1678411"/>
                    <a:pt x="429016" y="1704527"/>
                  </a:cubicBezTo>
                  <a:lnTo>
                    <a:pt x="429016" y="2175254"/>
                  </a:lnTo>
                  <a:lnTo>
                    <a:pt x="164304" y="2175254"/>
                  </a:lnTo>
                  <a:lnTo>
                    <a:pt x="164304" y="375262"/>
                  </a:lnTo>
                  <a:lnTo>
                    <a:pt x="154796" y="375262"/>
                  </a:lnTo>
                  <a:lnTo>
                    <a:pt x="0" y="375262"/>
                  </a:lnTo>
                  <a:lnTo>
                    <a:pt x="3550" y="370825"/>
                  </a:lnTo>
                  <a:lnTo>
                    <a:pt x="3652" y="370825"/>
                  </a:lnTo>
                  <a:lnTo>
                    <a:pt x="12170" y="360303"/>
                  </a:lnTo>
                  <a:lnTo>
                    <a:pt x="143005" y="360303"/>
                  </a:lnTo>
                  <a:lnTo>
                    <a:pt x="143005" y="360176"/>
                  </a:lnTo>
                  <a:lnTo>
                    <a:pt x="12171" y="360176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12665" cap="flat">
              <a:noFill/>
              <a:prstDash val="solid"/>
              <a:miter/>
            </a:ln>
          </p:spPr>
          <p:txBody>
            <a:bodyPr wrap="square">
              <a:noAutofit/>
            </a:bodyPr>
            <a:lstStyle/>
            <a:p>
              <a:endParaRPr lang="en-US" sz="1600"/>
            </a:p>
          </p:txBody>
        </p:sp>
        <p:sp>
          <p:nvSpPr>
            <p:cNvPr id="73" name="Free-form: Shape 1977">
              <a:extLst>
                <a:ext uri="{FF2B5EF4-FFF2-40B4-BE49-F238E27FC236}">
                  <a16:creationId xmlns:a16="http://schemas.microsoft.com/office/drawing/2014/main" id="{690492D6-B32B-D954-3F02-A0F34368B6F5}"/>
                </a:ext>
              </a:extLst>
            </p:cNvPr>
            <p:cNvSpPr/>
            <p:nvPr/>
          </p:nvSpPr>
          <p:spPr>
            <a:xfrm>
              <a:off x="5791860" y="4371420"/>
              <a:ext cx="507" cy="507"/>
            </a:xfrm>
            <a:custGeom>
              <a:avLst/>
              <a:gdLst>
                <a:gd name="csX0" fmla="*/ 0 w 507"/>
                <a:gd name="csY0" fmla="*/ 507 h 507"/>
                <a:gd name="csX1" fmla="*/ 127 w 507"/>
                <a:gd name="csY1" fmla="*/ 507 h 507"/>
                <a:gd name="csX2" fmla="*/ 507 w 507"/>
                <a:gd name="csY2" fmla="*/ 0 h 5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507" h="507">
                  <a:moveTo>
                    <a:pt x="0" y="507"/>
                  </a:moveTo>
                  <a:lnTo>
                    <a:pt x="127" y="507"/>
                  </a:lnTo>
                  <a:lnTo>
                    <a:pt x="507" y="0"/>
                  </a:lnTo>
                  <a:close/>
                </a:path>
              </a:pathLst>
            </a:custGeom>
            <a:solidFill>
              <a:srgbClr val="A5A5B4"/>
            </a:solidFill>
            <a:ln w="12665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74" name="Free-form: Shape 1979">
              <a:extLst>
                <a:ext uri="{FF2B5EF4-FFF2-40B4-BE49-F238E27FC236}">
                  <a16:creationId xmlns:a16="http://schemas.microsoft.com/office/drawing/2014/main" id="{DE14B8BA-4CC4-DFA9-4F3C-F453CB922D71}"/>
                </a:ext>
              </a:extLst>
            </p:cNvPr>
            <p:cNvSpPr/>
            <p:nvPr/>
          </p:nvSpPr>
          <p:spPr>
            <a:xfrm>
              <a:off x="6096507" y="3991594"/>
              <a:ext cx="2662" cy="3296"/>
            </a:xfrm>
            <a:custGeom>
              <a:avLst/>
              <a:gdLst>
                <a:gd name="csX0" fmla="*/ 1268 w 2662"/>
                <a:gd name="csY0" fmla="*/ 0 h 3296"/>
                <a:gd name="csX1" fmla="*/ 0 w 2662"/>
                <a:gd name="csY1" fmla="*/ 1395 h 3296"/>
                <a:gd name="csX2" fmla="*/ 1521 w 2662"/>
                <a:gd name="csY2" fmla="*/ 3296 h 3296"/>
                <a:gd name="csX3" fmla="*/ 2662 w 2662"/>
                <a:gd name="csY3" fmla="*/ 1902 h 32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62" h="3296">
                  <a:moveTo>
                    <a:pt x="1268" y="0"/>
                  </a:moveTo>
                  <a:lnTo>
                    <a:pt x="0" y="1395"/>
                  </a:lnTo>
                  <a:lnTo>
                    <a:pt x="1521" y="3296"/>
                  </a:lnTo>
                  <a:lnTo>
                    <a:pt x="2662" y="1902"/>
                  </a:lnTo>
                  <a:close/>
                </a:path>
              </a:pathLst>
            </a:custGeom>
            <a:solidFill>
              <a:srgbClr val="A5A5B4"/>
            </a:solidFill>
            <a:ln w="12665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75" name="Free-form: Shape 1980">
              <a:extLst>
                <a:ext uri="{FF2B5EF4-FFF2-40B4-BE49-F238E27FC236}">
                  <a16:creationId xmlns:a16="http://schemas.microsoft.com/office/drawing/2014/main" id="{BC75C066-2889-586A-FB0C-2F666B872644}"/>
                </a:ext>
              </a:extLst>
            </p:cNvPr>
            <p:cNvSpPr/>
            <p:nvPr/>
          </p:nvSpPr>
          <p:spPr>
            <a:xfrm>
              <a:off x="6098028" y="3993495"/>
              <a:ext cx="6085" cy="7479"/>
            </a:xfrm>
            <a:custGeom>
              <a:avLst/>
              <a:gdLst>
                <a:gd name="csX0" fmla="*/ 6085 w 6085"/>
                <a:gd name="csY0" fmla="*/ 6085 h 7479"/>
                <a:gd name="csX1" fmla="*/ 1141 w 6085"/>
                <a:gd name="csY1" fmla="*/ 0 h 7479"/>
                <a:gd name="csX2" fmla="*/ 0 w 6085"/>
                <a:gd name="csY2" fmla="*/ 1395 h 7479"/>
                <a:gd name="csX3" fmla="*/ 4944 w 6085"/>
                <a:gd name="csY3" fmla="*/ 7480 h 74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6085" h="7479">
                  <a:moveTo>
                    <a:pt x="6085" y="6085"/>
                  </a:moveTo>
                  <a:lnTo>
                    <a:pt x="1141" y="0"/>
                  </a:lnTo>
                  <a:lnTo>
                    <a:pt x="0" y="1395"/>
                  </a:lnTo>
                  <a:lnTo>
                    <a:pt x="4944" y="7480"/>
                  </a:lnTo>
                  <a:close/>
                </a:path>
              </a:pathLst>
            </a:custGeom>
            <a:solidFill>
              <a:srgbClr val="A5A5B4"/>
            </a:solidFill>
            <a:ln w="12665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76" name="Free-form: Shape 2057">
              <a:extLst>
                <a:ext uri="{FF2B5EF4-FFF2-40B4-BE49-F238E27FC236}">
                  <a16:creationId xmlns:a16="http://schemas.microsoft.com/office/drawing/2014/main" id="{97E261D0-A0B7-9034-8D2E-F1D217B3B94F}"/>
                </a:ext>
              </a:extLst>
            </p:cNvPr>
            <p:cNvSpPr/>
            <p:nvPr/>
          </p:nvSpPr>
          <p:spPr>
            <a:xfrm>
              <a:off x="6230130" y="4457122"/>
              <a:ext cx="1204135" cy="1719106"/>
            </a:xfrm>
            <a:custGeom>
              <a:avLst/>
              <a:gdLst>
                <a:gd name="csX0" fmla="*/ 2789 w 1204135"/>
                <a:gd name="csY0" fmla="*/ 1170284 h 1719106"/>
                <a:gd name="csX1" fmla="*/ 2789 w 1204135"/>
                <a:gd name="csY1" fmla="*/ 1719105 h 1719106"/>
                <a:gd name="csX2" fmla="*/ 0 w 1204135"/>
                <a:gd name="csY2" fmla="*/ 1719105 h 1719106"/>
                <a:gd name="csX3" fmla="*/ 0 w 1204135"/>
                <a:gd name="csY3" fmla="*/ 1248379 h 1719106"/>
                <a:gd name="csX4" fmla="*/ 2789 w 1204135"/>
                <a:gd name="csY4" fmla="*/ 1170284 h 1719106"/>
                <a:gd name="csX5" fmla="*/ 688403 w 1204135"/>
                <a:gd name="csY5" fmla="*/ 0 h 1719106"/>
                <a:gd name="csX6" fmla="*/ 1169145 w 1204135"/>
                <a:gd name="csY6" fmla="*/ 114354 h 1719106"/>
                <a:gd name="csX7" fmla="*/ 1204135 w 1204135"/>
                <a:gd name="csY7" fmla="*/ 190040 h 1719106"/>
                <a:gd name="csX8" fmla="*/ 726437 w 1204135"/>
                <a:gd name="csY8" fmla="*/ 75940 h 1719106"/>
                <a:gd name="csX9" fmla="*/ 798954 w 1204135"/>
                <a:gd name="csY9" fmla="*/ 228580 h 1719106"/>
                <a:gd name="csX10" fmla="*/ 641369 w 1204135"/>
                <a:gd name="csY10" fmla="*/ 317071 h 1719106"/>
                <a:gd name="csX11" fmla="*/ 193970 w 1204135"/>
                <a:gd name="csY11" fmla="*/ 719971 h 1719106"/>
                <a:gd name="csX12" fmla="*/ 27257 w 1204135"/>
                <a:gd name="csY12" fmla="*/ 1299346 h 1719106"/>
                <a:gd name="csX13" fmla="*/ 27257 w 1204135"/>
                <a:gd name="csY13" fmla="*/ 1718980 h 1719106"/>
                <a:gd name="csX14" fmla="*/ 26243 w 1204135"/>
                <a:gd name="csY14" fmla="*/ 1718980 h 1719106"/>
                <a:gd name="csX15" fmla="*/ 16101 w 1204135"/>
                <a:gd name="csY15" fmla="*/ 1718980 h 1719106"/>
                <a:gd name="csX16" fmla="*/ 16101 w 1204135"/>
                <a:gd name="csY16" fmla="*/ 1719106 h 1719106"/>
                <a:gd name="csX17" fmla="*/ 14580 w 1204135"/>
                <a:gd name="csY17" fmla="*/ 1719106 h 1719106"/>
                <a:gd name="csX18" fmla="*/ 2790 w 1204135"/>
                <a:gd name="csY18" fmla="*/ 1719106 h 1719106"/>
                <a:gd name="csX19" fmla="*/ 2790 w 1204135"/>
                <a:gd name="csY19" fmla="*/ 1170285 h 1719106"/>
                <a:gd name="csX20" fmla="*/ 14580 w 1204135"/>
                <a:gd name="csY20" fmla="*/ 1072032 h 1719106"/>
                <a:gd name="csX21" fmla="*/ 15974 w 1204135"/>
                <a:gd name="csY21" fmla="*/ 1063085 h 1719106"/>
                <a:gd name="csX22" fmla="*/ 15974 w 1204135"/>
                <a:gd name="csY22" fmla="*/ 1062144 h 1719106"/>
                <a:gd name="csX23" fmla="*/ 26243 w 1204135"/>
                <a:gd name="csY23" fmla="*/ 1011180 h 1719106"/>
                <a:gd name="csX24" fmla="*/ 166713 w 1204135"/>
                <a:gd name="csY24" fmla="*/ 669640 h 1719106"/>
                <a:gd name="csX25" fmla="*/ 614872 w 1204135"/>
                <a:gd name="csY25" fmla="*/ 267121 h 1719106"/>
                <a:gd name="csX26" fmla="*/ 772710 w 1204135"/>
                <a:gd name="csY26" fmla="*/ 178757 h 17191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1204135" h="1719106">
                  <a:moveTo>
                    <a:pt x="2789" y="1170284"/>
                  </a:moveTo>
                  <a:lnTo>
                    <a:pt x="2789" y="1719105"/>
                  </a:lnTo>
                  <a:lnTo>
                    <a:pt x="0" y="1719105"/>
                  </a:lnTo>
                  <a:lnTo>
                    <a:pt x="0" y="1248379"/>
                  </a:lnTo>
                  <a:cubicBezTo>
                    <a:pt x="0" y="1222263"/>
                    <a:pt x="887" y="1196147"/>
                    <a:pt x="2789" y="1170284"/>
                  </a:cubicBezTo>
                  <a:close/>
                  <a:moveTo>
                    <a:pt x="688403" y="0"/>
                  </a:moveTo>
                  <a:lnTo>
                    <a:pt x="1169145" y="114354"/>
                  </a:lnTo>
                  <a:lnTo>
                    <a:pt x="1204135" y="190040"/>
                  </a:lnTo>
                  <a:lnTo>
                    <a:pt x="726437" y="75940"/>
                  </a:lnTo>
                  <a:lnTo>
                    <a:pt x="798954" y="228580"/>
                  </a:lnTo>
                  <a:lnTo>
                    <a:pt x="641369" y="317071"/>
                  </a:lnTo>
                  <a:cubicBezTo>
                    <a:pt x="457287" y="406703"/>
                    <a:pt x="302619" y="546032"/>
                    <a:pt x="193970" y="719971"/>
                  </a:cubicBezTo>
                  <a:cubicBezTo>
                    <a:pt x="85321" y="893910"/>
                    <a:pt x="27257" y="1094219"/>
                    <a:pt x="27257" y="1299346"/>
                  </a:cubicBezTo>
                  <a:lnTo>
                    <a:pt x="27257" y="1718980"/>
                  </a:lnTo>
                  <a:lnTo>
                    <a:pt x="26243" y="1718980"/>
                  </a:lnTo>
                  <a:lnTo>
                    <a:pt x="16101" y="1718980"/>
                  </a:lnTo>
                  <a:lnTo>
                    <a:pt x="16101" y="1719106"/>
                  </a:lnTo>
                  <a:lnTo>
                    <a:pt x="14580" y="1719106"/>
                  </a:lnTo>
                  <a:lnTo>
                    <a:pt x="2790" y="1719106"/>
                  </a:lnTo>
                  <a:lnTo>
                    <a:pt x="2790" y="1170285"/>
                  </a:lnTo>
                  <a:cubicBezTo>
                    <a:pt x="5199" y="1137323"/>
                    <a:pt x="9256" y="1104487"/>
                    <a:pt x="14580" y="1072032"/>
                  </a:cubicBezTo>
                  <a:lnTo>
                    <a:pt x="15974" y="1063085"/>
                  </a:lnTo>
                  <a:lnTo>
                    <a:pt x="15974" y="1062144"/>
                  </a:lnTo>
                  <a:cubicBezTo>
                    <a:pt x="19017" y="1045029"/>
                    <a:pt x="22440" y="1028041"/>
                    <a:pt x="26243" y="1011180"/>
                  </a:cubicBezTo>
                  <a:cubicBezTo>
                    <a:pt x="53247" y="890868"/>
                    <a:pt x="100535" y="775373"/>
                    <a:pt x="166713" y="669640"/>
                  </a:cubicBezTo>
                  <a:cubicBezTo>
                    <a:pt x="275488" y="495955"/>
                    <a:pt x="430537" y="356753"/>
                    <a:pt x="614872" y="267121"/>
                  </a:cubicBezTo>
                  <a:lnTo>
                    <a:pt x="772710" y="178757"/>
                  </a:lnTo>
                  <a:close/>
                </a:path>
              </a:pathLst>
            </a:custGeom>
            <a:solidFill>
              <a:schemeClr val="accent1"/>
            </a:solidFill>
            <a:ln w="12665" cap="flat">
              <a:noFill/>
              <a:prstDash val="solid"/>
              <a:miter/>
            </a:ln>
          </p:spPr>
          <p:txBody>
            <a:bodyPr wrap="square">
              <a:noAutofit/>
            </a:bodyPr>
            <a:lstStyle/>
            <a:p>
              <a:endParaRPr lang="en-US" sz="1600" dirty="0"/>
            </a:p>
          </p:txBody>
        </p:sp>
        <p:sp>
          <p:nvSpPr>
            <p:cNvPr id="77" name="Free-form: Shape 128">
              <a:extLst>
                <a:ext uri="{FF2B5EF4-FFF2-40B4-BE49-F238E27FC236}">
                  <a16:creationId xmlns:a16="http://schemas.microsoft.com/office/drawing/2014/main" id="{758A458A-E7EC-D88B-136A-CCCAF595C172}"/>
                </a:ext>
              </a:extLst>
            </p:cNvPr>
            <p:cNvSpPr/>
            <p:nvPr/>
          </p:nvSpPr>
          <p:spPr>
            <a:xfrm>
              <a:off x="5225797" y="4533061"/>
              <a:ext cx="4690" cy="2408"/>
            </a:xfrm>
            <a:custGeom>
              <a:avLst/>
              <a:gdLst>
                <a:gd name="csX0" fmla="*/ 4691 w 4690"/>
                <a:gd name="csY0" fmla="*/ 0 h 2408"/>
                <a:gd name="csX1" fmla="*/ 507 w 4690"/>
                <a:gd name="csY1" fmla="*/ 1141 h 2408"/>
                <a:gd name="csX2" fmla="*/ 0 w 4690"/>
                <a:gd name="csY2" fmla="*/ 2409 h 2408"/>
                <a:gd name="csX3" fmla="*/ 4057 w 4690"/>
                <a:gd name="csY3" fmla="*/ 1395 h 24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690" h="2408">
                  <a:moveTo>
                    <a:pt x="4691" y="0"/>
                  </a:moveTo>
                  <a:lnTo>
                    <a:pt x="507" y="1141"/>
                  </a:lnTo>
                  <a:lnTo>
                    <a:pt x="0" y="2409"/>
                  </a:lnTo>
                  <a:lnTo>
                    <a:pt x="4057" y="1395"/>
                  </a:lnTo>
                  <a:close/>
                </a:path>
              </a:pathLst>
            </a:custGeom>
            <a:solidFill>
              <a:srgbClr val="919A38"/>
            </a:solidFill>
            <a:ln w="12665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78" name="Free-form: Shape 129">
              <a:extLst>
                <a:ext uri="{FF2B5EF4-FFF2-40B4-BE49-F238E27FC236}">
                  <a16:creationId xmlns:a16="http://schemas.microsoft.com/office/drawing/2014/main" id="{D8180489-821B-56C9-CBD6-185D6513D112}"/>
                </a:ext>
              </a:extLst>
            </p:cNvPr>
            <p:cNvSpPr/>
            <p:nvPr/>
          </p:nvSpPr>
          <p:spPr>
            <a:xfrm>
              <a:off x="5167860" y="4670489"/>
              <a:ext cx="2535" cy="5578"/>
            </a:xfrm>
            <a:custGeom>
              <a:avLst/>
              <a:gdLst>
                <a:gd name="csX0" fmla="*/ 2536 w 2535"/>
                <a:gd name="csY0" fmla="*/ 0 h 5578"/>
                <a:gd name="csX1" fmla="*/ 0 w 2535"/>
                <a:gd name="csY1" fmla="*/ 5578 h 5578"/>
                <a:gd name="csX2" fmla="*/ 127 w 2535"/>
                <a:gd name="csY2" fmla="*/ 5578 h 55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35" h="5578">
                  <a:moveTo>
                    <a:pt x="2536" y="0"/>
                  </a:moveTo>
                  <a:lnTo>
                    <a:pt x="0" y="5578"/>
                  </a:lnTo>
                  <a:lnTo>
                    <a:pt x="127" y="5578"/>
                  </a:lnTo>
                  <a:close/>
                </a:path>
              </a:pathLst>
            </a:custGeom>
            <a:solidFill>
              <a:srgbClr val="919A38"/>
            </a:solidFill>
            <a:ln w="12665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79" name="Free-form: Shape 130">
              <a:extLst>
                <a:ext uri="{FF2B5EF4-FFF2-40B4-BE49-F238E27FC236}">
                  <a16:creationId xmlns:a16="http://schemas.microsoft.com/office/drawing/2014/main" id="{12F911E3-F1B7-902F-B8ED-7411A7592ED0}"/>
                </a:ext>
              </a:extLst>
            </p:cNvPr>
            <p:cNvSpPr/>
            <p:nvPr/>
          </p:nvSpPr>
          <p:spPr>
            <a:xfrm>
              <a:off x="5165070" y="4534456"/>
              <a:ext cx="64783" cy="141610"/>
            </a:xfrm>
            <a:custGeom>
              <a:avLst/>
              <a:gdLst>
                <a:gd name="csX0" fmla="*/ 64783 w 64783"/>
                <a:gd name="csY0" fmla="*/ 0 h 141610"/>
                <a:gd name="csX1" fmla="*/ 60727 w 64783"/>
                <a:gd name="csY1" fmla="*/ 1014 h 141610"/>
                <a:gd name="csX2" fmla="*/ 0 w 64783"/>
                <a:gd name="csY2" fmla="*/ 139963 h 141610"/>
                <a:gd name="csX3" fmla="*/ 2789 w 64783"/>
                <a:gd name="csY3" fmla="*/ 141611 h 141610"/>
                <a:gd name="csX4" fmla="*/ 5325 w 64783"/>
                <a:gd name="csY4" fmla="*/ 136033 h 141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4783" h="141610">
                  <a:moveTo>
                    <a:pt x="64783" y="0"/>
                  </a:moveTo>
                  <a:lnTo>
                    <a:pt x="60727" y="1014"/>
                  </a:lnTo>
                  <a:lnTo>
                    <a:pt x="0" y="139963"/>
                  </a:lnTo>
                  <a:lnTo>
                    <a:pt x="2789" y="141611"/>
                  </a:lnTo>
                  <a:lnTo>
                    <a:pt x="5325" y="136033"/>
                  </a:lnTo>
                  <a:close/>
                </a:path>
              </a:pathLst>
            </a:custGeom>
            <a:solidFill>
              <a:srgbClr val="919A38"/>
            </a:solidFill>
            <a:ln w="12665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600"/>
            </a:p>
          </p:txBody>
        </p:sp>
      </p:grp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D1FF8EE-CFAF-78E0-C553-12D671D0DAC1}"/>
              </a:ext>
            </a:extLst>
          </p:cNvPr>
          <p:cNvCxnSpPr>
            <a:cxnSpLocks/>
          </p:cNvCxnSpPr>
          <p:nvPr/>
        </p:nvCxnSpPr>
        <p:spPr>
          <a:xfrm>
            <a:off x="4130132" y="6485328"/>
            <a:ext cx="3931733" cy="0"/>
          </a:xfrm>
          <a:prstGeom prst="line">
            <a:avLst/>
          </a:prstGeom>
          <a:ln w="6350" cap="flat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50000">
                  <a:schemeClr val="accent1"/>
                </a:gs>
                <a:gs pos="100000">
                  <a:schemeClr val="bg1"/>
                </a:gs>
              </a:gsLst>
              <a:lin ang="0" scaled="1"/>
              <a:tileRect/>
            </a:gra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23020EE5-973F-D645-62B9-E2EDB415CDC8}"/>
              </a:ext>
            </a:extLst>
          </p:cNvPr>
          <p:cNvSpPr txBox="1"/>
          <p:nvPr/>
        </p:nvSpPr>
        <p:spPr>
          <a:xfrm>
            <a:off x="3683792" y="1488542"/>
            <a:ext cx="4827988" cy="250903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Arial" panose="020B0604020202020204" pitchFamily="34" charset="0"/>
                <a:sym typeface="Theinhardt Pan Medium" panose="020B0604020101020102" pitchFamily="34" charset="0"/>
              </a:rPr>
              <a:t>5 aspects of high-quality presentation delivery</a:t>
            </a:r>
          </a:p>
        </p:txBody>
      </p:sp>
      <p:pic>
        <p:nvPicPr>
          <p:cNvPr id="91" name="Graphic 90">
            <a:extLst>
              <a:ext uri="{FF2B5EF4-FFF2-40B4-BE49-F238E27FC236}">
                <a16:creationId xmlns:a16="http://schemas.microsoft.com/office/drawing/2014/main" id="{5F125B9E-85E7-97AC-2698-D67DCB4E56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48483" y="4485430"/>
            <a:ext cx="307528" cy="307528"/>
          </a:xfrm>
          <a:prstGeom prst="rect">
            <a:avLst/>
          </a:prstGeom>
        </p:spPr>
      </p:pic>
      <p:sp>
        <p:nvSpPr>
          <p:cNvPr id="97" name="Freeform: Shape 96">
            <a:extLst>
              <a:ext uri="{FF2B5EF4-FFF2-40B4-BE49-F238E27FC236}">
                <a16:creationId xmlns:a16="http://schemas.microsoft.com/office/drawing/2014/main" id="{FA0A3867-89F0-27E7-7DC8-DA88DB650352}"/>
              </a:ext>
            </a:extLst>
          </p:cNvPr>
          <p:cNvSpPr/>
          <p:nvPr/>
        </p:nvSpPr>
        <p:spPr>
          <a:xfrm>
            <a:off x="3816436" y="5737499"/>
            <a:ext cx="255584" cy="298194"/>
          </a:xfrm>
          <a:custGeom>
            <a:avLst/>
            <a:gdLst>
              <a:gd name="csX0" fmla="*/ 433007 w 693035"/>
              <a:gd name="csY0" fmla="*/ 808482 h 808577"/>
              <a:gd name="csX1" fmla="*/ 101918 w 693035"/>
              <a:gd name="csY1" fmla="*/ 808482 h 808577"/>
              <a:gd name="csX2" fmla="*/ 87630 w 693035"/>
              <a:gd name="csY2" fmla="*/ 794195 h 808577"/>
              <a:gd name="csX3" fmla="*/ 87630 w 693035"/>
              <a:gd name="csY3" fmla="*/ 522351 h 808577"/>
              <a:gd name="csX4" fmla="*/ 0 w 693035"/>
              <a:gd name="csY4" fmla="*/ 307467 h 808577"/>
              <a:gd name="csX5" fmla="*/ 307467 w 693035"/>
              <a:gd name="csY5" fmla="*/ 0 h 808577"/>
              <a:gd name="csX6" fmla="*/ 614934 w 693035"/>
              <a:gd name="csY6" fmla="*/ 307467 h 808577"/>
              <a:gd name="csX7" fmla="*/ 614934 w 693035"/>
              <a:gd name="csY7" fmla="*/ 310515 h 808577"/>
              <a:gd name="csX8" fmla="*/ 614934 w 693035"/>
              <a:gd name="csY8" fmla="*/ 312230 h 808577"/>
              <a:gd name="csX9" fmla="*/ 614934 w 693035"/>
              <a:gd name="csY9" fmla="*/ 313468 h 808577"/>
              <a:gd name="csX10" fmla="*/ 614934 w 693035"/>
              <a:gd name="csY10" fmla="*/ 316706 h 808577"/>
              <a:gd name="csX11" fmla="*/ 614934 w 693035"/>
              <a:gd name="csY11" fmla="*/ 370427 h 808577"/>
              <a:gd name="csX12" fmla="*/ 690848 w 693035"/>
              <a:gd name="csY12" fmla="*/ 491109 h 808577"/>
              <a:gd name="csX13" fmla="*/ 691801 w 693035"/>
              <a:gd name="csY13" fmla="*/ 504635 h 808577"/>
              <a:gd name="csX14" fmla="*/ 681038 w 693035"/>
              <a:gd name="csY14" fmla="*/ 512826 h 808577"/>
              <a:gd name="csX15" fmla="*/ 614934 w 693035"/>
              <a:gd name="csY15" fmla="*/ 523589 h 808577"/>
              <a:gd name="csX16" fmla="*/ 614934 w 693035"/>
              <a:gd name="csY16" fmla="*/ 615982 h 808577"/>
              <a:gd name="csX17" fmla="*/ 535877 w 693035"/>
              <a:gd name="csY17" fmla="*/ 695039 h 808577"/>
              <a:gd name="csX18" fmla="*/ 447199 w 693035"/>
              <a:gd name="csY18" fmla="*/ 695039 h 808577"/>
              <a:gd name="csX19" fmla="*/ 447199 w 693035"/>
              <a:gd name="csY19" fmla="*/ 794290 h 808577"/>
              <a:gd name="csX20" fmla="*/ 432911 w 693035"/>
              <a:gd name="csY20" fmla="*/ 808577 h 808577"/>
              <a:gd name="csX21" fmla="*/ 116300 w 693035"/>
              <a:gd name="csY21" fmla="*/ 779907 h 808577"/>
              <a:gd name="csX22" fmla="*/ 418719 w 693035"/>
              <a:gd name="csY22" fmla="*/ 779907 h 808577"/>
              <a:gd name="csX23" fmla="*/ 418719 w 693035"/>
              <a:gd name="csY23" fmla="*/ 680656 h 808577"/>
              <a:gd name="csX24" fmla="*/ 433007 w 693035"/>
              <a:gd name="csY24" fmla="*/ 666369 h 808577"/>
              <a:gd name="csX25" fmla="*/ 535972 w 693035"/>
              <a:gd name="csY25" fmla="*/ 666369 h 808577"/>
              <a:gd name="csX26" fmla="*/ 586454 w 693035"/>
              <a:gd name="csY26" fmla="*/ 615887 h 808577"/>
              <a:gd name="csX27" fmla="*/ 586454 w 693035"/>
              <a:gd name="csY27" fmla="*/ 511397 h 808577"/>
              <a:gd name="csX28" fmla="*/ 598456 w 693035"/>
              <a:gd name="csY28" fmla="*/ 497300 h 808577"/>
              <a:gd name="csX29" fmla="*/ 655225 w 693035"/>
              <a:gd name="csY29" fmla="*/ 488061 h 808577"/>
              <a:gd name="csX30" fmla="*/ 588645 w 693035"/>
              <a:gd name="csY30" fmla="*/ 382143 h 808577"/>
              <a:gd name="csX31" fmla="*/ 586454 w 693035"/>
              <a:gd name="csY31" fmla="*/ 374523 h 808577"/>
              <a:gd name="csX32" fmla="*/ 586454 w 693035"/>
              <a:gd name="csY32" fmla="*/ 307467 h 808577"/>
              <a:gd name="csX33" fmla="*/ 307562 w 693035"/>
              <a:gd name="csY33" fmla="*/ 28575 h 808577"/>
              <a:gd name="csX34" fmla="*/ 28670 w 693035"/>
              <a:gd name="csY34" fmla="*/ 307467 h 808577"/>
              <a:gd name="csX35" fmla="*/ 112014 w 693035"/>
              <a:gd name="csY35" fmla="*/ 506254 h 808577"/>
              <a:gd name="csX36" fmla="*/ 116300 w 693035"/>
              <a:gd name="csY36" fmla="*/ 516446 h 808577"/>
              <a:gd name="csX37" fmla="*/ 116300 w 693035"/>
              <a:gd name="csY37" fmla="*/ 779907 h 808577"/>
              <a:gd name="csX38" fmla="*/ 308515 w 693035"/>
              <a:gd name="csY38" fmla="*/ 473964 h 808577"/>
              <a:gd name="csX39" fmla="*/ 136779 w 693035"/>
              <a:gd name="csY39" fmla="*/ 302228 h 808577"/>
              <a:gd name="csX40" fmla="*/ 308515 w 693035"/>
              <a:gd name="csY40" fmla="*/ 130493 h 808577"/>
              <a:gd name="csX41" fmla="*/ 480251 w 693035"/>
              <a:gd name="csY41" fmla="*/ 302228 h 808577"/>
              <a:gd name="csX42" fmla="*/ 308515 w 693035"/>
              <a:gd name="csY42" fmla="*/ 473964 h 808577"/>
              <a:gd name="csX43" fmla="*/ 308515 w 693035"/>
              <a:gd name="csY43" fmla="*/ 159068 h 808577"/>
              <a:gd name="csX44" fmla="*/ 165354 w 693035"/>
              <a:gd name="csY44" fmla="*/ 302228 h 808577"/>
              <a:gd name="csX45" fmla="*/ 308515 w 693035"/>
              <a:gd name="csY45" fmla="*/ 445389 h 808577"/>
              <a:gd name="csX46" fmla="*/ 451676 w 693035"/>
              <a:gd name="csY46" fmla="*/ 302228 h 808577"/>
              <a:gd name="csX47" fmla="*/ 308515 w 693035"/>
              <a:gd name="csY47" fmla="*/ 159068 h 808577"/>
              <a:gd name="csX48" fmla="*/ 296799 w 693035"/>
              <a:gd name="csY48" fmla="*/ 355664 h 808577"/>
              <a:gd name="csX49" fmla="*/ 396812 w 693035"/>
              <a:gd name="csY49" fmla="*/ 255651 h 808577"/>
              <a:gd name="csX50" fmla="*/ 396812 w 693035"/>
              <a:gd name="csY50" fmla="*/ 235458 h 808577"/>
              <a:gd name="csX51" fmla="*/ 376619 w 693035"/>
              <a:gd name="csY51" fmla="*/ 235458 h 808577"/>
              <a:gd name="csX52" fmla="*/ 286703 w 693035"/>
              <a:gd name="csY52" fmla="*/ 325374 h 808577"/>
              <a:gd name="csX53" fmla="*/ 240506 w 693035"/>
              <a:gd name="csY53" fmla="*/ 279178 h 808577"/>
              <a:gd name="csX54" fmla="*/ 220313 w 693035"/>
              <a:gd name="csY54" fmla="*/ 279178 h 808577"/>
              <a:gd name="csX55" fmla="*/ 220313 w 693035"/>
              <a:gd name="csY55" fmla="*/ 299371 h 808577"/>
              <a:gd name="csX56" fmla="*/ 276606 w 693035"/>
              <a:gd name="csY56" fmla="*/ 355664 h 808577"/>
              <a:gd name="csX57" fmla="*/ 286703 w 693035"/>
              <a:gd name="csY57" fmla="*/ 359855 h 808577"/>
              <a:gd name="csX58" fmla="*/ 296799 w 693035"/>
              <a:gd name="csY58" fmla="*/ 355664 h 8085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</a:cxnLst>
            <a:rect l="l" t="t" r="r" b="b"/>
            <a:pathLst>
              <a:path w="693035" h="808577">
                <a:moveTo>
                  <a:pt x="433007" y="808482"/>
                </a:moveTo>
                <a:lnTo>
                  <a:pt x="101918" y="808482"/>
                </a:lnTo>
                <a:cubicBezTo>
                  <a:pt x="94012" y="808482"/>
                  <a:pt x="87630" y="802100"/>
                  <a:pt x="87630" y="794195"/>
                </a:cubicBezTo>
                <a:lnTo>
                  <a:pt x="87630" y="522351"/>
                </a:lnTo>
                <a:cubicBezTo>
                  <a:pt x="31051" y="464534"/>
                  <a:pt x="0" y="388525"/>
                  <a:pt x="0" y="307467"/>
                </a:cubicBezTo>
                <a:cubicBezTo>
                  <a:pt x="0" y="137922"/>
                  <a:pt x="137922" y="0"/>
                  <a:pt x="307467" y="0"/>
                </a:cubicBezTo>
                <a:cubicBezTo>
                  <a:pt x="477012" y="0"/>
                  <a:pt x="614934" y="137922"/>
                  <a:pt x="614934" y="307467"/>
                </a:cubicBezTo>
                <a:cubicBezTo>
                  <a:pt x="614934" y="308515"/>
                  <a:pt x="614934" y="309467"/>
                  <a:pt x="614934" y="310515"/>
                </a:cubicBezTo>
                <a:lnTo>
                  <a:pt x="614934" y="312230"/>
                </a:lnTo>
                <a:cubicBezTo>
                  <a:pt x="614934" y="312230"/>
                  <a:pt x="614934" y="313468"/>
                  <a:pt x="614934" y="313468"/>
                </a:cubicBezTo>
                <a:cubicBezTo>
                  <a:pt x="614934" y="314516"/>
                  <a:pt x="614934" y="315659"/>
                  <a:pt x="614934" y="316706"/>
                </a:cubicBezTo>
                <a:lnTo>
                  <a:pt x="614934" y="370427"/>
                </a:lnTo>
                <a:lnTo>
                  <a:pt x="690848" y="491109"/>
                </a:lnTo>
                <a:cubicBezTo>
                  <a:pt x="693420" y="495205"/>
                  <a:pt x="693706" y="500253"/>
                  <a:pt x="691801" y="504635"/>
                </a:cubicBezTo>
                <a:cubicBezTo>
                  <a:pt x="689801" y="509016"/>
                  <a:pt x="685800" y="512064"/>
                  <a:pt x="681038" y="512826"/>
                </a:cubicBezTo>
                <a:lnTo>
                  <a:pt x="614934" y="523589"/>
                </a:lnTo>
                <a:lnTo>
                  <a:pt x="614934" y="615982"/>
                </a:lnTo>
                <a:cubicBezTo>
                  <a:pt x="614934" y="659511"/>
                  <a:pt x="579501" y="695039"/>
                  <a:pt x="535877" y="695039"/>
                </a:cubicBezTo>
                <a:lnTo>
                  <a:pt x="447199" y="695039"/>
                </a:lnTo>
                <a:lnTo>
                  <a:pt x="447199" y="794290"/>
                </a:lnTo>
                <a:cubicBezTo>
                  <a:pt x="447199" y="802196"/>
                  <a:pt x="440817" y="808577"/>
                  <a:pt x="432911" y="808577"/>
                </a:cubicBezTo>
                <a:close/>
                <a:moveTo>
                  <a:pt x="116300" y="779907"/>
                </a:moveTo>
                <a:lnTo>
                  <a:pt x="418719" y="779907"/>
                </a:lnTo>
                <a:lnTo>
                  <a:pt x="418719" y="680656"/>
                </a:lnTo>
                <a:cubicBezTo>
                  <a:pt x="418719" y="672751"/>
                  <a:pt x="425101" y="666369"/>
                  <a:pt x="433007" y="666369"/>
                </a:cubicBezTo>
                <a:lnTo>
                  <a:pt x="535972" y="666369"/>
                </a:lnTo>
                <a:cubicBezTo>
                  <a:pt x="563785" y="666369"/>
                  <a:pt x="586454" y="643700"/>
                  <a:pt x="586454" y="615887"/>
                </a:cubicBezTo>
                <a:lnTo>
                  <a:pt x="586454" y="511397"/>
                </a:lnTo>
                <a:cubicBezTo>
                  <a:pt x="586454" y="504349"/>
                  <a:pt x="591503" y="498443"/>
                  <a:pt x="598456" y="497300"/>
                </a:cubicBezTo>
                <a:lnTo>
                  <a:pt x="655225" y="488061"/>
                </a:lnTo>
                <a:lnTo>
                  <a:pt x="588645" y="382143"/>
                </a:lnTo>
                <a:cubicBezTo>
                  <a:pt x="587216" y="379857"/>
                  <a:pt x="586454" y="377190"/>
                  <a:pt x="586454" y="374523"/>
                </a:cubicBezTo>
                <a:lnTo>
                  <a:pt x="586454" y="307467"/>
                </a:lnTo>
                <a:cubicBezTo>
                  <a:pt x="586454" y="153734"/>
                  <a:pt x="461391" y="28575"/>
                  <a:pt x="307562" y="28575"/>
                </a:cubicBezTo>
                <a:cubicBezTo>
                  <a:pt x="153734" y="28575"/>
                  <a:pt x="28670" y="153638"/>
                  <a:pt x="28670" y="307467"/>
                </a:cubicBezTo>
                <a:cubicBezTo>
                  <a:pt x="28670" y="382810"/>
                  <a:pt x="58293" y="453390"/>
                  <a:pt x="112014" y="506254"/>
                </a:cubicBezTo>
                <a:cubicBezTo>
                  <a:pt x="114776" y="508921"/>
                  <a:pt x="116300" y="512636"/>
                  <a:pt x="116300" y="516446"/>
                </a:cubicBezTo>
                <a:lnTo>
                  <a:pt x="116300" y="779907"/>
                </a:lnTo>
                <a:close/>
                <a:moveTo>
                  <a:pt x="308515" y="473964"/>
                </a:moveTo>
                <a:cubicBezTo>
                  <a:pt x="213836" y="473964"/>
                  <a:pt x="136779" y="396907"/>
                  <a:pt x="136779" y="302228"/>
                </a:cubicBezTo>
                <a:cubicBezTo>
                  <a:pt x="136779" y="207550"/>
                  <a:pt x="213836" y="130493"/>
                  <a:pt x="308515" y="130493"/>
                </a:cubicBezTo>
                <a:cubicBezTo>
                  <a:pt x="403193" y="130493"/>
                  <a:pt x="480251" y="207550"/>
                  <a:pt x="480251" y="302228"/>
                </a:cubicBezTo>
                <a:cubicBezTo>
                  <a:pt x="480251" y="396907"/>
                  <a:pt x="403193" y="473964"/>
                  <a:pt x="308515" y="473964"/>
                </a:cubicBezTo>
                <a:close/>
                <a:moveTo>
                  <a:pt x="308515" y="159068"/>
                </a:moveTo>
                <a:cubicBezTo>
                  <a:pt x="229553" y="159068"/>
                  <a:pt x="165354" y="223266"/>
                  <a:pt x="165354" y="302228"/>
                </a:cubicBezTo>
                <a:cubicBezTo>
                  <a:pt x="165354" y="381191"/>
                  <a:pt x="229553" y="445389"/>
                  <a:pt x="308515" y="445389"/>
                </a:cubicBezTo>
                <a:cubicBezTo>
                  <a:pt x="387477" y="445389"/>
                  <a:pt x="451676" y="381191"/>
                  <a:pt x="451676" y="302228"/>
                </a:cubicBezTo>
                <a:cubicBezTo>
                  <a:pt x="451676" y="223266"/>
                  <a:pt x="387477" y="159068"/>
                  <a:pt x="308515" y="159068"/>
                </a:cubicBezTo>
                <a:close/>
                <a:moveTo>
                  <a:pt x="296799" y="355664"/>
                </a:moveTo>
                <a:lnTo>
                  <a:pt x="396812" y="255651"/>
                </a:lnTo>
                <a:cubicBezTo>
                  <a:pt x="402431" y="250031"/>
                  <a:pt x="402431" y="240983"/>
                  <a:pt x="396812" y="235458"/>
                </a:cubicBezTo>
                <a:cubicBezTo>
                  <a:pt x="391192" y="229838"/>
                  <a:pt x="382143" y="229838"/>
                  <a:pt x="376619" y="235458"/>
                </a:cubicBezTo>
                <a:lnTo>
                  <a:pt x="286703" y="325374"/>
                </a:lnTo>
                <a:lnTo>
                  <a:pt x="240506" y="279178"/>
                </a:lnTo>
                <a:cubicBezTo>
                  <a:pt x="234886" y="273558"/>
                  <a:pt x="225838" y="273558"/>
                  <a:pt x="220313" y="279178"/>
                </a:cubicBezTo>
                <a:cubicBezTo>
                  <a:pt x="214789" y="284798"/>
                  <a:pt x="214694" y="293846"/>
                  <a:pt x="220313" y="299371"/>
                </a:cubicBezTo>
                <a:lnTo>
                  <a:pt x="276606" y="355664"/>
                </a:lnTo>
                <a:cubicBezTo>
                  <a:pt x="279368" y="358426"/>
                  <a:pt x="283083" y="359855"/>
                  <a:pt x="286703" y="359855"/>
                </a:cubicBezTo>
                <a:cubicBezTo>
                  <a:pt x="290322" y="359855"/>
                  <a:pt x="294037" y="358426"/>
                  <a:pt x="296799" y="355664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98" name="Freeform: Shape 97">
            <a:extLst>
              <a:ext uri="{FF2B5EF4-FFF2-40B4-BE49-F238E27FC236}">
                <a16:creationId xmlns:a16="http://schemas.microsoft.com/office/drawing/2014/main" id="{2AF1E158-6303-9276-112C-FEA7AF97C8E6}"/>
              </a:ext>
            </a:extLst>
          </p:cNvPr>
          <p:cNvSpPr/>
          <p:nvPr/>
        </p:nvSpPr>
        <p:spPr>
          <a:xfrm>
            <a:off x="4262923" y="4500294"/>
            <a:ext cx="306282" cy="330786"/>
          </a:xfrm>
          <a:custGeom>
            <a:avLst/>
            <a:gdLst>
              <a:gd name="csX0" fmla="*/ 398862 w 735009"/>
              <a:gd name="csY0" fmla="*/ 187856 h 793815"/>
              <a:gd name="csX1" fmla="*/ 330178 w 735009"/>
              <a:gd name="csY1" fmla="*/ 187967 h 793815"/>
              <a:gd name="csX2" fmla="*/ 317862 w 735009"/>
              <a:gd name="csY2" fmla="*/ 178666 h 793815"/>
              <a:gd name="csX3" fmla="*/ 317862 w 735009"/>
              <a:gd name="csY3" fmla="*/ 123450 h 793815"/>
              <a:gd name="csX4" fmla="*/ 288729 w 735009"/>
              <a:gd name="csY4" fmla="*/ 123450 h 793815"/>
              <a:gd name="csX5" fmla="*/ 281474 w 735009"/>
              <a:gd name="csY5" fmla="*/ 107340 h 793815"/>
              <a:gd name="csX6" fmla="*/ 356930 w 735009"/>
              <a:gd name="csY6" fmla="*/ 3946 h 793815"/>
              <a:gd name="csX7" fmla="*/ 372631 w 735009"/>
              <a:gd name="csY7" fmla="*/ 4094 h 793815"/>
              <a:gd name="csX8" fmla="*/ 448534 w 735009"/>
              <a:gd name="csY8" fmla="*/ 108088 h 793815"/>
              <a:gd name="csX9" fmla="*/ 440757 w 735009"/>
              <a:gd name="csY9" fmla="*/ 123381 h 793815"/>
              <a:gd name="csX10" fmla="*/ 440757 w 735009"/>
              <a:gd name="csY10" fmla="*/ 123418 h 793815"/>
              <a:gd name="csX11" fmla="*/ 411624 w 735009"/>
              <a:gd name="csY11" fmla="*/ 123418 h 793815"/>
              <a:gd name="csX12" fmla="*/ 411624 w 735009"/>
              <a:gd name="csY12" fmla="*/ 178634 h 793815"/>
              <a:gd name="csX13" fmla="*/ 398863 w 735009"/>
              <a:gd name="csY13" fmla="*/ 187861 h 793815"/>
              <a:gd name="csX14" fmla="*/ 629395 w 735009"/>
              <a:gd name="csY14" fmla="*/ 217249 h 793815"/>
              <a:gd name="csX15" fmla="*/ 629395 w 735009"/>
              <a:gd name="csY15" fmla="*/ 420655 h 793815"/>
              <a:gd name="csX16" fmla="*/ 619722 w 735009"/>
              <a:gd name="csY16" fmla="*/ 430329 h 793815"/>
              <a:gd name="csX17" fmla="*/ 545308 w 735009"/>
              <a:gd name="csY17" fmla="*/ 430329 h 793815"/>
              <a:gd name="csX18" fmla="*/ 535634 w 735009"/>
              <a:gd name="csY18" fmla="*/ 420655 h 793815"/>
              <a:gd name="csX19" fmla="*/ 535634 w 735009"/>
              <a:gd name="csY19" fmla="*/ 217249 h 793815"/>
              <a:gd name="csX20" fmla="*/ 506501 w 735009"/>
              <a:gd name="csY20" fmla="*/ 217249 h 793815"/>
              <a:gd name="csX21" fmla="*/ 499246 w 735009"/>
              <a:gd name="csY21" fmla="*/ 201138 h 793815"/>
              <a:gd name="csX22" fmla="*/ 574702 w 735009"/>
              <a:gd name="csY22" fmla="*/ 97744 h 793815"/>
              <a:gd name="csX23" fmla="*/ 590403 w 735009"/>
              <a:gd name="csY23" fmla="*/ 97893 h 793815"/>
              <a:gd name="csX24" fmla="*/ 666306 w 735009"/>
              <a:gd name="csY24" fmla="*/ 201887 h 793815"/>
              <a:gd name="csX25" fmla="*/ 658529 w 735009"/>
              <a:gd name="csY25" fmla="*/ 217180 h 793815"/>
              <a:gd name="csX26" fmla="*/ 658529 w 735009"/>
              <a:gd name="csY26" fmla="*/ 217217 h 793815"/>
              <a:gd name="csX27" fmla="*/ 610048 w 735009"/>
              <a:gd name="csY27" fmla="*/ 410987 h 793815"/>
              <a:gd name="csX28" fmla="*/ 610048 w 735009"/>
              <a:gd name="csY28" fmla="*/ 207581 h 793815"/>
              <a:gd name="csX29" fmla="*/ 619722 w 735009"/>
              <a:gd name="csY29" fmla="*/ 197907 h 793815"/>
              <a:gd name="csX30" fmla="*/ 639553 w 735009"/>
              <a:gd name="csY30" fmla="*/ 197907 h 793815"/>
              <a:gd name="csX31" fmla="*/ 582552 w 735009"/>
              <a:gd name="csY31" fmla="*/ 119773 h 793815"/>
              <a:gd name="csX32" fmla="*/ 525550 w 735009"/>
              <a:gd name="csY32" fmla="*/ 197907 h 793815"/>
              <a:gd name="csX33" fmla="*/ 545381 w 735009"/>
              <a:gd name="csY33" fmla="*/ 197907 h 793815"/>
              <a:gd name="csX34" fmla="*/ 555055 w 735009"/>
              <a:gd name="csY34" fmla="*/ 207581 h 793815"/>
              <a:gd name="csX35" fmla="*/ 555055 w 735009"/>
              <a:gd name="csY35" fmla="*/ 410987 h 793815"/>
              <a:gd name="csX36" fmla="*/ 103995 w 735009"/>
              <a:gd name="csY36" fmla="*/ 685498 h 793815"/>
              <a:gd name="csX37" fmla="*/ 104478 w 735009"/>
              <a:gd name="csY37" fmla="*/ 607735 h 793815"/>
              <a:gd name="csX38" fmla="*/ 187004 w 735009"/>
              <a:gd name="csY38" fmla="*/ 605205 h 793815"/>
              <a:gd name="csX39" fmla="*/ 186222 w 735009"/>
              <a:gd name="csY39" fmla="*/ 689293 h 793815"/>
              <a:gd name="csX40" fmla="*/ 104405 w 735009"/>
              <a:gd name="csY40" fmla="*/ 685944 h 793815"/>
              <a:gd name="csX41" fmla="*/ 103995 w 735009"/>
              <a:gd name="csY41" fmla="*/ 685497 h 793815"/>
              <a:gd name="csX42" fmla="*/ 108534 w 735009"/>
              <a:gd name="csY42" fmla="*/ 647063 h 793815"/>
              <a:gd name="csX43" fmla="*/ 174130 w 735009"/>
              <a:gd name="csY43" fmla="*/ 674075 h 793815"/>
              <a:gd name="csX44" fmla="*/ 146485 w 735009"/>
              <a:gd name="csY44" fmla="*/ 608405 h 793815"/>
              <a:gd name="csX45" fmla="*/ 118766 w 735009"/>
              <a:gd name="csY45" fmla="*/ 620720 h 793815"/>
              <a:gd name="csX46" fmla="*/ 108534 w 735009"/>
              <a:gd name="csY46" fmla="*/ 647063 h 793815"/>
              <a:gd name="csX47" fmla="*/ 98674 w 735009"/>
              <a:gd name="csY47" fmla="*/ 733309 h 793815"/>
              <a:gd name="csX48" fmla="*/ 120253 w 735009"/>
              <a:gd name="csY48" fmla="*/ 742201 h 793815"/>
              <a:gd name="csX49" fmla="*/ 127099 w 735009"/>
              <a:gd name="csY49" fmla="*/ 749345 h 793815"/>
              <a:gd name="csX50" fmla="*/ 133611 w 735009"/>
              <a:gd name="csY50" fmla="*/ 774422 h 793815"/>
              <a:gd name="csX51" fmla="*/ 160102 w 735009"/>
              <a:gd name="csY51" fmla="*/ 774459 h 793815"/>
              <a:gd name="csX52" fmla="*/ 166724 w 735009"/>
              <a:gd name="csY52" fmla="*/ 749121 h 793815"/>
              <a:gd name="csX53" fmla="*/ 173496 w 735009"/>
              <a:gd name="csY53" fmla="*/ 742238 h 793815"/>
              <a:gd name="csX54" fmla="*/ 195560 w 735009"/>
              <a:gd name="csY54" fmla="*/ 733122 h 793815"/>
              <a:gd name="csX55" fmla="*/ 205754 w 735009"/>
              <a:gd name="csY55" fmla="*/ 733606 h 793815"/>
              <a:gd name="csX56" fmla="*/ 227744 w 735009"/>
              <a:gd name="csY56" fmla="*/ 746517 h 793815"/>
              <a:gd name="csX57" fmla="*/ 246497 w 735009"/>
              <a:gd name="csY57" fmla="*/ 727802 h 793815"/>
              <a:gd name="csX58" fmla="*/ 233288 w 735009"/>
              <a:gd name="csY58" fmla="*/ 705217 h 793815"/>
              <a:gd name="csX59" fmla="*/ 233214 w 735009"/>
              <a:gd name="csY59" fmla="*/ 695581 h 793815"/>
              <a:gd name="csX60" fmla="*/ 242330 w 735009"/>
              <a:gd name="csY60" fmla="*/ 673592 h 793815"/>
              <a:gd name="csX61" fmla="*/ 249473 w 735009"/>
              <a:gd name="csY61" fmla="*/ 666746 h 793815"/>
              <a:gd name="csX62" fmla="*/ 274551 w 735009"/>
              <a:gd name="csY62" fmla="*/ 660234 h 793815"/>
              <a:gd name="csX63" fmla="*/ 274588 w 735009"/>
              <a:gd name="csY63" fmla="*/ 633743 h 793815"/>
              <a:gd name="csX64" fmla="*/ 249250 w 735009"/>
              <a:gd name="csY64" fmla="*/ 627121 h 793815"/>
              <a:gd name="csX65" fmla="*/ 242366 w 735009"/>
              <a:gd name="csY65" fmla="*/ 620349 h 793815"/>
              <a:gd name="csX66" fmla="*/ 233251 w 735009"/>
              <a:gd name="csY66" fmla="*/ 598285 h 793815"/>
              <a:gd name="csX67" fmla="*/ 233734 w 735009"/>
              <a:gd name="csY67" fmla="*/ 588090 h 793815"/>
              <a:gd name="csX68" fmla="*/ 246645 w 735009"/>
              <a:gd name="csY68" fmla="*/ 566101 h 793815"/>
              <a:gd name="csX69" fmla="*/ 227931 w 735009"/>
              <a:gd name="csY69" fmla="*/ 547348 h 793815"/>
              <a:gd name="csX70" fmla="*/ 205346 w 735009"/>
              <a:gd name="csY70" fmla="*/ 560557 h 793815"/>
              <a:gd name="csX71" fmla="*/ 195710 w 735009"/>
              <a:gd name="csY71" fmla="*/ 560631 h 793815"/>
              <a:gd name="csX72" fmla="*/ 173720 w 735009"/>
              <a:gd name="csY72" fmla="*/ 551515 h 793815"/>
              <a:gd name="csX73" fmla="*/ 166055 w 735009"/>
              <a:gd name="csY73" fmla="*/ 541172 h 793815"/>
              <a:gd name="csX74" fmla="*/ 160363 w 735009"/>
              <a:gd name="csY74" fmla="*/ 519257 h 793815"/>
              <a:gd name="csX75" fmla="*/ 133872 w 735009"/>
              <a:gd name="csY75" fmla="*/ 519220 h 793815"/>
              <a:gd name="csX76" fmla="*/ 127249 w 735009"/>
              <a:gd name="csY76" fmla="*/ 544558 h 793815"/>
              <a:gd name="csX77" fmla="*/ 120477 w 735009"/>
              <a:gd name="csY77" fmla="*/ 551441 h 793815"/>
              <a:gd name="csX78" fmla="*/ 98414 w 735009"/>
              <a:gd name="csY78" fmla="*/ 560594 h 793815"/>
              <a:gd name="csX79" fmla="*/ 88219 w 735009"/>
              <a:gd name="csY79" fmla="*/ 560148 h 793815"/>
              <a:gd name="csX80" fmla="*/ 66230 w 735009"/>
              <a:gd name="csY80" fmla="*/ 547237 h 793815"/>
              <a:gd name="csX81" fmla="*/ 47477 w 735009"/>
              <a:gd name="csY81" fmla="*/ 565952 h 793815"/>
              <a:gd name="csX82" fmla="*/ 60685 w 735009"/>
              <a:gd name="csY82" fmla="*/ 588536 h 793815"/>
              <a:gd name="csX83" fmla="*/ 60536 w 735009"/>
              <a:gd name="csY83" fmla="*/ 598545 h 793815"/>
              <a:gd name="csX84" fmla="*/ 51644 w 735009"/>
              <a:gd name="csY84" fmla="*/ 620199 h 793815"/>
              <a:gd name="csX85" fmla="*/ 44500 w 735009"/>
              <a:gd name="csY85" fmla="*/ 627045 h 793815"/>
              <a:gd name="csX86" fmla="*/ 19423 w 735009"/>
              <a:gd name="csY86" fmla="*/ 633594 h 793815"/>
              <a:gd name="csX87" fmla="*/ 19423 w 735009"/>
              <a:gd name="csY87" fmla="*/ 660085 h 793815"/>
              <a:gd name="csX88" fmla="*/ 44761 w 735009"/>
              <a:gd name="csY88" fmla="*/ 666708 h 793815"/>
              <a:gd name="csX89" fmla="*/ 51644 w 735009"/>
              <a:gd name="csY89" fmla="*/ 673479 h 793815"/>
              <a:gd name="csX90" fmla="*/ 60760 w 735009"/>
              <a:gd name="csY90" fmla="*/ 695543 h 793815"/>
              <a:gd name="csX91" fmla="*/ 60314 w 735009"/>
              <a:gd name="csY91" fmla="*/ 705738 h 793815"/>
              <a:gd name="csX92" fmla="*/ 47402 w 735009"/>
              <a:gd name="csY92" fmla="*/ 727727 h 793815"/>
              <a:gd name="csX93" fmla="*/ 66117 w 735009"/>
              <a:gd name="csY93" fmla="*/ 746480 h 793815"/>
              <a:gd name="csX94" fmla="*/ 88702 w 735009"/>
              <a:gd name="csY94" fmla="*/ 733272 h 793815"/>
              <a:gd name="csX95" fmla="*/ 98674 w 735009"/>
              <a:gd name="csY95" fmla="*/ 733309 h 793815"/>
              <a:gd name="csX96" fmla="*/ 101613 w 735009"/>
              <a:gd name="csY96" fmla="*/ 756153 h 793815"/>
              <a:gd name="csX97" fmla="*/ 109724 w 735009"/>
              <a:gd name="csY97" fmla="*/ 759167 h 793815"/>
              <a:gd name="csX98" fmla="*/ 116830 w 735009"/>
              <a:gd name="csY98" fmla="*/ 786515 h 793815"/>
              <a:gd name="csX99" fmla="*/ 126541 w 735009"/>
              <a:gd name="csY99" fmla="*/ 793733 h 793815"/>
              <a:gd name="csX100" fmla="*/ 167581 w 735009"/>
              <a:gd name="csY100" fmla="*/ 793770 h 793815"/>
              <a:gd name="csX101" fmla="*/ 176920 w 735009"/>
              <a:gd name="csY101" fmla="*/ 786552 h 793815"/>
              <a:gd name="csX102" fmla="*/ 184063 w 735009"/>
              <a:gd name="csY102" fmla="*/ 759242 h 793815"/>
              <a:gd name="csX103" fmla="*/ 200100 w 735009"/>
              <a:gd name="csY103" fmla="*/ 752656 h 793815"/>
              <a:gd name="csX104" fmla="*/ 224433 w 735009"/>
              <a:gd name="csY104" fmla="*/ 766943 h 793815"/>
              <a:gd name="csX105" fmla="*/ 236117 w 735009"/>
              <a:gd name="csY105" fmla="*/ 765455 h 793815"/>
              <a:gd name="csX106" fmla="*/ 265398 w 735009"/>
              <a:gd name="csY106" fmla="*/ 736211 h 793815"/>
              <a:gd name="csX107" fmla="*/ 266701 w 735009"/>
              <a:gd name="csY107" fmla="*/ 724119 h 793815"/>
              <a:gd name="csX108" fmla="*/ 252673 w 735009"/>
              <a:gd name="csY108" fmla="*/ 700120 h 793815"/>
              <a:gd name="csX109" fmla="*/ 259296 w 735009"/>
              <a:gd name="csY109" fmla="*/ 684121 h 793815"/>
              <a:gd name="csX110" fmla="*/ 286643 w 735009"/>
              <a:gd name="csY110" fmla="*/ 677015 h 793815"/>
              <a:gd name="csX111" fmla="*/ 293861 w 735009"/>
              <a:gd name="csY111" fmla="*/ 667304 h 793815"/>
              <a:gd name="csX112" fmla="*/ 293861 w 735009"/>
              <a:gd name="csY112" fmla="*/ 660235 h 793815"/>
              <a:gd name="csX113" fmla="*/ 456415 w 735009"/>
              <a:gd name="csY113" fmla="*/ 660235 h 793815"/>
              <a:gd name="csX114" fmla="*/ 481976 w 735009"/>
              <a:gd name="csY114" fmla="*/ 678726 h 793815"/>
              <a:gd name="csX115" fmla="*/ 489120 w 735009"/>
              <a:gd name="csY115" fmla="*/ 700716 h 793815"/>
              <a:gd name="csX116" fmla="*/ 475391 w 735009"/>
              <a:gd name="csY116" fmla="*/ 742685 h 793815"/>
              <a:gd name="csX117" fmla="*/ 535294 w 735009"/>
              <a:gd name="csY117" fmla="*/ 786180 h 793815"/>
              <a:gd name="csX118" fmla="*/ 570976 w 735009"/>
              <a:gd name="csY118" fmla="*/ 760172 h 793815"/>
              <a:gd name="csX119" fmla="*/ 594119 w 735009"/>
              <a:gd name="csY119" fmla="*/ 760172 h 793815"/>
              <a:gd name="csX120" fmla="*/ 629800 w 735009"/>
              <a:gd name="csY120" fmla="*/ 786180 h 793815"/>
              <a:gd name="csX121" fmla="*/ 689704 w 735009"/>
              <a:gd name="csY121" fmla="*/ 742685 h 793815"/>
              <a:gd name="csX122" fmla="*/ 675975 w 735009"/>
              <a:gd name="csY122" fmla="*/ 700716 h 793815"/>
              <a:gd name="csX123" fmla="*/ 683119 w 735009"/>
              <a:gd name="csY123" fmla="*/ 678726 h 793815"/>
              <a:gd name="csX124" fmla="*/ 718874 w 735009"/>
              <a:gd name="csY124" fmla="*/ 652830 h 793815"/>
              <a:gd name="csX125" fmla="*/ 695993 w 735009"/>
              <a:gd name="csY125" fmla="*/ 582397 h 793815"/>
              <a:gd name="csX126" fmla="*/ 651828 w 735009"/>
              <a:gd name="csY126" fmla="*/ 582472 h 793815"/>
              <a:gd name="csX127" fmla="*/ 633113 w 735009"/>
              <a:gd name="csY127" fmla="*/ 568891 h 793815"/>
              <a:gd name="csX128" fmla="*/ 619533 w 735009"/>
              <a:gd name="csY128" fmla="*/ 526884 h 793815"/>
              <a:gd name="csX129" fmla="*/ 550699 w 735009"/>
              <a:gd name="csY129" fmla="*/ 516317 h 793815"/>
              <a:gd name="csX130" fmla="*/ 477253 w 735009"/>
              <a:gd name="csY130" fmla="*/ 449382 h 793815"/>
              <a:gd name="csX131" fmla="*/ 179263 w 735009"/>
              <a:gd name="csY131" fmla="*/ 515536 h 793815"/>
              <a:gd name="csX132" fmla="*/ 177105 w 735009"/>
              <a:gd name="csY132" fmla="*/ 507201 h 793815"/>
              <a:gd name="csX133" fmla="*/ 167394 w 735009"/>
              <a:gd name="csY133" fmla="*/ 499983 h 793815"/>
              <a:gd name="csX134" fmla="*/ 126355 w 735009"/>
              <a:gd name="csY134" fmla="*/ 499946 h 793815"/>
              <a:gd name="csX135" fmla="*/ 117016 w 735009"/>
              <a:gd name="csY135" fmla="*/ 507164 h 793815"/>
              <a:gd name="csX136" fmla="*/ 109872 w 735009"/>
              <a:gd name="csY136" fmla="*/ 534474 h 793815"/>
              <a:gd name="csX137" fmla="*/ 93799 w 735009"/>
              <a:gd name="csY137" fmla="*/ 541097 h 793815"/>
              <a:gd name="csX138" fmla="*/ 69428 w 735009"/>
              <a:gd name="csY138" fmla="*/ 526809 h 793815"/>
              <a:gd name="csX139" fmla="*/ 57745 w 735009"/>
              <a:gd name="csY139" fmla="*/ 528298 h 793815"/>
              <a:gd name="csX140" fmla="*/ 28463 w 735009"/>
              <a:gd name="csY140" fmla="*/ 557542 h 793815"/>
              <a:gd name="csX141" fmla="*/ 27161 w 735009"/>
              <a:gd name="csY141" fmla="*/ 569634 h 793815"/>
              <a:gd name="csX142" fmla="*/ 41188 w 735009"/>
              <a:gd name="csY142" fmla="*/ 593633 h 793815"/>
              <a:gd name="csX143" fmla="*/ 34565 w 735009"/>
              <a:gd name="csY143" fmla="*/ 609632 h 793815"/>
              <a:gd name="csX144" fmla="*/ 7255 w 735009"/>
              <a:gd name="csY144" fmla="*/ 616738 h 793815"/>
              <a:gd name="csX145" fmla="*/ 37 w 735009"/>
              <a:gd name="csY145" fmla="*/ 626449 h 793815"/>
              <a:gd name="csX146" fmla="*/ 0 w 735009"/>
              <a:gd name="csY146" fmla="*/ 667488 h 793815"/>
              <a:gd name="csX147" fmla="*/ 7218 w 735009"/>
              <a:gd name="csY147" fmla="*/ 676827 h 793815"/>
              <a:gd name="csX148" fmla="*/ 34528 w 735009"/>
              <a:gd name="csY148" fmla="*/ 683971 h 793815"/>
              <a:gd name="csX149" fmla="*/ 41151 w 735009"/>
              <a:gd name="csY149" fmla="*/ 699970 h 793815"/>
              <a:gd name="csX150" fmla="*/ 26864 w 735009"/>
              <a:gd name="csY150" fmla="*/ 724304 h 793815"/>
              <a:gd name="csX151" fmla="*/ 28352 w 735009"/>
              <a:gd name="csY151" fmla="*/ 735987 h 793815"/>
              <a:gd name="csX152" fmla="*/ 57596 w 735009"/>
              <a:gd name="csY152" fmla="*/ 765269 h 793815"/>
              <a:gd name="csX153" fmla="*/ 69688 w 735009"/>
              <a:gd name="csY153" fmla="*/ 766571 h 793815"/>
              <a:gd name="csX154" fmla="*/ 93687 w 735009"/>
              <a:gd name="csY154" fmla="*/ 752544 h 793815"/>
              <a:gd name="csX155" fmla="*/ 101612 w 735009"/>
              <a:gd name="csY155" fmla="*/ 756153 h 793815"/>
              <a:gd name="csX156" fmla="*/ 188789 w 735009"/>
              <a:gd name="csY156" fmla="*/ 536145 h 793815"/>
              <a:gd name="csX157" fmla="*/ 200248 w 735009"/>
              <a:gd name="csY157" fmla="*/ 541205 h 793815"/>
              <a:gd name="csX158" fmla="*/ 224246 w 735009"/>
              <a:gd name="csY158" fmla="*/ 527178 h 793815"/>
              <a:gd name="csX159" fmla="*/ 236338 w 735009"/>
              <a:gd name="csY159" fmla="*/ 528480 h 793815"/>
              <a:gd name="csX160" fmla="*/ 265583 w 735009"/>
              <a:gd name="csY160" fmla="*/ 557762 h 793815"/>
              <a:gd name="csX161" fmla="*/ 267071 w 735009"/>
              <a:gd name="csY161" fmla="*/ 569445 h 793815"/>
              <a:gd name="csX162" fmla="*/ 252784 w 735009"/>
              <a:gd name="csY162" fmla="*/ 593779 h 793815"/>
              <a:gd name="csX163" fmla="*/ 259369 w 735009"/>
              <a:gd name="csY163" fmla="*/ 609815 h 793815"/>
              <a:gd name="csX164" fmla="*/ 286679 w 735009"/>
              <a:gd name="csY164" fmla="*/ 616959 h 793815"/>
              <a:gd name="csX165" fmla="*/ 293898 w 735009"/>
              <a:gd name="csY165" fmla="*/ 626298 h 793815"/>
              <a:gd name="csX166" fmla="*/ 293898 w 735009"/>
              <a:gd name="csY166" fmla="*/ 640882 h 793815"/>
              <a:gd name="csX167" fmla="*/ 435287 w 735009"/>
              <a:gd name="csY167" fmla="*/ 640882 h 793815"/>
              <a:gd name="csX168" fmla="*/ 469071 w 735009"/>
              <a:gd name="csY168" fmla="*/ 582430 h 793815"/>
              <a:gd name="csX169" fmla="*/ 513235 w 735009"/>
              <a:gd name="csY169" fmla="*/ 582505 h 793815"/>
              <a:gd name="csX170" fmla="*/ 531950 w 735009"/>
              <a:gd name="csY170" fmla="*/ 568924 h 793815"/>
              <a:gd name="csX171" fmla="*/ 541922 w 735009"/>
              <a:gd name="csY171" fmla="*/ 538005 h 793815"/>
              <a:gd name="csX172" fmla="*/ 260563 w 735009"/>
              <a:gd name="csY172" fmla="*/ 466903 h 793815"/>
              <a:gd name="csX173" fmla="*/ 188790 w 735009"/>
              <a:gd name="csY173" fmla="*/ 536145 h 793815"/>
              <a:gd name="csX174" fmla="*/ 193849 w 735009"/>
              <a:gd name="csY174" fmla="*/ 217248 h 793815"/>
              <a:gd name="csX175" fmla="*/ 193849 w 735009"/>
              <a:gd name="csY175" fmla="*/ 420654 h 793815"/>
              <a:gd name="csX176" fmla="*/ 184175 w 735009"/>
              <a:gd name="csY176" fmla="*/ 430328 h 793815"/>
              <a:gd name="csX177" fmla="*/ 109761 w 735009"/>
              <a:gd name="csY177" fmla="*/ 430328 h 793815"/>
              <a:gd name="csX178" fmla="*/ 100087 w 735009"/>
              <a:gd name="csY178" fmla="*/ 420654 h 793815"/>
              <a:gd name="csX179" fmla="*/ 100087 w 735009"/>
              <a:gd name="csY179" fmla="*/ 217248 h 793815"/>
              <a:gd name="csX180" fmla="*/ 70954 w 735009"/>
              <a:gd name="csY180" fmla="*/ 217248 h 793815"/>
              <a:gd name="csX181" fmla="*/ 63699 w 735009"/>
              <a:gd name="csY181" fmla="*/ 201137 h 793815"/>
              <a:gd name="csX182" fmla="*/ 139155 w 735009"/>
              <a:gd name="csY182" fmla="*/ 97744 h 793815"/>
              <a:gd name="csX183" fmla="*/ 154856 w 735009"/>
              <a:gd name="csY183" fmla="*/ 97892 h 793815"/>
              <a:gd name="csX184" fmla="*/ 230759 w 735009"/>
              <a:gd name="csY184" fmla="*/ 201886 h 793815"/>
              <a:gd name="csX185" fmla="*/ 222983 w 735009"/>
              <a:gd name="csY185" fmla="*/ 217179 h 793815"/>
              <a:gd name="csX186" fmla="*/ 222983 w 735009"/>
              <a:gd name="csY186" fmla="*/ 217216 h 793815"/>
              <a:gd name="csX187" fmla="*/ 174502 w 735009"/>
              <a:gd name="csY187" fmla="*/ 410986 h 793815"/>
              <a:gd name="csX188" fmla="*/ 119473 w 735009"/>
              <a:gd name="csY188" fmla="*/ 410986 h 793815"/>
              <a:gd name="csX189" fmla="*/ 119473 w 735009"/>
              <a:gd name="csY189" fmla="*/ 207580 h 793815"/>
              <a:gd name="csX190" fmla="*/ 109799 w 735009"/>
              <a:gd name="csY190" fmla="*/ 197906 h 793815"/>
              <a:gd name="csX191" fmla="*/ 89968 w 735009"/>
              <a:gd name="csY191" fmla="*/ 197906 h 793815"/>
              <a:gd name="csX192" fmla="*/ 146969 w 735009"/>
              <a:gd name="csY192" fmla="*/ 119772 h 793815"/>
              <a:gd name="csX193" fmla="*/ 203971 w 735009"/>
              <a:gd name="csY193" fmla="*/ 197906 h 793815"/>
              <a:gd name="csX194" fmla="*/ 184140 w 735009"/>
              <a:gd name="csY194" fmla="*/ 197906 h 793815"/>
              <a:gd name="csX195" fmla="*/ 174466 w 735009"/>
              <a:gd name="csY195" fmla="*/ 207580 h 793815"/>
              <a:gd name="csX196" fmla="*/ 614738 w 735009"/>
              <a:gd name="csY196" fmla="*/ 574845 h 793815"/>
              <a:gd name="csX197" fmla="*/ 651833 w 735009"/>
              <a:gd name="csY197" fmla="*/ 601820 h 793815"/>
              <a:gd name="csX198" fmla="*/ 695997 w 735009"/>
              <a:gd name="csY198" fmla="*/ 601745 h 793815"/>
              <a:gd name="csX199" fmla="*/ 707531 w 735009"/>
              <a:gd name="csY199" fmla="*/ 637241 h 793815"/>
              <a:gd name="csX200" fmla="*/ 671775 w 735009"/>
              <a:gd name="csY200" fmla="*/ 663138 h 793815"/>
              <a:gd name="csX201" fmla="*/ 657599 w 735009"/>
              <a:gd name="csY201" fmla="*/ 706744 h 793815"/>
              <a:gd name="csX202" fmla="*/ 671328 w 735009"/>
              <a:gd name="csY202" fmla="*/ 748713 h 793815"/>
              <a:gd name="csX203" fmla="*/ 641153 w 735009"/>
              <a:gd name="csY203" fmla="*/ 770666 h 793815"/>
              <a:gd name="csX204" fmla="*/ 605472 w 735009"/>
              <a:gd name="csY204" fmla="*/ 744658 h 793815"/>
              <a:gd name="csX205" fmla="*/ 559633 w 735009"/>
              <a:gd name="csY205" fmla="*/ 744658 h 793815"/>
              <a:gd name="csX206" fmla="*/ 523951 w 735009"/>
              <a:gd name="csY206" fmla="*/ 770666 h 793815"/>
              <a:gd name="csX207" fmla="*/ 493776 w 735009"/>
              <a:gd name="csY207" fmla="*/ 748713 h 793815"/>
              <a:gd name="csX208" fmla="*/ 507505 w 735009"/>
              <a:gd name="csY208" fmla="*/ 706744 h 793815"/>
              <a:gd name="csX209" fmla="*/ 493329 w 735009"/>
              <a:gd name="csY209" fmla="*/ 663138 h 793815"/>
              <a:gd name="csX210" fmla="*/ 457573 w 735009"/>
              <a:gd name="csY210" fmla="*/ 637241 h 793815"/>
              <a:gd name="csX211" fmla="*/ 469107 w 735009"/>
              <a:gd name="csY211" fmla="*/ 601745 h 793815"/>
              <a:gd name="csX212" fmla="*/ 513271 w 735009"/>
              <a:gd name="csY212" fmla="*/ 601820 h 793815"/>
              <a:gd name="csX213" fmla="*/ 550367 w 735009"/>
              <a:gd name="csY213" fmla="*/ 574845 h 793815"/>
              <a:gd name="csX214" fmla="*/ 563947 w 735009"/>
              <a:gd name="csY214" fmla="*/ 532838 h 793815"/>
              <a:gd name="csX215" fmla="*/ 601266 w 735009"/>
              <a:gd name="csY215" fmla="*/ 532838 h 793815"/>
              <a:gd name="csX216" fmla="*/ 364744 w 735009"/>
              <a:gd name="csY216" fmla="*/ 381402 h 793815"/>
              <a:gd name="csX217" fmla="*/ 445484 w 735009"/>
              <a:gd name="csY217" fmla="*/ 300662 h 793815"/>
              <a:gd name="csX218" fmla="*/ 364744 w 735009"/>
              <a:gd name="csY218" fmla="*/ 219923 h 793815"/>
              <a:gd name="csX219" fmla="*/ 284005 w 735009"/>
              <a:gd name="csY219" fmla="*/ 300662 h 793815"/>
              <a:gd name="csX220" fmla="*/ 364744 w 735009"/>
              <a:gd name="csY220" fmla="*/ 381402 h 793815"/>
              <a:gd name="csX221" fmla="*/ 435549 w 735009"/>
              <a:gd name="csY221" fmla="*/ 371467 h 793815"/>
              <a:gd name="csX222" fmla="*/ 293979 w 735009"/>
              <a:gd name="csY222" fmla="*/ 371467 h 793815"/>
              <a:gd name="csX223" fmla="*/ 293979 w 735009"/>
              <a:gd name="csY223" fmla="*/ 229897 h 793815"/>
              <a:gd name="csX224" fmla="*/ 435549 w 735009"/>
              <a:gd name="csY224" fmla="*/ 229897 h 793815"/>
              <a:gd name="csX225" fmla="*/ 435549 w 735009"/>
              <a:gd name="csY225" fmla="*/ 371467 h 793815"/>
              <a:gd name="csX226" fmla="*/ 384911 w 735009"/>
              <a:gd name="csY226" fmla="*/ 165232 h 793815"/>
              <a:gd name="csX227" fmla="*/ 392278 w 735009"/>
              <a:gd name="csY227" fmla="*/ 166460 h 793815"/>
              <a:gd name="csX228" fmla="*/ 392278 w 735009"/>
              <a:gd name="csY228" fmla="*/ 113812 h 793815"/>
              <a:gd name="csX229" fmla="*/ 401951 w 735009"/>
              <a:gd name="csY229" fmla="*/ 104139 h 793815"/>
              <a:gd name="csX230" fmla="*/ 421782 w 735009"/>
              <a:gd name="csY230" fmla="*/ 104139 h 793815"/>
              <a:gd name="csX231" fmla="*/ 364781 w 735009"/>
              <a:gd name="csY231" fmla="*/ 26004 h 793815"/>
              <a:gd name="csX232" fmla="*/ 307780 w 735009"/>
              <a:gd name="csY232" fmla="*/ 104139 h 793815"/>
              <a:gd name="csX233" fmla="*/ 327611 w 735009"/>
              <a:gd name="csY233" fmla="*/ 104139 h 793815"/>
              <a:gd name="csX234" fmla="*/ 337284 w 735009"/>
              <a:gd name="csY234" fmla="*/ 113812 h 793815"/>
              <a:gd name="csX235" fmla="*/ 337284 w 735009"/>
              <a:gd name="csY235" fmla="*/ 166460 h 793815"/>
              <a:gd name="csX236" fmla="*/ 384909 w 735009"/>
              <a:gd name="csY236" fmla="*/ 165232 h 7938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</a:cxnLst>
            <a:rect l="l" t="t" r="r" b="b"/>
            <a:pathLst>
              <a:path w="735009" h="793815">
                <a:moveTo>
                  <a:pt x="398862" y="187856"/>
                </a:moveTo>
                <a:cubicBezTo>
                  <a:pt x="376463" y="181531"/>
                  <a:pt x="352576" y="181605"/>
                  <a:pt x="330178" y="187967"/>
                </a:cubicBezTo>
                <a:cubicBezTo>
                  <a:pt x="323965" y="189753"/>
                  <a:pt x="317862" y="185028"/>
                  <a:pt x="317862" y="178666"/>
                </a:cubicBezTo>
                <a:lnTo>
                  <a:pt x="317862" y="123450"/>
                </a:lnTo>
                <a:lnTo>
                  <a:pt x="288729" y="123450"/>
                </a:lnTo>
                <a:cubicBezTo>
                  <a:pt x="281176" y="123450"/>
                  <a:pt x="275632" y="114632"/>
                  <a:pt x="281474" y="107340"/>
                </a:cubicBezTo>
                <a:lnTo>
                  <a:pt x="356930" y="3946"/>
                </a:lnTo>
                <a:cubicBezTo>
                  <a:pt x="360874" y="-1487"/>
                  <a:pt x="368836" y="-1189"/>
                  <a:pt x="372631" y="4094"/>
                </a:cubicBezTo>
                <a:lnTo>
                  <a:pt x="448534" y="108088"/>
                </a:lnTo>
                <a:cubicBezTo>
                  <a:pt x="453222" y="114525"/>
                  <a:pt x="448385" y="123418"/>
                  <a:pt x="440757" y="123381"/>
                </a:cubicBezTo>
                <a:lnTo>
                  <a:pt x="440757" y="123418"/>
                </a:lnTo>
                <a:lnTo>
                  <a:pt x="411624" y="123418"/>
                </a:lnTo>
                <a:lnTo>
                  <a:pt x="411624" y="178634"/>
                </a:lnTo>
                <a:cubicBezTo>
                  <a:pt x="411624" y="185331"/>
                  <a:pt x="405076" y="189944"/>
                  <a:pt x="398863" y="187861"/>
                </a:cubicBezTo>
                <a:close/>
                <a:moveTo>
                  <a:pt x="629395" y="217249"/>
                </a:moveTo>
                <a:lnTo>
                  <a:pt x="629395" y="420655"/>
                </a:lnTo>
                <a:cubicBezTo>
                  <a:pt x="629395" y="426013"/>
                  <a:pt x="625042" y="430329"/>
                  <a:pt x="619722" y="430329"/>
                </a:cubicBezTo>
                <a:lnTo>
                  <a:pt x="545308" y="430329"/>
                </a:lnTo>
                <a:cubicBezTo>
                  <a:pt x="539950" y="430329"/>
                  <a:pt x="535634" y="426013"/>
                  <a:pt x="535634" y="420655"/>
                </a:cubicBezTo>
                <a:lnTo>
                  <a:pt x="535634" y="217249"/>
                </a:lnTo>
                <a:lnTo>
                  <a:pt x="506501" y="217249"/>
                </a:lnTo>
                <a:cubicBezTo>
                  <a:pt x="498948" y="217249"/>
                  <a:pt x="493404" y="208431"/>
                  <a:pt x="499246" y="201138"/>
                </a:cubicBezTo>
                <a:lnTo>
                  <a:pt x="574702" y="97744"/>
                </a:lnTo>
                <a:cubicBezTo>
                  <a:pt x="578646" y="92312"/>
                  <a:pt x="586608" y="92610"/>
                  <a:pt x="590403" y="97893"/>
                </a:cubicBezTo>
                <a:lnTo>
                  <a:pt x="666306" y="201887"/>
                </a:lnTo>
                <a:cubicBezTo>
                  <a:pt x="670994" y="208324"/>
                  <a:pt x="666157" y="217217"/>
                  <a:pt x="658529" y="217180"/>
                </a:cubicBezTo>
                <a:lnTo>
                  <a:pt x="658529" y="217217"/>
                </a:lnTo>
                <a:close/>
                <a:moveTo>
                  <a:pt x="610048" y="410987"/>
                </a:moveTo>
                <a:lnTo>
                  <a:pt x="610048" y="207581"/>
                </a:lnTo>
                <a:cubicBezTo>
                  <a:pt x="610048" y="202223"/>
                  <a:pt x="614364" y="197907"/>
                  <a:pt x="619722" y="197907"/>
                </a:cubicBezTo>
                <a:lnTo>
                  <a:pt x="639553" y="197907"/>
                </a:lnTo>
                <a:lnTo>
                  <a:pt x="582552" y="119773"/>
                </a:lnTo>
                <a:lnTo>
                  <a:pt x="525550" y="197907"/>
                </a:lnTo>
                <a:lnTo>
                  <a:pt x="545381" y="197907"/>
                </a:lnTo>
                <a:cubicBezTo>
                  <a:pt x="550739" y="197907"/>
                  <a:pt x="555055" y="202261"/>
                  <a:pt x="555055" y="207581"/>
                </a:cubicBezTo>
                <a:lnTo>
                  <a:pt x="555055" y="410987"/>
                </a:lnTo>
                <a:close/>
                <a:moveTo>
                  <a:pt x="103995" y="685498"/>
                </a:moveTo>
                <a:cubicBezTo>
                  <a:pt x="83977" y="663323"/>
                  <a:pt x="84535" y="629501"/>
                  <a:pt x="104478" y="607735"/>
                </a:cubicBezTo>
                <a:cubicBezTo>
                  <a:pt x="125351" y="584295"/>
                  <a:pt x="163750" y="582583"/>
                  <a:pt x="187004" y="605205"/>
                </a:cubicBezTo>
                <a:cubicBezTo>
                  <a:pt x="211076" y="628645"/>
                  <a:pt x="210481" y="666782"/>
                  <a:pt x="186222" y="689293"/>
                </a:cubicBezTo>
                <a:cubicBezTo>
                  <a:pt x="162484" y="711319"/>
                  <a:pt x="125091" y="709124"/>
                  <a:pt x="104405" y="685944"/>
                </a:cubicBezTo>
                <a:cubicBezTo>
                  <a:pt x="104256" y="685758"/>
                  <a:pt x="104144" y="685646"/>
                  <a:pt x="103995" y="685497"/>
                </a:cubicBezTo>
                <a:close/>
                <a:moveTo>
                  <a:pt x="108534" y="647063"/>
                </a:moveTo>
                <a:cubicBezTo>
                  <a:pt x="108534" y="680735"/>
                  <a:pt x="149796" y="698371"/>
                  <a:pt x="174130" y="674075"/>
                </a:cubicBezTo>
                <a:cubicBezTo>
                  <a:pt x="198537" y="649704"/>
                  <a:pt x="180752" y="607958"/>
                  <a:pt x="146485" y="608405"/>
                </a:cubicBezTo>
                <a:cubicBezTo>
                  <a:pt x="136328" y="608516"/>
                  <a:pt x="126022" y="612720"/>
                  <a:pt x="118766" y="620720"/>
                </a:cubicBezTo>
                <a:cubicBezTo>
                  <a:pt x="111919" y="628348"/>
                  <a:pt x="108534" y="637762"/>
                  <a:pt x="108534" y="647063"/>
                </a:cubicBezTo>
                <a:close/>
                <a:moveTo>
                  <a:pt x="98674" y="733309"/>
                </a:moveTo>
                <a:cubicBezTo>
                  <a:pt x="105259" y="736992"/>
                  <a:pt x="112961" y="740155"/>
                  <a:pt x="120253" y="742201"/>
                </a:cubicBezTo>
                <a:cubicBezTo>
                  <a:pt x="123788" y="743168"/>
                  <a:pt x="126318" y="745996"/>
                  <a:pt x="127099" y="749345"/>
                </a:cubicBezTo>
                <a:lnTo>
                  <a:pt x="133611" y="774422"/>
                </a:lnTo>
                <a:lnTo>
                  <a:pt x="160102" y="774459"/>
                </a:lnTo>
                <a:lnTo>
                  <a:pt x="166724" y="749121"/>
                </a:lnTo>
                <a:cubicBezTo>
                  <a:pt x="167617" y="745661"/>
                  <a:pt x="170296" y="743131"/>
                  <a:pt x="173496" y="742238"/>
                </a:cubicBezTo>
                <a:cubicBezTo>
                  <a:pt x="181310" y="740080"/>
                  <a:pt x="188416" y="737140"/>
                  <a:pt x="195560" y="733122"/>
                </a:cubicBezTo>
                <a:cubicBezTo>
                  <a:pt x="198871" y="731262"/>
                  <a:pt x="202815" y="731559"/>
                  <a:pt x="205754" y="733606"/>
                </a:cubicBezTo>
                <a:lnTo>
                  <a:pt x="227744" y="746517"/>
                </a:lnTo>
                <a:lnTo>
                  <a:pt x="246497" y="727802"/>
                </a:lnTo>
                <a:lnTo>
                  <a:pt x="233288" y="705217"/>
                </a:lnTo>
                <a:cubicBezTo>
                  <a:pt x="231502" y="702129"/>
                  <a:pt x="231577" y="698483"/>
                  <a:pt x="233214" y="695581"/>
                </a:cubicBezTo>
                <a:cubicBezTo>
                  <a:pt x="237046" y="688809"/>
                  <a:pt x="240246" y="681108"/>
                  <a:pt x="242330" y="673592"/>
                </a:cubicBezTo>
                <a:cubicBezTo>
                  <a:pt x="243297" y="670057"/>
                  <a:pt x="246125" y="667527"/>
                  <a:pt x="249473" y="666746"/>
                </a:cubicBezTo>
                <a:lnTo>
                  <a:pt x="274551" y="660234"/>
                </a:lnTo>
                <a:lnTo>
                  <a:pt x="274588" y="633743"/>
                </a:lnTo>
                <a:lnTo>
                  <a:pt x="249250" y="627121"/>
                </a:lnTo>
                <a:cubicBezTo>
                  <a:pt x="245789" y="626228"/>
                  <a:pt x="243259" y="623549"/>
                  <a:pt x="242366" y="620349"/>
                </a:cubicBezTo>
                <a:cubicBezTo>
                  <a:pt x="240208" y="612535"/>
                  <a:pt x="237269" y="605429"/>
                  <a:pt x="233251" y="598285"/>
                </a:cubicBezTo>
                <a:cubicBezTo>
                  <a:pt x="231390" y="594974"/>
                  <a:pt x="231688" y="591030"/>
                  <a:pt x="233734" y="588090"/>
                </a:cubicBezTo>
                <a:lnTo>
                  <a:pt x="246645" y="566101"/>
                </a:lnTo>
                <a:lnTo>
                  <a:pt x="227931" y="547348"/>
                </a:lnTo>
                <a:lnTo>
                  <a:pt x="205346" y="560557"/>
                </a:lnTo>
                <a:cubicBezTo>
                  <a:pt x="202258" y="562343"/>
                  <a:pt x="198612" y="562268"/>
                  <a:pt x="195710" y="560631"/>
                </a:cubicBezTo>
                <a:cubicBezTo>
                  <a:pt x="188938" y="556799"/>
                  <a:pt x="181199" y="553599"/>
                  <a:pt x="173720" y="551515"/>
                </a:cubicBezTo>
                <a:cubicBezTo>
                  <a:pt x="168362" y="550027"/>
                  <a:pt x="167097" y="545785"/>
                  <a:pt x="166055" y="541172"/>
                </a:cubicBezTo>
                <a:lnTo>
                  <a:pt x="160363" y="519257"/>
                </a:lnTo>
                <a:lnTo>
                  <a:pt x="133872" y="519220"/>
                </a:lnTo>
                <a:lnTo>
                  <a:pt x="127249" y="544558"/>
                </a:lnTo>
                <a:cubicBezTo>
                  <a:pt x="126356" y="548018"/>
                  <a:pt x="123677" y="550549"/>
                  <a:pt x="120477" y="551441"/>
                </a:cubicBezTo>
                <a:cubicBezTo>
                  <a:pt x="112664" y="553600"/>
                  <a:pt x="105557" y="556576"/>
                  <a:pt x="98414" y="560594"/>
                </a:cubicBezTo>
                <a:cubicBezTo>
                  <a:pt x="95102" y="562455"/>
                  <a:pt x="91158" y="562157"/>
                  <a:pt x="88219" y="560148"/>
                </a:cubicBezTo>
                <a:lnTo>
                  <a:pt x="66230" y="547237"/>
                </a:lnTo>
                <a:lnTo>
                  <a:pt x="47477" y="565952"/>
                </a:lnTo>
                <a:lnTo>
                  <a:pt x="60685" y="588536"/>
                </a:lnTo>
                <a:cubicBezTo>
                  <a:pt x="62583" y="591736"/>
                  <a:pt x="62397" y="595606"/>
                  <a:pt x="60536" y="598545"/>
                </a:cubicBezTo>
                <a:cubicBezTo>
                  <a:pt x="57113" y="604312"/>
                  <a:pt x="53467" y="613614"/>
                  <a:pt x="51644" y="620199"/>
                </a:cubicBezTo>
                <a:cubicBezTo>
                  <a:pt x="50676" y="623734"/>
                  <a:pt x="47849" y="626264"/>
                  <a:pt x="44500" y="627045"/>
                </a:cubicBezTo>
                <a:lnTo>
                  <a:pt x="19423" y="633594"/>
                </a:lnTo>
                <a:lnTo>
                  <a:pt x="19423" y="660085"/>
                </a:lnTo>
                <a:lnTo>
                  <a:pt x="44761" y="666708"/>
                </a:lnTo>
                <a:cubicBezTo>
                  <a:pt x="48221" y="667601"/>
                  <a:pt x="50751" y="670279"/>
                  <a:pt x="51644" y="673479"/>
                </a:cubicBezTo>
                <a:cubicBezTo>
                  <a:pt x="53802" y="681293"/>
                  <a:pt x="56779" y="688399"/>
                  <a:pt x="60760" y="695543"/>
                </a:cubicBezTo>
                <a:cubicBezTo>
                  <a:pt x="62620" y="698854"/>
                  <a:pt x="62323" y="702798"/>
                  <a:pt x="60314" y="705738"/>
                </a:cubicBezTo>
                <a:lnTo>
                  <a:pt x="47402" y="727727"/>
                </a:lnTo>
                <a:lnTo>
                  <a:pt x="66117" y="746480"/>
                </a:lnTo>
                <a:lnTo>
                  <a:pt x="88702" y="733272"/>
                </a:lnTo>
                <a:cubicBezTo>
                  <a:pt x="91864" y="731300"/>
                  <a:pt x="95734" y="731486"/>
                  <a:pt x="98674" y="733309"/>
                </a:cubicBezTo>
                <a:close/>
                <a:moveTo>
                  <a:pt x="101613" y="756153"/>
                </a:moveTo>
                <a:cubicBezTo>
                  <a:pt x="104255" y="757232"/>
                  <a:pt x="106971" y="758237"/>
                  <a:pt x="109724" y="759167"/>
                </a:cubicBezTo>
                <a:lnTo>
                  <a:pt x="116830" y="786515"/>
                </a:lnTo>
                <a:cubicBezTo>
                  <a:pt x="117984" y="790979"/>
                  <a:pt x="122077" y="793919"/>
                  <a:pt x="126541" y="793733"/>
                </a:cubicBezTo>
                <a:lnTo>
                  <a:pt x="167581" y="793770"/>
                </a:lnTo>
                <a:cubicBezTo>
                  <a:pt x="172083" y="793770"/>
                  <a:pt x="175841" y="790719"/>
                  <a:pt x="176920" y="786552"/>
                </a:cubicBezTo>
                <a:lnTo>
                  <a:pt x="184063" y="759242"/>
                </a:lnTo>
                <a:lnTo>
                  <a:pt x="200100" y="752656"/>
                </a:lnTo>
                <a:lnTo>
                  <a:pt x="224433" y="766943"/>
                </a:lnTo>
                <a:cubicBezTo>
                  <a:pt x="228303" y="769213"/>
                  <a:pt x="233102" y="768469"/>
                  <a:pt x="236117" y="765455"/>
                </a:cubicBezTo>
                <a:lnTo>
                  <a:pt x="265398" y="736211"/>
                </a:lnTo>
                <a:cubicBezTo>
                  <a:pt x="268710" y="732936"/>
                  <a:pt x="269119" y="727876"/>
                  <a:pt x="266701" y="724119"/>
                </a:cubicBezTo>
                <a:lnTo>
                  <a:pt x="252673" y="700120"/>
                </a:lnTo>
                <a:lnTo>
                  <a:pt x="259296" y="684121"/>
                </a:lnTo>
                <a:lnTo>
                  <a:pt x="286643" y="677015"/>
                </a:lnTo>
                <a:cubicBezTo>
                  <a:pt x="291108" y="675861"/>
                  <a:pt x="294047" y="671731"/>
                  <a:pt x="293861" y="667304"/>
                </a:cubicBezTo>
                <a:lnTo>
                  <a:pt x="293861" y="660235"/>
                </a:lnTo>
                <a:lnTo>
                  <a:pt x="456415" y="660235"/>
                </a:lnTo>
                <a:lnTo>
                  <a:pt x="481976" y="678726"/>
                </a:lnTo>
                <a:cubicBezTo>
                  <a:pt x="489046" y="683861"/>
                  <a:pt x="491837" y="692381"/>
                  <a:pt x="489120" y="700716"/>
                </a:cubicBezTo>
                <a:lnTo>
                  <a:pt x="475391" y="742685"/>
                </a:lnTo>
                <a:cubicBezTo>
                  <a:pt x="463707" y="778441"/>
                  <a:pt x="504784" y="808429"/>
                  <a:pt x="535294" y="786180"/>
                </a:cubicBezTo>
                <a:lnTo>
                  <a:pt x="570976" y="760172"/>
                </a:lnTo>
                <a:cubicBezTo>
                  <a:pt x="577971" y="755074"/>
                  <a:pt x="587124" y="755074"/>
                  <a:pt x="594119" y="760172"/>
                </a:cubicBezTo>
                <a:lnTo>
                  <a:pt x="629800" y="786180"/>
                </a:lnTo>
                <a:cubicBezTo>
                  <a:pt x="660310" y="808429"/>
                  <a:pt x="701424" y="778441"/>
                  <a:pt x="689704" y="742685"/>
                </a:cubicBezTo>
                <a:lnTo>
                  <a:pt x="675975" y="700716"/>
                </a:lnTo>
                <a:cubicBezTo>
                  <a:pt x="673259" y="692419"/>
                  <a:pt x="676012" y="683861"/>
                  <a:pt x="683119" y="678726"/>
                </a:cubicBezTo>
                <a:lnTo>
                  <a:pt x="718874" y="652830"/>
                </a:lnTo>
                <a:cubicBezTo>
                  <a:pt x="749384" y="630766"/>
                  <a:pt x="733757" y="582323"/>
                  <a:pt x="695993" y="582397"/>
                </a:cubicBezTo>
                <a:lnTo>
                  <a:pt x="651828" y="582472"/>
                </a:lnTo>
                <a:cubicBezTo>
                  <a:pt x="643159" y="582472"/>
                  <a:pt x="635792" y="577188"/>
                  <a:pt x="633113" y="568891"/>
                </a:cubicBezTo>
                <a:lnTo>
                  <a:pt x="619533" y="526884"/>
                </a:lnTo>
                <a:cubicBezTo>
                  <a:pt x="609524" y="495853"/>
                  <a:pt x="568745" y="490607"/>
                  <a:pt x="550699" y="516317"/>
                </a:cubicBezTo>
                <a:cubicBezTo>
                  <a:pt x="531463" y="489007"/>
                  <a:pt x="506349" y="466088"/>
                  <a:pt x="477253" y="449382"/>
                </a:cubicBezTo>
                <a:cubicBezTo>
                  <a:pt x="375307" y="390892"/>
                  <a:pt x="246976" y="420397"/>
                  <a:pt x="179263" y="515536"/>
                </a:cubicBezTo>
                <a:lnTo>
                  <a:pt x="177105" y="507201"/>
                </a:lnTo>
                <a:cubicBezTo>
                  <a:pt x="175952" y="502736"/>
                  <a:pt x="171822" y="499797"/>
                  <a:pt x="167394" y="499983"/>
                </a:cubicBezTo>
                <a:lnTo>
                  <a:pt x="126355" y="499946"/>
                </a:lnTo>
                <a:cubicBezTo>
                  <a:pt x="121853" y="499946"/>
                  <a:pt x="118095" y="502997"/>
                  <a:pt x="117016" y="507164"/>
                </a:cubicBezTo>
                <a:lnTo>
                  <a:pt x="109872" y="534474"/>
                </a:lnTo>
                <a:lnTo>
                  <a:pt x="93799" y="541097"/>
                </a:lnTo>
                <a:lnTo>
                  <a:pt x="69428" y="526809"/>
                </a:lnTo>
                <a:cubicBezTo>
                  <a:pt x="65559" y="524540"/>
                  <a:pt x="60759" y="525284"/>
                  <a:pt x="57745" y="528298"/>
                </a:cubicBezTo>
                <a:lnTo>
                  <a:pt x="28463" y="557542"/>
                </a:lnTo>
                <a:cubicBezTo>
                  <a:pt x="25152" y="560817"/>
                  <a:pt x="24742" y="565914"/>
                  <a:pt x="27161" y="569634"/>
                </a:cubicBezTo>
                <a:lnTo>
                  <a:pt x="41188" y="593633"/>
                </a:lnTo>
                <a:lnTo>
                  <a:pt x="34565" y="609632"/>
                </a:lnTo>
                <a:lnTo>
                  <a:pt x="7255" y="616738"/>
                </a:lnTo>
                <a:cubicBezTo>
                  <a:pt x="2791" y="617892"/>
                  <a:pt x="-149" y="622022"/>
                  <a:pt x="37" y="626449"/>
                </a:cubicBezTo>
                <a:lnTo>
                  <a:pt x="0" y="667488"/>
                </a:lnTo>
                <a:cubicBezTo>
                  <a:pt x="0" y="671990"/>
                  <a:pt x="3051" y="675748"/>
                  <a:pt x="7218" y="676827"/>
                </a:cubicBezTo>
                <a:lnTo>
                  <a:pt x="34528" y="683971"/>
                </a:lnTo>
                <a:lnTo>
                  <a:pt x="41151" y="699970"/>
                </a:lnTo>
                <a:lnTo>
                  <a:pt x="26864" y="724304"/>
                </a:lnTo>
                <a:cubicBezTo>
                  <a:pt x="24594" y="728173"/>
                  <a:pt x="25338" y="732973"/>
                  <a:pt x="28352" y="735987"/>
                </a:cubicBezTo>
                <a:lnTo>
                  <a:pt x="57596" y="765269"/>
                </a:lnTo>
                <a:cubicBezTo>
                  <a:pt x="60871" y="768580"/>
                  <a:pt x="65968" y="768990"/>
                  <a:pt x="69688" y="766571"/>
                </a:cubicBezTo>
                <a:lnTo>
                  <a:pt x="93687" y="752544"/>
                </a:lnTo>
                <a:cubicBezTo>
                  <a:pt x="96366" y="753883"/>
                  <a:pt x="99007" y="755074"/>
                  <a:pt x="101612" y="756153"/>
                </a:cubicBezTo>
                <a:close/>
                <a:moveTo>
                  <a:pt x="188789" y="536145"/>
                </a:moveTo>
                <a:lnTo>
                  <a:pt x="200248" y="541205"/>
                </a:lnTo>
                <a:lnTo>
                  <a:pt x="224246" y="527178"/>
                </a:lnTo>
                <a:cubicBezTo>
                  <a:pt x="228004" y="524722"/>
                  <a:pt x="233064" y="525168"/>
                  <a:pt x="236338" y="528480"/>
                </a:cubicBezTo>
                <a:lnTo>
                  <a:pt x="265583" y="557762"/>
                </a:lnTo>
                <a:cubicBezTo>
                  <a:pt x="268597" y="560776"/>
                  <a:pt x="269341" y="565575"/>
                  <a:pt x="267071" y="569445"/>
                </a:cubicBezTo>
                <a:lnTo>
                  <a:pt x="252784" y="593779"/>
                </a:lnTo>
                <a:lnTo>
                  <a:pt x="259369" y="609815"/>
                </a:lnTo>
                <a:lnTo>
                  <a:pt x="286679" y="616959"/>
                </a:lnTo>
                <a:cubicBezTo>
                  <a:pt x="290847" y="618038"/>
                  <a:pt x="293898" y="621795"/>
                  <a:pt x="293898" y="626298"/>
                </a:cubicBezTo>
                <a:lnTo>
                  <a:pt x="293898" y="640882"/>
                </a:lnTo>
                <a:lnTo>
                  <a:pt x="435287" y="640882"/>
                </a:lnTo>
                <a:cubicBezTo>
                  <a:pt x="420627" y="615842"/>
                  <a:pt x="438152" y="582356"/>
                  <a:pt x="469071" y="582430"/>
                </a:cubicBezTo>
                <a:lnTo>
                  <a:pt x="513235" y="582505"/>
                </a:lnTo>
                <a:cubicBezTo>
                  <a:pt x="521905" y="582505"/>
                  <a:pt x="529272" y="577221"/>
                  <a:pt x="531950" y="568924"/>
                </a:cubicBezTo>
                <a:lnTo>
                  <a:pt x="541922" y="538005"/>
                </a:lnTo>
                <a:cubicBezTo>
                  <a:pt x="482688" y="442193"/>
                  <a:pt x="358309" y="409941"/>
                  <a:pt x="260563" y="466903"/>
                </a:cubicBezTo>
                <a:cubicBezTo>
                  <a:pt x="231467" y="483868"/>
                  <a:pt x="206799" y="507681"/>
                  <a:pt x="188790" y="536145"/>
                </a:cubicBezTo>
                <a:close/>
                <a:moveTo>
                  <a:pt x="193849" y="217248"/>
                </a:moveTo>
                <a:lnTo>
                  <a:pt x="193849" y="420654"/>
                </a:lnTo>
                <a:cubicBezTo>
                  <a:pt x="193849" y="426012"/>
                  <a:pt x="189533" y="430328"/>
                  <a:pt x="184175" y="430328"/>
                </a:cubicBezTo>
                <a:lnTo>
                  <a:pt x="109761" y="430328"/>
                </a:lnTo>
                <a:cubicBezTo>
                  <a:pt x="104403" y="430328"/>
                  <a:pt x="100087" y="426012"/>
                  <a:pt x="100087" y="420654"/>
                </a:cubicBezTo>
                <a:lnTo>
                  <a:pt x="100087" y="217248"/>
                </a:lnTo>
                <a:lnTo>
                  <a:pt x="70954" y="217248"/>
                </a:lnTo>
                <a:cubicBezTo>
                  <a:pt x="63401" y="217248"/>
                  <a:pt x="57857" y="208430"/>
                  <a:pt x="63699" y="201137"/>
                </a:cubicBezTo>
                <a:lnTo>
                  <a:pt x="139155" y="97744"/>
                </a:lnTo>
                <a:cubicBezTo>
                  <a:pt x="143099" y="92311"/>
                  <a:pt x="151061" y="92609"/>
                  <a:pt x="154856" y="97892"/>
                </a:cubicBezTo>
                <a:lnTo>
                  <a:pt x="230759" y="201886"/>
                </a:lnTo>
                <a:cubicBezTo>
                  <a:pt x="235447" y="208323"/>
                  <a:pt x="230610" y="217216"/>
                  <a:pt x="222983" y="217179"/>
                </a:cubicBezTo>
                <a:lnTo>
                  <a:pt x="222983" y="217216"/>
                </a:lnTo>
                <a:close/>
                <a:moveTo>
                  <a:pt x="174502" y="410986"/>
                </a:moveTo>
                <a:lnTo>
                  <a:pt x="119473" y="410986"/>
                </a:lnTo>
                <a:lnTo>
                  <a:pt x="119473" y="207580"/>
                </a:lnTo>
                <a:cubicBezTo>
                  <a:pt x="119473" y="202222"/>
                  <a:pt x="115157" y="197906"/>
                  <a:pt x="109799" y="197906"/>
                </a:cubicBezTo>
                <a:lnTo>
                  <a:pt x="89968" y="197906"/>
                </a:lnTo>
                <a:lnTo>
                  <a:pt x="146969" y="119772"/>
                </a:lnTo>
                <a:lnTo>
                  <a:pt x="203971" y="197906"/>
                </a:lnTo>
                <a:lnTo>
                  <a:pt x="184140" y="197906"/>
                </a:lnTo>
                <a:cubicBezTo>
                  <a:pt x="178782" y="197906"/>
                  <a:pt x="174466" y="202260"/>
                  <a:pt x="174466" y="207580"/>
                </a:cubicBezTo>
                <a:close/>
                <a:moveTo>
                  <a:pt x="614738" y="574845"/>
                </a:moveTo>
                <a:cubicBezTo>
                  <a:pt x="620021" y="591179"/>
                  <a:pt x="634643" y="601820"/>
                  <a:pt x="651833" y="601820"/>
                </a:cubicBezTo>
                <a:lnTo>
                  <a:pt x="695997" y="601745"/>
                </a:lnTo>
                <a:cubicBezTo>
                  <a:pt x="714973" y="601708"/>
                  <a:pt x="723009" y="626042"/>
                  <a:pt x="707531" y="637241"/>
                </a:cubicBezTo>
                <a:lnTo>
                  <a:pt x="671775" y="663138"/>
                </a:lnTo>
                <a:cubicBezTo>
                  <a:pt x="657897" y="673184"/>
                  <a:pt x="652278" y="690485"/>
                  <a:pt x="657599" y="706744"/>
                </a:cubicBezTo>
                <a:lnTo>
                  <a:pt x="671328" y="748713"/>
                </a:lnTo>
                <a:cubicBezTo>
                  <a:pt x="677244" y="766833"/>
                  <a:pt x="656520" y="781865"/>
                  <a:pt x="641153" y="770666"/>
                </a:cubicBezTo>
                <a:lnTo>
                  <a:pt x="605472" y="744658"/>
                </a:lnTo>
                <a:cubicBezTo>
                  <a:pt x="591557" y="734500"/>
                  <a:pt x="573548" y="734500"/>
                  <a:pt x="559633" y="744658"/>
                </a:cubicBezTo>
                <a:lnTo>
                  <a:pt x="523951" y="770666"/>
                </a:lnTo>
                <a:cubicBezTo>
                  <a:pt x="508584" y="781865"/>
                  <a:pt x="487823" y="766833"/>
                  <a:pt x="493776" y="748713"/>
                </a:cubicBezTo>
                <a:lnTo>
                  <a:pt x="507505" y="706744"/>
                </a:lnTo>
                <a:cubicBezTo>
                  <a:pt x="512826" y="690485"/>
                  <a:pt x="507207" y="673184"/>
                  <a:pt x="493329" y="663138"/>
                </a:cubicBezTo>
                <a:lnTo>
                  <a:pt x="457573" y="637241"/>
                </a:lnTo>
                <a:cubicBezTo>
                  <a:pt x="442095" y="626042"/>
                  <a:pt x="450132" y="601708"/>
                  <a:pt x="469107" y="601745"/>
                </a:cubicBezTo>
                <a:lnTo>
                  <a:pt x="513271" y="601820"/>
                </a:lnTo>
                <a:cubicBezTo>
                  <a:pt x="530461" y="601857"/>
                  <a:pt x="545083" y="591179"/>
                  <a:pt x="550367" y="574845"/>
                </a:cubicBezTo>
                <a:lnTo>
                  <a:pt x="563947" y="532838"/>
                </a:lnTo>
                <a:cubicBezTo>
                  <a:pt x="569789" y="514756"/>
                  <a:pt x="595425" y="514756"/>
                  <a:pt x="601266" y="532838"/>
                </a:cubicBezTo>
                <a:close/>
                <a:moveTo>
                  <a:pt x="364744" y="381402"/>
                </a:moveTo>
                <a:cubicBezTo>
                  <a:pt x="409356" y="381402"/>
                  <a:pt x="445484" y="345274"/>
                  <a:pt x="445484" y="300662"/>
                </a:cubicBezTo>
                <a:cubicBezTo>
                  <a:pt x="445484" y="256051"/>
                  <a:pt x="409356" y="219923"/>
                  <a:pt x="364744" y="219923"/>
                </a:cubicBezTo>
                <a:cubicBezTo>
                  <a:pt x="320133" y="219923"/>
                  <a:pt x="284005" y="256051"/>
                  <a:pt x="284005" y="300662"/>
                </a:cubicBezTo>
                <a:cubicBezTo>
                  <a:pt x="284005" y="345274"/>
                  <a:pt x="320170" y="381402"/>
                  <a:pt x="364744" y="381402"/>
                </a:cubicBezTo>
                <a:close/>
                <a:moveTo>
                  <a:pt x="435549" y="371467"/>
                </a:moveTo>
                <a:cubicBezTo>
                  <a:pt x="396444" y="410572"/>
                  <a:pt x="333079" y="410572"/>
                  <a:pt x="293979" y="371467"/>
                </a:cubicBezTo>
                <a:cubicBezTo>
                  <a:pt x="254874" y="332362"/>
                  <a:pt x="254874" y="268997"/>
                  <a:pt x="293979" y="229897"/>
                </a:cubicBezTo>
                <a:cubicBezTo>
                  <a:pt x="333084" y="190792"/>
                  <a:pt x="396449" y="190792"/>
                  <a:pt x="435549" y="229897"/>
                </a:cubicBezTo>
                <a:cubicBezTo>
                  <a:pt x="474617" y="268965"/>
                  <a:pt x="474617" y="332367"/>
                  <a:pt x="435549" y="371467"/>
                </a:cubicBezTo>
                <a:close/>
                <a:moveTo>
                  <a:pt x="384911" y="165232"/>
                </a:moveTo>
                <a:cubicBezTo>
                  <a:pt x="387404" y="165567"/>
                  <a:pt x="389859" y="165976"/>
                  <a:pt x="392278" y="166460"/>
                </a:cubicBezTo>
                <a:lnTo>
                  <a:pt x="392278" y="113812"/>
                </a:lnTo>
                <a:cubicBezTo>
                  <a:pt x="392278" y="108454"/>
                  <a:pt x="396594" y="104139"/>
                  <a:pt x="401951" y="104139"/>
                </a:cubicBezTo>
                <a:lnTo>
                  <a:pt x="421782" y="104139"/>
                </a:lnTo>
                <a:lnTo>
                  <a:pt x="364781" y="26004"/>
                </a:lnTo>
                <a:lnTo>
                  <a:pt x="307780" y="104139"/>
                </a:lnTo>
                <a:lnTo>
                  <a:pt x="327611" y="104139"/>
                </a:lnTo>
                <a:cubicBezTo>
                  <a:pt x="332968" y="104139"/>
                  <a:pt x="337284" y="108492"/>
                  <a:pt x="337284" y="113812"/>
                </a:cubicBezTo>
                <a:lnTo>
                  <a:pt x="337284" y="166460"/>
                </a:lnTo>
                <a:cubicBezTo>
                  <a:pt x="353059" y="163409"/>
                  <a:pt x="368910" y="163000"/>
                  <a:pt x="384909" y="165232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48EB0396-3C29-9BC7-6CD8-48E752AE58AB}"/>
              </a:ext>
            </a:extLst>
          </p:cNvPr>
          <p:cNvGrpSpPr/>
          <p:nvPr/>
        </p:nvGrpSpPr>
        <p:grpSpPr>
          <a:xfrm>
            <a:off x="8065434" y="5722084"/>
            <a:ext cx="303382" cy="244269"/>
            <a:chOff x="12803726" y="1121704"/>
            <a:chExt cx="824281" cy="663669"/>
          </a:xfrm>
          <a:solidFill>
            <a:schemeClr val="accent1"/>
          </a:solidFill>
        </p:grpSpPr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E2AB7039-ED5D-2E09-2BDA-F1C756BE551F}"/>
                </a:ext>
              </a:extLst>
            </p:cNvPr>
            <p:cNvSpPr/>
            <p:nvPr/>
          </p:nvSpPr>
          <p:spPr>
            <a:xfrm>
              <a:off x="12803726" y="1163201"/>
              <a:ext cx="622210" cy="622172"/>
            </a:xfrm>
            <a:custGeom>
              <a:avLst/>
              <a:gdLst>
                <a:gd name="csX0" fmla="*/ 546978 w 622210"/>
                <a:gd name="csY0" fmla="*/ 622172 h 622172"/>
                <a:gd name="csX1" fmla="*/ 75195 w 622210"/>
                <a:gd name="csY1" fmla="*/ 622172 h 622172"/>
                <a:gd name="csX2" fmla="*/ 0 w 622210"/>
                <a:gd name="csY2" fmla="*/ 546977 h 622172"/>
                <a:gd name="csX3" fmla="*/ 0 w 622210"/>
                <a:gd name="csY3" fmla="*/ 75232 h 622172"/>
                <a:gd name="csX4" fmla="*/ 75195 w 622210"/>
                <a:gd name="csY4" fmla="*/ 0 h 622172"/>
                <a:gd name="csX5" fmla="*/ 534186 w 622210"/>
                <a:gd name="csY5" fmla="*/ 0 h 622172"/>
                <a:gd name="csX6" fmla="*/ 546315 w 622210"/>
                <a:gd name="csY6" fmla="*/ 12092 h 622172"/>
                <a:gd name="csX7" fmla="*/ 534186 w 622210"/>
                <a:gd name="csY7" fmla="*/ 24184 h 622172"/>
                <a:gd name="csX8" fmla="*/ 75195 w 622210"/>
                <a:gd name="csY8" fmla="*/ 24184 h 622172"/>
                <a:gd name="csX9" fmla="*/ 24184 w 622210"/>
                <a:gd name="csY9" fmla="*/ 75232 h 622172"/>
                <a:gd name="csX10" fmla="*/ 24184 w 622210"/>
                <a:gd name="csY10" fmla="*/ 546977 h 622172"/>
                <a:gd name="csX11" fmla="*/ 75195 w 622210"/>
                <a:gd name="csY11" fmla="*/ 597988 h 622172"/>
                <a:gd name="csX12" fmla="*/ 546978 w 622210"/>
                <a:gd name="csY12" fmla="*/ 597988 h 622172"/>
                <a:gd name="csX13" fmla="*/ 598026 w 622210"/>
                <a:gd name="csY13" fmla="*/ 546977 h 622172"/>
                <a:gd name="csX14" fmla="*/ 598026 w 622210"/>
                <a:gd name="csY14" fmla="*/ 302337 h 622172"/>
                <a:gd name="csX15" fmla="*/ 610081 w 622210"/>
                <a:gd name="csY15" fmla="*/ 290282 h 622172"/>
                <a:gd name="csX16" fmla="*/ 622210 w 622210"/>
                <a:gd name="csY16" fmla="*/ 302337 h 622172"/>
                <a:gd name="csX17" fmla="*/ 622210 w 622210"/>
                <a:gd name="csY17" fmla="*/ 546977 h 622172"/>
                <a:gd name="csX18" fmla="*/ 546978 w 622210"/>
                <a:gd name="csY18" fmla="*/ 622172 h 6221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622210" h="622172">
                  <a:moveTo>
                    <a:pt x="546978" y="622172"/>
                  </a:moveTo>
                  <a:lnTo>
                    <a:pt x="75195" y="622172"/>
                  </a:lnTo>
                  <a:cubicBezTo>
                    <a:pt x="33709" y="622135"/>
                    <a:pt x="37" y="588499"/>
                    <a:pt x="0" y="546977"/>
                  </a:cubicBezTo>
                  <a:lnTo>
                    <a:pt x="0" y="75232"/>
                  </a:lnTo>
                  <a:cubicBezTo>
                    <a:pt x="37" y="33709"/>
                    <a:pt x="33710" y="37"/>
                    <a:pt x="75195" y="0"/>
                  </a:cubicBezTo>
                  <a:lnTo>
                    <a:pt x="534186" y="0"/>
                  </a:lnTo>
                  <a:cubicBezTo>
                    <a:pt x="540883" y="0"/>
                    <a:pt x="546315" y="5432"/>
                    <a:pt x="546315" y="12092"/>
                  </a:cubicBezTo>
                  <a:cubicBezTo>
                    <a:pt x="546315" y="18752"/>
                    <a:pt x="540883" y="24184"/>
                    <a:pt x="534186" y="24184"/>
                  </a:cubicBezTo>
                  <a:lnTo>
                    <a:pt x="75195" y="24184"/>
                  </a:lnTo>
                  <a:cubicBezTo>
                    <a:pt x="47030" y="24221"/>
                    <a:pt x="24221" y="47029"/>
                    <a:pt x="24184" y="75232"/>
                  </a:cubicBezTo>
                  <a:lnTo>
                    <a:pt x="24184" y="546977"/>
                  </a:lnTo>
                  <a:cubicBezTo>
                    <a:pt x="24221" y="575142"/>
                    <a:pt x="47029" y="597988"/>
                    <a:pt x="75195" y="597988"/>
                  </a:cubicBezTo>
                  <a:lnTo>
                    <a:pt x="546978" y="597988"/>
                  </a:lnTo>
                  <a:cubicBezTo>
                    <a:pt x="575143" y="597951"/>
                    <a:pt x="597952" y="575143"/>
                    <a:pt x="598026" y="546977"/>
                  </a:cubicBezTo>
                  <a:lnTo>
                    <a:pt x="598026" y="302337"/>
                  </a:lnTo>
                  <a:cubicBezTo>
                    <a:pt x="598026" y="295677"/>
                    <a:pt x="603421" y="290282"/>
                    <a:pt x="610081" y="290282"/>
                  </a:cubicBezTo>
                  <a:cubicBezTo>
                    <a:pt x="616778" y="290282"/>
                    <a:pt x="622210" y="295677"/>
                    <a:pt x="622210" y="302337"/>
                  </a:cubicBezTo>
                  <a:lnTo>
                    <a:pt x="622210" y="546977"/>
                  </a:lnTo>
                  <a:cubicBezTo>
                    <a:pt x="622136" y="588500"/>
                    <a:pt x="588500" y="622135"/>
                    <a:pt x="546978" y="62217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A0775B88-2236-290F-27DD-935978BD65AD}"/>
                </a:ext>
              </a:extLst>
            </p:cNvPr>
            <p:cNvSpPr/>
            <p:nvPr/>
          </p:nvSpPr>
          <p:spPr>
            <a:xfrm>
              <a:off x="13018000" y="1163200"/>
              <a:ext cx="193625" cy="260147"/>
            </a:xfrm>
            <a:custGeom>
              <a:avLst/>
              <a:gdLst>
                <a:gd name="csX0" fmla="*/ 12092 w 193625"/>
                <a:gd name="csY0" fmla="*/ 260147 h 260147"/>
                <a:gd name="csX1" fmla="*/ 3535 w 193625"/>
                <a:gd name="csY1" fmla="*/ 256612 h 260147"/>
                <a:gd name="csX2" fmla="*/ 0 w 193625"/>
                <a:gd name="csY2" fmla="*/ 248055 h 260147"/>
                <a:gd name="csX3" fmla="*/ 0 w 193625"/>
                <a:gd name="csY3" fmla="*/ 12092 h 260147"/>
                <a:gd name="csX4" fmla="*/ 12092 w 193625"/>
                <a:gd name="csY4" fmla="*/ 0 h 260147"/>
                <a:gd name="csX5" fmla="*/ 181570 w 193625"/>
                <a:gd name="csY5" fmla="*/ 0 h 260147"/>
                <a:gd name="csX6" fmla="*/ 193625 w 193625"/>
                <a:gd name="csY6" fmla="*/ 12092 h 260147"/>
                <a:gd name="csX7" fmla="*/ 193625 w 193625"/>
                <a:gd name="csY7" fmla="*/ 248055 h 260147"/>
                <a:gd name="csX8" fmla="*/ 186779 w 193625"/>
                <a:gd name="csY8" fmla="*/ 258956 h 260147"/>
                <a:gd name="csX9" fmla="*/ 173979 w 193625"/>
                <a:gd name="csY9" fmla="*/ 257468 h 260147"/>
                <a:gd name="csX10" fmla="*/ 96961 w 193625"/>
                <a:gd name="csY10" fmla="*/ 195778 h 260147"/>
                <a:gd name="csX11" fmla="*/ 19645 w 193625"/>
                <a:gd name="csY11" fmla="*/ 257468 h 260147"/>
                <a:gd name="csX12" fmla="*/ 19645 w 193625"/>
                <a:gd name="csY12" fmla="*/ 257505 h 260147"/>
                <a:gd name="csX13" fmla="*/ 12092 w 193625"/>
                <a:gd name="csY13" fmla="*/ 260147 h 260147"/>
                <a:gd name="csX14" fmla="*/ 24184 w 193625"/>
                <a:gd name="csY14" fmla="*/ 24184 h 260147"/>
                <a:gd name="csX15" fmla="*/ 24184 w 193625"/>
                <a:gd name="csY15" fmla="*/ 222942 h 260147"/>
                <a:gd name="csX16" fmla="*/ 89446 w 193625"/>
                <a:gd name="csY16" fmla="*/ 170852 h 260147"/>
                <a:gd name="csX17" fmla="*/ 104514 w 193625"/>
                <a:gd name="csY17" fmla="*/ 170852 h 260147"/>
                <a:gd name="csX18" fmla="*/ 169441 w 193625"/>
                <a:gd name="csY18" fmla="*/ 222867 h 260147"/>
                <a:gd name="csX19" fmla="*/ 169441 w 193625"/>
                <a:gd name="csY19" fmla="*/ 24185 h 2601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193625" h="260147">
                  <a:moveTo>
                    <a:pt x="12092" y="260147"/>
                  </a:moveTo>
                  <a:cubicBezTo>
                    <a:pt x="8892" y="260147"/>
                    <a:pt x="5804" y="258882"/>
                    <a:pt x="3535" y="256612"/>
                  </a:cubicBezTo>
                  <a:cubicBezTo>
                    <a:pt x="1265" y="254343"/>
                    <a:pt x="0" y="251255"/>
                    <a:pt x="0" y="248055"/>
                  </a:cubicBezTo>
                  <a:lnTo>
                    <a:pt x="0" y="12092"/>
                  </a:lnTo>
                  <a:cubicBezTo>
                    <a:pt x="0" y="5432"/>
                    <a:pt x="5432" y="0"/>
                    <a:pt x="12092" y="0"/>
                  </a:cubicBezTo>
                  <a:lnTo>
                    <a:pt x="181570" y="0"/>
                  </a:lnTo>
                  <a:cubicBezTo>
                    <a:pt x="188230" y="0"/>
                    <a:pt x="193625" y="5432"/>
                    <a:pt x="193625" y="12092"/>
                  </a:cubicBezTo>
                  <a:lnTo>
                    <a:pt x="193625" y="248055"/>
                  </a:lnTo>
                  <a:cubicBezTo>
                    <a:pt x="193625" y="252706"/>
                    <a:pt x="190983" y="256947"/>
                    <a:pt x="186779" y="258956"/>
                  </a:cubicBezTo>
                  <a:cubicBezTo>
                    <a:pt x="182612" y="260965"/>
                    <a:pt x="177626" y="260370"/>
                    <a:pt x="173979" y="257468"/>
                  </a:cubicBezTo>
                  <a:lnTo>
                    <a:pt x="96961" y="195778"/>
                  </a:lnTo>
                  <a:lnTo>
                    <a:pt x="19645" y="257468"/>
                  </a:lnTo>
                  <a:lnTo>
                    <a:pt x="19645" y="257505"/>
                  </a:lnTo>
                  <a:cubicBezTo>
                    <a:pt x="17487" y="259217"/>
                    <a:pt x="14845" y="260147"/>
                    <a:pt x="12092" y="260147"/>
                  </a:cubicBezTo>
                  <a:close/>
                  <a:moveTo>
                    <a:pt x="24184" y="24184"/>
                  </a:moveTo>
                  <a:lnTo>
                    <a:pt x="24184" y="222942"/>
                  </a:lnTo>
                  <a:lnTo>
                    <a:pt x="89446" y="170852"/>
                  </a:lnTo>
                  <a:cubicBezTo>
                    <a:pt x="93836" y="167318"/>
                    <a:pt x="100124" y="167318"/>
                    <a:pt x="104514" y="170852"/>
                  </a:cubicBezTo>
                  <a:lnTo>
                    <a:pt x="169441" y="222867"/>
                  </a:lnTo>
                  <a:lnTo>
                    <a:pt x="169441" y="2418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86F4F890-D0F8-ADF8-AA97-06F4FB90DCD1}"/>
                </a:ext>
              </a:extLst>
            </p:cNvPr>
            <p:cNvSpPr/>
            <p:nvPr/>
          </p:nvSpPr>
          <p:spPr>
            <a:xfrm>
              <a:off x="12908759" y="1518778"/>
              <a:ext cx="24183" cy="146970"/>
            </a:xfrm>
            <a:custGeom>
              <a:avLst/>
              <a:gdLst>
                <a:gd name="csX0" fmla="*/ 12129 w 24183"/>
                <a:gd name="csY0" fmla="*/ 146971 h 146970"/>
                <a:gd name="csX1" fmla="*/ 0 w 24183"/>
                <a:gd name="csY1" fmla="*/ 134879 h 146970"/>
                <a:gd name="csX2" fmla="*/ 0 w 24183"/>
                <a:gd name="csY2" fmla="*/ 12092 h 146970"/>
                <a:gd name="csX3" fmla="*/ 12129 w 24183"/>
                <a:gd name="csY3" fmla="*/ 0 h 146970"/>
                <a:gd name="csX4" fmla="*/ 24184 w 24183"/>
                <a:gd name="csY4" fmla="*/ 12092 h 146970"/>
                <a:gd name="csX5" fmla="*/ 24184 w 24183"/>
                <a:gd name="csY5" fmla="*/ 134879 h 146970"/>
                <a:gd name="csX6" fmla="*/ 12129 w 24183"/>
                <a:gd name="csY6" fmla="*/ 146971 h 1469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4183" h="146970">
                  <a:moveTo>
                    <a:pt x="12129" y="146971"/>
                  </a:moveTo>
                  <a:cubicBezTo>
                    <a:pt x="5432" y="146971"/>
                    <a:pt x="0" y="141539"/>
                    <a:pt x="0" y="134879"/>
                  </a:cubicBezTo>
                  <a:lnTo>
                    <a:pt x="0" y="12092"/>
                  </a:lnTo>
                  <a:cubicBezTo>
                    <a:pt x="0" y="5432"/>
                    <a:pt x="5432" y="0"/>
                    <a:pt x="12129" y="0"/>
                  </a:cubicBezTo>
                  <a:cubicBezTo>
                    <a:pt x="18789" y="0"/>
                    <a:pt x="24184" y="5432"/>
                    <a:pt x="24184" y="12092"/>
                  </a:cubicBezTo>
                  <a:lnTo>
                    <a:pt x="24184" y="134879"/>
                  </a:lnTo>
                  <a:cubicBezTo>
                    <a:pt x="24184" y="141539"/>
                    <a:pt x="18789" y="146971"/>
                    <a:pt x="12129" y="1469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82A8D951-B745-D984-A1C6-4F2BC4775F60}"/>
                </a:ext>
              </a:extLst>
            </p:cNvPr>
            <p:cNvSpPr/>
            <p:nvPr/>
          </p:nvSpPr>
          <p:spPr>
            <a:xfrm>
              <a:off x="13023991" y="1518778"/>
              <a:ext cx="24183" cy="146970"/>
            </a:xfrm>
            <a:custGeom>
              <a:avLst/>
              <a:gdLst>
                <a:gd name="csX0" fmla="*/ 12092 w 24183"/>
                <a:gd name="csY0" fmla="*/ 146971 h 146970"/>
                <a:gd name="csX1" fmla="*/ 0 w 24183"/>
                <a:gd name="csY1" fmla="*/ 134879 h 146970"/>
                <a:gd name="csX2" fmla="*/ 0 w 24183"/>
                <a:gd name="csY2" fmla="*/ 12092 h 146970"/>
                <a:gd name="csX3" fmla="*/ 12092 w 24183"/>
                <a:gd name="csY3" fmla="*/ 0 h 146970"/>
                <a:gd name="csX4" fmla="*/ 24184 w 24183"/>
                <a:gd name="csY4" fmla="*/ 12092 h 146970"/>
                <a:gd name="csX5" fmla="*/ 24184 w 24183"/>
                <a:gd name="csY5" fmla="*/ 134879 h 146970"/>
                <a:gd name="csX6" fmla="*/ 12092 w 24183"/>
                <a:gd name="csY6" fmla="*/ 146971 h 1469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4183" h="146970">
                  <a:moveTo>
                    <a:pt x="12092" y="146971"/>
                  </a:moveTo>
                  <a:cubicBezTo>
                    <a:pt x="5432" y="146971"/>
                    <a:pt x="0" y="141539"/>
                    <a:pt x="0" y="134879"/>
                  </a:cubicBezTo>
                  <a:lnTo>
                    <a:pt x="0" y="12092"/>
                  </a:lnTo>
                  <a:cubicBezTo>
                    <a:pt x="0" y="5432"/>
                    <a:pt x="5432" y="0"/>
                    <a:pt x="12092" y="0"/>
                  </a:cubicBezTo>
                  <a:cubicBezTo>
                    <a:pt x="18752" y="0"/>
                    <a:pt x="24184" y="5432"/>
                    <a:pt x="24184" y="12092"/>
                  </a:cubicBezTo>
                  <a:lnTo>
                    <a:pt x="24184" y="134879"/>
                  </a:lnTo>
                  <a:cubicBezTo>
                    <a:pt x="24184" y="141539"/>
                    <a:pt x="18752" y="146971"/>
                    <a:pt x="12092" y="1469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AB17620-5457-0FEC-97B8-DA04915D450C}"/>
                </a:ext>
              </a:extLst>
            </p:cNvPr>
            <p:cNvSpPr/>
            <p:nvPr/>
          </p:nvSpPr>
          <p:spPr>
            <a:xfrm>
              <a:off x="13139181" y="1501447"/>
              <a:ext cx="181685" cy="181647"/>
            </a:xfrm>
            <a:custGeom>
              <a:avLst/>
              <a:gdLst>
                <a:gd name="csX0" fmla="*/ 90822 w 181685"/>
                <a:gd name="csY0" fmla="*/ 181647 h 181647"/>
                <a:gd name="csX1" fmla="*/ 6920 w 181685"/>
                <a:gd name="csY1" fmla="*/ 125576 h 181647"/>
                <a:gd name="csX2" fmla="*/ 26602 w 181685"/>
                <a:gd name="csY2" fmla="*/ 26602 h 181647"/>
                <a:gd name="csX3" fmla="*/ 125614 w 181685"/>
                <a:gd name="csY3" fmla="*/ 6920 h 181647"/>
                <a:gd name="csX4" fmla="*/ 181685 w 181685"/>
                <a:gd name="csY4" fmla="*/ 90822 h 181647"/>
                <a:gd name="csX5" fmla="*/ 90825 w 181685"/>
                <a:gd name="csY5" fmla="*/ 181644 h 181647"/>
                <a:gd name="csX6" fmla="*/ 90822 w 181685"/>
                <a:gd name="csY6" fmla="*/ 24189 h 181647"/>
                <a:gd name="csX7" fmla="*/ 29281 w 181685"/>
                <a:gd name="csY7" fmla="*/ 65340 h 181647"/>
                <a:gd name="csX8" fmla="*/ 43718 w 181685"/>
                <a:gd name="csY8" fmla="*/ 137931 h 181647"/>
                <a:gd name="csX9" fmla="*/ 116346 w 181685"/>
                <a:gd name="csY9" fmla="*/ 152405 h 181647"/>
                <a:gd name="csX10" fmla="*/ 157497 w 181685"/>
                <a:gd name="csY10" fmla="*/ 90827 h 181647"/>
                <a:gd name="csX11" fmla="*/ 90822 w 181685"/>
                <a:gd name="csY11" fmla="*/ 24189 h 1816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81685" h="181647">
                  <a:moveTo>
                    <a:pt x="90822" y="181647"/>
                  </a:moveTo>
                  <a:cubicBezTo>
                    <a:pt x="54098" y="181647"/>
                    <a:pt x="20984" y="159509"/>
                    <a:pt x="6920" y="125576"/>
                  </a:cubicBezTo>
                  <a:cubicBezTo>
                    <a:pt x="-7145" y="91644"/>
                    <a:pt x="632" y="52576"/>
                    <a:pt x="26602" y="26602"/>
                  </a:cubicBezTo>
                  <a:cubicBezTo>
                    <a:pt x="52610" y="631"/>
                    <a:pt x="91640" y="-7145"/>
                    <a:pt x="125614" y="6920"/>
                  </a:cubicBezTo>
                  <a:cubicBezTo>
                    <a:pt x="159547" y="20984"/>
                    <a:pt x="181685" y="54098"/>
                    <a:pt x="181685" y="90822"/>
                  </a:cubicBezTo>
                  <a:cubicBezTo>
                    <a:pt x="181611" y="140976"/>
                    <a:pt x="140981" y="181606"/>
                    <a:pt x="90825" y="181644"/>
                  </a:cubicBezTo>
                  <a:close/>
                  <a:moveTo>
                    <a:pt x="90822" y="24189"/>
                  </a:moveTo>
                  <a:cubicBezTo>
                    <a:pt x="63884" y="24189"/>
                    <a:pt x="39587" y="40411"/>
                    <a:pt x="29281" y="65340"/>
                  </a:cubicBezTo>
                  <a:cubicBezTo>
                    <a:pt x="18975" y="90232"/>
                    <a:pt x="24668" y="118881"/>
                    <a:pt x="43718" y="137931"/>
                  </a:cubicBezTo>
                  <a:cubicBezTo>
                    <a:pt x="62768" y="157018"/>
                    <a:pt x="91454" y="162712"/>
                    <a:pt x="116346" y="152405"/>
                  </a:cubicBezTo>
                  <a:cubicBezTo>
                    <a:pt x="141237" y="142061"/>
                    <a:pt x="157497" y="117765"/>
                    <a:pt x="157497" y="90827"/>
                  </a:cubicBezTo>
                  <a:cubicBezTo>
                    <a:pt x="157422" y="54029"/>
                    <a:pt x="127619" y="24227"/>
                    <a:pt x="90822" y="2418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567413A3-E040-2EA3-72CD-BDA7C5CB0E56}"/>
                </a:ext>
              </a:extLst>
            </p:cNvPr>
            <p:cNvSpPr/>
            <p:nvPr/>
          </p:nvSpPr>
          <p:spPr>
            <a:xfrm>
              <a:off x="13268509" y="1121704"/>
              <a:ext cx="359498" cy="359498"/>
            </a:xfrm>
            <a:custGeom>
              <a:avLst/>
              <a:gdLst>
                <a:gd name="csX0" fmla="*/ 179749 w 359498"/>
                <a:gd name="csY0" fmla="*/ 359498 h 359498"/>
                <a:gd name="csX1" fmla="*/ 52648 w 359498"/>
                <a:gd name="csY1" fmla="*/ 306851 h 359498"/>
                <a:gd name="csX2" fmla="*/ 0 w 359498"/>
                <a:gd name="csY2" fmla="*/ 179749 h 359498"/>
                <a:gd name="csX3" fmla="*/ 52648 w 359498"/>
                <a:gd name="csY3" fmla="*/ 52648 h 359498"/>
                <a:gd name="csX4" fmla="*/ 179749 w 359498"/>
                <a:gd name="csY4" fmla="*/ 0 h 359498"/>
                <a:gd name="csX5" fmla="*/ 306851 w 359498"/>
                <a:gd name="csY5" fmla="*/ 52648 h 359498"/>
                <a:gd name="csX6" fmla="*/ 359498 w 359498"/>
                <a:gd name="csY6" fmla="*/ 179787 h 359498"/>
                <a:gd name="csX7" fmla="*/ 359498 w 359498"/>
                <a:gd name="csY7" fmla="*/ 179750 h 359498"/>
                <a:gd name="csX8" fmla="*/ 306814 w 359498"/>
                <a:gd name="csY8" fmla="*/ 306814 h 359498"/>
                <a:gd name="csX9" fmla="*/ 179750 w 359498"/>
                <a:gd name="csY9" fmla="*/ 359498 h 359498"/>
                <a:gd name="csX10" fmla="*/ 179749 w 359498"/>
                <a:gd name="csY10" fmla="*/ 24190 h 359498"/>
                <a:gd name="csX11" fmla="*/ 179749 w 359498"/>
                <a:gd name="csY11" fmla="*/ 24227 h 359498"/>
                <a:gd name="csX12" fmla="*/ 69764 w 359498"/>
                <a:gd name="csY12" fmla="*/ 69768 h 359498"/>
                <a:gd name="csX13" fmla="*/ 24185 w 359498"/>
                <a:gd name="csY13" fmla="*/ 179753 h 359498"/>
                <a:gd name="csX14" fmla="*/ 69726 w 359498"/>
                <a:gd name="csY14" fmla="*/ 289776 h 359498"/>
                <a:gd name="csX15" fmla="*/ 179749 w 359498"/>
                <a:gd name="csY15" fmla="*/ 335317 h 359498"/>
                <a:gd name="csX16" fmla="*/ 289734 w 359498"/>
                <a:gd name="csY16" fmla="*/ 289776 h 359498"/>
                <a:gd name="csX17" fmla="*/ 335313 w 359498"/>
                <a:gd name="csY17" fmla="*/ 179753 h 359498"/>
                <a:gd name="csX18" fmla="*/ 335313 w 359498"/>
                <a:gd name="csY18" fmla="*/ 179790 h 359498"/>
                <a:gd name="csX19" fmla="*/ 289697 w 359498"/>
                <a:gd name="csY19" fmla="*/ 69843 h 359498"/>
                <a:gd name="csX20" fmla="*/ 179750 w 359498"/>
                <a:gd name="csY20" fmla="*/ 24190 h 3594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359498" h="359498">
                  <a:moveTo>
                    <a:pt x="179749" y="359498"/>
                  </a:moveTo>
                  <a:cubicBezTo>
                    <a:pt x="132087" y="359498"/>
                    <a:pt x="86359" y="340560"/>
                    <a:pt x="52648" y="306851"/>
                  </a:cubicBezTo>
                  <a:cubicBezTo>
                    <a:pt x="18938" y="273141"/>
                    <a:pt x="0" y="227414"/>
                    <a:pt x="0" y="179749"/>
                  </a:cubicBezTo>
                  <a:cubicBezTo>
                    <a:pt x="0" y="132084"/>
                    <a:pt x="18939" y="86359"/>
                    <a:pt x="52648" y="52648"/>
                  </a:cubicBezTo>
                  <a:cubicBezTo>
                    <a:pt x="86357" y="18938"/>
                    <a:pt x="132084" y="0"/>
                    <a:pt x="179749" y="0"/>
                  </a:cubicBezTo>
                  <a:cubicBezTo>
                    <a:pt x="227411" y="0"/>
                    <a:pt x="273139" y="18939"/>
                    <a:pt x="306851" y="52648"/>
                  </a:cubicBezTo>
                  <a:cubicBezTo>
                    <a:pt x="340561" y="86357"/>
                    <a:pt x="359498" y="132084"/>
                    <a:pt x="359498" y="179787"/>
                  </a:cubicBezTo>
                  <a:lnTo>
                    <a:pt x="359498" y="179750"/>
                  </a:lnTo>
                  <a:cubicBezTo>
                    <a:pt x="359461" y="227412"/>
                    <a:pt x="340485" y="273103"/>
                    <a:pt x="306814" y="306814"/>
                  </a:cubicBezTo>
                  <a:cubicBezTo>
                    <a:pt x="273104" y="340486"/>
                    <a:pt x="227414" y="359461"/>
                    <a:pt x="179750" y="359498"/>
                  </a:cubicBezTo>
                  <a:close/>
                  <a:moveTo>
                    <a:pt x="179749" y="24190"/>
                  </a:moveTo>
                  <a:lnTo>
                    <a:pt x="179749" y="24227"/>
                  </a:lnTo>
                  <a:cubicBezTo>
                    <a:pt x="138524" y="24190"/>
                    <a:pt x="98935" y="40598"/>
                    <a:pt x="69764" y="69768"/>
                  </a:cubicBezTo>
                  <a:cubicBezTo>
                    <a:pt x="40593" y="98937"/>
                    <a:pt x="24185" y="138489"/>
                    <a:pt x="24185" y="179753"/>
                  </a:cubicBezTo>
                  <a:cubicBezTo>
                    <a:pt x="24185" y="221017"/>
                    <a:pt x="40557" y="260604"/>
                    <a:pt x="69726" y="289776"/>
                  </a:cubicBezTo>
                  <a:cubicBezTo>
                    <a:pt x="98895" y="318949"/>
                    <a:pt x="138485" y="335317"/>
                    <a:pt x="179749" y="335317"/>
                  </a:cubicBezTo>
                  <a:cubicBezTo>
                    <a:pt x="221011" y="335354"/>
                    <a:pt x="260563" y="318946"/>
                    <a:pt x="289734" y="289776"/>
                  </a:cubicBezTo>
                  <a:cubicBezTo>
                    <a:pt x="318906" y="260607"/>
                    <a:pt x="335313" y="221017"/>
                    <a:pt x="335313" y="179753"/>
                  </a:cubicBezTo>
                  <a:lnTo>
                    <a:pt x="335313" y="179790"/>
                  </a:lnTo>
                  <a:cubicBezTo>
                    <a:pt x="335276" y="138528"/>
                    <a:pt x="318868" y="98976"/>
                    <a:pt x="289697" y="69843"/>
                  </a:cubicBezTo>
                  <a:cubicBezTo>
                    <a:pt x="260564" y="40673"/>
                    <a:pt x="221013" y="24264"/>
                    <a:pt x="179750" y="241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25ED159E-1E61-A6DB-CF72-334BC7FCB6E6}"/>
                </a:ext>
              </a:extLst>
            </p:cNvPr>
            <p:cNvSpPr/>
            <p:nvPr/>
          </p:nvSpPr>
          <p:spPr>
            <a:xfrm>
              <a:off x="13338358" y="1198748"/>
              <a:ext cx="219880" cy="205473"/>
            </a:xfrm>
            <a:custGeom>
              <a:avLst/>
              <a:gdLst>
                <a:gd name="csX0" fmla="*/ 92080 w 219880"/>
                <a:gd name="csY0" fmla="*/ 205473 h 205473"/>
                <a:gd name="csX1" fmla="*/ 84527 w 219880"/>
                <a:gd name="csY1" fmla="*/ 202794 h 205473"/>
                <a:gd name="csX2" fmla="*/ 4532 w 219880"/>
                <a:gd name="csY2" fmla="*/ 138872 h 205473"/>
                <a:gd name="csX3" fmla="*/ 67 w 219880"/>
                <a:gd name="csY3" fmla="*/ 130798 h 205473"/>
                <a:gd name="csX4" fmla="*/ 2671 w 219880"/>
                <a:gd name="csY4" fmla="*/ 121906 h 205473"/>
                <a:gd name="csX5" fmla="*/ 38874 w 219880"/>
                <a:gd name="csY5" fmla="*/ 76588 h 205473"/>
                <a:gd name="csX6" fmla="*/ 55840 w 219880"/>
                <a:gd name="csY6" fmla="*/ 74728 h 205473"/>
                <a:gd name="csX7" fmla="*/ 80955 w 219880"/>
                <a:gd name="csY7" fmla="*/ 94745 h 205473"/>
                <a:gd name="csX8" fmla="*/ 152839 w 219880"/>
                <a:gd name="csY8" fmla="*/ 4518 h 205473"/>
                <a:gd name="csX9" fmla="*/ 169843 w 219880"/>
                <a:gd name="csY9" fmla="*/ 2657 h 205473"/>
                <a:gd name="csX10" fmla="*/ 215347 w 219880"/>
                <a:gd name="csY10" fmla="*/ 39009 h 205473"/>
                <a:gd name="csX11" fmla="*/ 217207 w 219880"/>
                <a:gd name="csY11" fmla="*/ 55975 h 205473"/>
                <a:gd name="csX12" fmla="*/ 101526 w 219880"/>
                <a:gd name="csY12" fmla="*/ 200859 h 205473"/>
                <a:gd name="csX13" fmla="*/ 93415 w 219880"/>
                <a:gd name="csY13" fmla="*/ 205324 h 205473"/>
                <a:gd name="csX14" fmla="*/ 92075 w 219880"/>
                <a:gd name="csY14" fmla="*/ 205473 h 205473"/>
                <a:gd name="csX15" fmla="*/ 29014 w 219880"/>
                <a:gd name="csY15" fmla="*/ 127561 h 205473"/>
                <a:gd name="csX16" fmla="*/ 90182 w 219880"/>
                <a:gd name="csY16" fmla="*/ 176377 h 205473"/>
                <a:gd name="csX17" fmla="*/ 190823 w 219880"/>
                <a:gd name="csY17" fmla="*/ 50323 h 205473"/>
                <a:gd name="csX18" fmla="*/ 164220 w 219880"/>
                <a:gd name="csY18" fmla="*/ 29077 h 205473"/>
                <a:gd name="csX19" fmla="*/ 92187 w 219880"/>
                <a:gd name="csY19" fmla="*/ 119267 h 205473"/>
                <a:gd name="csX20" fmla="*/ 92187 w 219880"/>
                <a:gd name="csY20" fmla="*/ 119230 h 205473"/>
                <a:gd name="csX21" fmla="*/ 84113 w 219880"/>
                <a:gd name="csY21" fmla="*/ 123695 h 205473"/>
                <a:gd name="csX22" fmla="*/ 75221 w 219880"/>
                <a:gd name="csY22" fmla="*/ 121091 h 205473"/>
                <a:gd name="csX23" fmla="*/ 50106 w 219880"/>
                <a:gd name="csY23" fmla="*/ 101036 h 20547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219880" h="205473">
                  <a:moveTo>
                    <a:pt x="92080" y="205473"/>
                  </a:moveTo>
                  <a:cubicBezTo>
                    <a:pt x="89326" y="205473"/>
                    <a:pt x="86684" y="204542"/>
                    <a:pt x="84527" y="202794"/>
                  </a:cubicBezTo>
                  <a:lnTo>
                    <a:pt x="4532" y="138872"/>
                  </a:lnTo>
                  <a:cubicBezTo>
                    <a:pt x="2039" y="136900"/>
                    <a:pt x="439" y="133961"/>
                    <a:pt x="67" y="130798"/>
                  </a:cubicBezTo>
                  <a:cubicBezTo>
                    <a:pt x="-268" y="127598"/>
                    <a:pt x="662" y="124399"/>
                    <a:pt x="2671" y="121906"/>
                  </a:cubicBezTo>
                  <a:lnTo>
                    <a:pt x="38874" y="76588"/>
                  </a:lnTo>
                  <a:cubicBezTo>
                    <a:pt x="43041" y="71379"/>
                    <a:pt x="50669" y="70523"/>
                    <a:pt x="55840" y="74728"/>
                  </a:cubicBezTo>
                  <a:lnTo>
                    <a:pt x="80955" y="94745"/>
                  </a:lnTo>
                  <a:lnTo>
                    <a:pt x="152839" y="4518"/>
                  </a:lnTo>
                  <a:cubicBezTo>
                    <a:pt x="157043" y="-691"/>
                    <a:pt x="164634" y="-1510"/>
                    <a:pt x="169843" y="2657"/>
                  </a:cubicBezTo>
                  <a:lnTo>
                    <a:pt x="215347" y="39009"/>
                  </a:lnTo>
                  <a:cubicBezTo>
                    <a:pt x="220556" y="43176"/>
                    <a:pt x="221411" y="50803"/>
                    <a:pt x="217207" y="55975"/>
                  </a:cubicBezTo>
                  <a:lnTo>
                    <a:pt x="101526" y="200859"/>
                  </a:lnTo>
                  <a:cubicBezTo>
                    <a:pt x="99517" y="203352"/>
                    <a:pt x="96615" y="204989"/>
                    <a:pt x="93415" y="205324"/>
                  </a:cubicBezTo>
                  <a:cubicBezTo>
                    <a:pt x="92968" y="205399"/>
                    <a:pt x="92522" y="205436"/>
                    <a:pt x="92075" y="205473"/>
                  </a:cubicBezTo>
                  <a:close/>
                  <a:moveTo>
                    <a:pt x="29014" y="127561"/>
                  </a:moveTo>
                  <a:lnTo>
                    <a:pt x="90182" y="176377"/>
                  </a:lnTo>
                  <a:lnTo>
                    <a:pt x="190823" y="50323"/>
                  </a:lnTo>
                  <a:lnTo>
                    <a:pt x="164220" y="29077"/>
                  </a:lnTo>
                  <a:lnTo>
                    <a:pt x="92187" y="119267"/>
                  </a:lnTo>
                  <a:lnTo>
                    <a:pt x="92187" y="119230"/>
                  </a:lnTo>
                  <a:cubicBezTo>
                    <a:pt x="90215" y="121760"/>
                    <a:pt x="87276" y="123360"/>
                    <a:pt x="84113" y="123695"/>
                  </a:cubicBezTo>
                  <a:cubicBezTo>
                    <a:pt x="80913" y="124067"/>
                    <a:pt x="77714" y="123100"/>
                    <a:pt x="75221" y="121091"/>
                  </a:cubicBezTo>
                  <a:lnTo>
                    <a:pt x="50106" y="10103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10" name="Freeform: Shape 109">
            <a:extLst>
              <a:ext uri="{FF2B5EF4-FFF2-40B4-BE49-F238E27FC236}">
                <a16:creationId xmlns:a16="http://schemas.microsoft.com/office/drawing/2014/main" id="{AA82FECC-1E20-FF83-2FB1-8E671226D990}"/>
              </a:ext>
            </a:extLst>
          </p:cNvPr>
          <p:cNvSpPr/>
          <p:nvPr/>
        </p:nvSpPr>
        <p:spPr>
          <a:xfrm>
            <a:off x="5958841" y="3666703"/>
            <a:ext cx="274320" cy="297654"/>
          </a:xfrm>
          <a:custGeom>
            <a:avLst/>
            <a:gdLst>
              <a:gd name="csX0" fmla="*/ 579800 w 790050"/>
              <a:gd name="csY0" fmla="*/ 256208 h 857251"/>
              <a:gd name="csX1" fmla="*/ 733543 w 790050"/>
              <a:gd name="csY1" fmla="*/ 102465 h 857251"/>
              <a:gd name="csX2" fmla="*/ 741952 w 790050"/>
              <a:gd name="csY2" fmla="*/ 25707 h 857251"/>
              <a:gd name="csX3" fmla="*/ 665194 w 790050"/>
              <a:gd name="csY3" fmla="*/ 34116 h 857251"/>
              <a:gd name="csX4" fmla="*/ 507955 w 790050"/>
              <a:gd name="csY4" fmla="*/ 191355 h 857251"/>
              <a:gd name="csX5" fmla="*/ 311245 w 790050"/>
              <a:gd name="csY5" fmla="*/ 177364 h 857251"/>
              <a:gd name="csX6" fmla="*/ 177485 w 790050"/>
              <a:gd name="csY6" fmla="*/ 322287 h 857251"/>
              <a:gd name="csX7" fmla="*/ 207214 w 790050"/>
              <a:gd name="csY7" fmla="*/ 517254 h 857251"/>
              <a:gd name="csX8" fmla="*/ 237463 w 790050"/>
              <a:gd name="csY8" fmla="*/ 555577 h 857251"/>
              <a:gd name="csX9" fmla="*/ 291227 w 790050"/>
              <a:gd name="csY9" fmla="*/ 643981 h 857251"/>
              <a:gd name="csX10" fmla="*/ 273889 w 790050"/>
              <a:gd name="csY10" fmla="*/ 643981 h 857251"/>
              <a:gd name="csX11" fmla="*/ 266596 w 790050"/>
              <a:gd name="csY11" fmla="*/ 646994 h 857251"/>
              <a:gd name="csX12" fmla="*/ 263582 w 790050"/>
              <a:gd name="csY12" fmla="*/ 654250 h 857251"/>
              <a:gd name="csX13" fmla="*/ 263582 w 790050"/>
              <a:gd name="csY13" fmla="*/ 706526 h 857251"/>
              <a:gd name="csX14" fmla="*/ 299450 w 790050"/>
              <a:gd name="csY14" fmla="*/ 734022 h 857251"/>
              <a:gd name="csX15" fmla="*/ 299450 w 790050"/>
              <a:gd name="csY15" fmla="*/ 776215 h 857251"/>
              <a:gd name="csX16" fmla="*/ 328732 w 790050"/>
              <a:gd name="csY16" fmla="*/ 803785 h 857251"/>
              <a:gd name="csX17" fmla="*/ 394774 w 790050"/>
              <a:gd name="csY17" fmla="*/ 857251 h 857251"/>
              <a:gd name="csX18" fmla="*/ 460742 w 790050"/>
              <a:gd name="csY18" fmla="*/ 803822 h 857251"/>
              <a:gd name="csX19" fmla="*/ 490582 w 790050"/>
              <a:gd name="csY19" fmla="*/ 776177 h 857251"/>
              <a:gd name="csX20" fmla="*/ 490582 w 790050"/>
              <a:gd name="csY20" fmla="*/ 733985 h 857251"/>
              <a:gd name="csX21" fmla="*/ 526450 w 790050"/>
              <a:gd name="csY21" fmla="*/ 706489 h 857251"/>
              <a:gd name="csX22" fmla="*/ 526450 w 790050"/>
              <a:gd name="csY22" fmla="*/ 654250 h 857251"/>
              <a:gd name="csX23" fmla="*/ 523436 w 790050"/>
              <a:gd name="csY23" fmla="*/ 646994 h 857251"/>
              <a:gd name="csX24" fmla="*/ 516180 w 790050"/>
              <a:gd name="csY24" fmla="*/ 643981 h 857251"/>
              <a:gd name="csX25" fmla="*/ 498842 w 790050"/>
              <a:gd name="csY25" fmla="*/ 643981 h 857251"/>
              <a:gd name="csX26" fmla="*/ 552830 w 790050"/>
              <a:gd name="csY26" fmla="*/ 555316 h 857251"/>
              <a:gd name="csX27" fmla="*/ 582818 w 790050"/>
              <a:gd name="csY27" fmla="*/ 517216 h 857251"/>
              <a:gd name="csX28" fmla="*/ 622481 w 790050"/>
              <a:gd name="csY28" fmla="*/ 386247 h 857251"/>
              <a:gd name="csX29" fmla="*/ 579805 w 790050"/>
              <a:gd name="csY29" fmla="*/ 256212 h 857251"/>
              <a:gd name="csX30" fmla="*/ 431344 w 790050"/>
              <a:gd name="csY30" fmla="*/ 304651 h 857251"/>
              <a:gd name="csX31" fmla="*/ 463007 w 790050"/>
              <a:gd name="csY31" fmla="*/ 336314 h 857251"/>
              <a:gd name="csX32" fmla="*/ 411214 w 790050"/>
              <a:gd name="csY32" fmla="*/ 356481 h 857251"/>
              <a:gd name="csX33" fmla="*/ 481350 w 790050"/>
              <a:gd name="csY33" fmla="*/ 325673 h 857251"/>
              <a:gd name="csX34" fmla="*/ 441985 w 790050"/>
              <a:gd name="csY34" fmla="*/ 286308 h 857251"/>
              <a:gd name="csX35" fmla="*/ 639553 w 790050"/>
              <a:gd name="csY35" fmla="*/ 88741 h 857251"/>
              <a:gd name="csX36" fmla="*/ 678880 w 790050"/>
              <a:gd name="csY36" fmla="*/ 128106 h 857251"/>
              <a:gd name="csX37" fmla="*/ 679699 w 790050"/>
              <a:gd name="csY37" fmla="*/ 48591 h 857251"/>
              <a:gd name="csX38" fmla="*/ 727472 w 790050"/>
              <a:gd name="csY38" fmla="*/ 40182 h 857251"/>
              <a:gd name="csX39" fmla="*/ 719063 w 790050"/>
              <a:gd name="csY39" fmla="*/ 87956 h 857251"/>
              <a:gd name="csX40" fmla="*/ 693391 w 790050"/>
              <a:gd name="csY40" fmla="*/ 113628 h 857251"/>
              <a:gd name="csX41" fmla="*/ 654026 w 790050"/>
              <a:gd name="csY41" fmla="*/ 74301 h 857251"/>
              <a:gd name="csX42" fmla="*/ 394768 w 790050"/>
              <a:gd name="csY42" fmla="*/ 836747 h 857251"/>
              <a:gd name="csX43" fmla="*/ 351682 w 790050"/>
              <a:gd name="csY43" fmla="*/ 803856 h 857251"/>
              <a:gd name="csX44" fmla="*/ 437891 w 790050"/>
              <a:gd name="csY44" fmla="*/ 803893 h 857251"/>
              <a:gd name="csX45" fmla="*/ 394769 w 790050"/>
              <a:gd name="csY45" fmla="*/ 836747 h 857251"/>
              <a:gd name="csX46" fmla="*/ 470074 w 790050"/>
              <a:gd name="csY46" fmla="*/ 776210 h 857251"/>
              <a:gd name="csX47" fmla="*/ 459099 w 790050"/>
              <a:gd name="csY47" fmla="*/ 783391 h 857251"/>
              <a:gd name="csX48" fmla="*/ 330959 w 790050"/>
              <a:gd name="csY48" fmla="*/ 783391 h 857251"/>
              <a:gd name="csX49" fmla="*/ 319983 w 790050"/>
              <a:gd name="csY49" fmla="*/ 776210 h 857251"/>
              <a:gd name="csX50" fmla="*/ 319983 w 790050"/>
              <a:gd name="csY50" fmla="*/ 734166 h 857251"/>
              <a:gd name="csX51" fmla="*/ 470078 w 790050"/>
              <a:gd name="csY51" fmla="*/ 734166 h 857251"/>
              <a:gd name="csX52" fmla="*/ 505942 w 790050"/>
              <a:gd name="csY52" fmla="*/ 706484 h 857251"/>
              <a:gd name="csX53" fmla="*/ 486036 w 790050"/>
              <a:gd name="csY53" fmla="*/ 713666 h 857251"/>
              <a:gd name="csX54" fmla="*/ 304023 w 790050"/>
              <a:gd name="csY54" fmla="*/ 713703 h 857251"/>
              <a:gd name="csX55" fmla="*/ 284118 w 790050"/>
              <a:gd name="csY55" fmla="*/ 706522 h 857251"/>
              <a:gd name="csX56" fmla="*/ 284118 w 790050"/>
              <a:gd name="csY56" fmla="*/ 664477 h 857251"/>
              <a:gd name="csX57" fmla="*/ 505945 w 790050"/>
              <a:gd name="csY57" fmla="*/ 664477 h 857251"/>
              <a:gd name="csX58" fmla="*/ 565957 w 790050"/>
              <a:gd name="csY58" fmla="*/ 505678 h 857251"/>
              <a:gd name="csX59" fmla="*/ 537159 w 790050"/>
              <a:gd name="csY59" fmla="*/ 542178 h 857251"/>
              <a:gd name="csX60" fmla="*/ 478186 w 790050"/>
              <a:gd name="csY60" fmla="*/ 644010 h 857251"/>
              <a:gd name="csX61" fmla="*/ 405260 w 790050"/>
              <a:gd name="csY61" fmla="*/ 643973 h 857251"/>
              <a:gd name="csX62" fmla="*/ 405260 w 790050"/>
              <a:gd name="csY62" fmla="*/ 500060 h 857251"/>
              <a:gd name="csX63" fmla="*/ 487749 w 790050"/>
              <a:gd name="csY63" fmla="*/ 407898 h 857251"/>
              <a:gd name="csX64" fmla="*/ 477517 w 790050"/>
              <a:gd name="csY64" fmla="*/ 397963 h 857251"/>
              <a:gd name="csX65" fmla="*/ 467285 w 790050"/>
              <a:gd name="csY65" fmla="*/ 407898 h 857251"/>
              <a:gd name="csX66" fmla="*/ 395030 w 790050"/>
              <a:gd name="csY66" fmla="*/ 480153 h 857251"/>
              <a:gd name="csX67" fmla="*/ 322774 w 790050"/>
              <a:gd name="csY67" fmla="*/ 407898 h 857251"/>
              <a:gd name="csX68" fmla="*/ 312542 w 790050"/>
              <a:gd name="csY68" fmla="*/ 397963 h 857251"/>
              <a:gd name="csX69" fmla="*/ 302310 w 790050"/>
              <a:gd name="csY69" fmla="*/ 407898 h 857251"/>
              <a:gd name="csX70" fmla="*/ 384799 w 790050"/>
              <a:gd name="csY70" fmla="*/ 500060 h 857251"/>
              <a:gd name="csX71" fmla="*/ 384799 w 790050"/>
              <a:gd name="csY71" fmla="*/ 643973 h 857251"/>
              <a:gd name="csX72" fmla="*/ 311911 w 790050"/>
              <a:gd name="csY72" fmla="*/ 643973 h 857251"/>
              <a:gd name="csX73" fmla="*/ 253160 w 790050"/>
              <a:gd name="csY73" fmla="*/ 542360 h 857251"/>
              <a:gd name="csX74" fmla="*/ 224139 w 790050"/>
              <a:gd name="csY74" fmla="*/ 505674 h 857251"/>
              <a:gd name="csX75" fmla="*/ 196531 w 790050"/>
              <a:gd name="csY75" fmla="*/ 330052 h 857251"/>
              <a:gd name="csX76" fmla="*/ 315337 w 790050"/>
              <a:gd name="csY76" fmla="*/ 197816 h 857251"/>
              <a:gd name="csX77" fmla="*/ 492892 w 790050"/>
              <a:gd name="csY77" fmla="*/ 206411 h 857251"/>
              <a:gd name="csX78" fmla="*/ 420227 w 790050"/>
              <a:gd name="csY78" fmla="*/ 279076 h 857251"/>
              <a:gd name="csX79" fmla="*/ 417920 w 790050"/>
              <a:gd name="csY79" fmla="*/ 282611 h 857251"/>
              <a:gd name="csX80" fmla="*/ 383615 w 790050"/>
              <a:gd name="csY80" fmla="*/ 370754 h 857251"/>
              <a:gd name="csX81" fmla="*/ 383652 w 790050"/>
              <a:gd name="csY81" fmla="*/ 370754 h 857251"/>
              <a:gd name="csX82" fmla="*/ 385959 w 790050"/>
              <a:gd name="csY82" fmla="*/ 381730 h 857251"/>
              <a:gd name="csX83" fmla="*/ 396935 w 790050"/>
              <a:gd name="csY83" fmla="*/ 383999 h 857251"/>
              <a:gd name="csX84" fmla="*/ 485078 w 790050"/>
              <a:gd name="csY84" fmla="*/ 349694 h 857251"/>
              <a:gd name="csX85" fmla="*/ 488613 w 790050"/>
              <a:gd name="csY85" fmla="*/ 347387 h 857251"/>
              <a:gd name="csX86" fmla="*/ 565148 w 790050"/>
              <a:gd name="csY86" fmla="*/ 270852 h 857251"/>
              <a:gd name="csX87" fmla="*/ 602094 w 790050"/>
              <a:gd name="csY87" fmla="*/ 388124 h 857251"/>
              <a:gd name="csX88" fmla="*/ 565966 w 790050"/>
              <a:gd name="csY88" fmla="*/ 505662 h 857251"/>
              <a:gd name="csX89" fmla="*/ 385020 w 790050"/>
              <a:gd name="csY89" fmla="*/ 95808 h 857251"/>
              <a:gd name="csX90" fmla="*/ 385020 w 790050"/>
              <a:gd name="csY90" fmla="*/ 10232 h 857251"/>
              <a:gd name="csX91" fmla="*/ 395252 w 790050"/>
              <a:gd name="csY91" fmla="*/ 0 h 857251"/>
              <a:gd name="csX92" fmla="*/ 405520 w 790050"/>
              <a:gd name="csY92" fmla="*/ 10232 h 857251"/>
              <a:gd name="csX93" fmla="*/ 405520 w 790050"/>
              <a:gd name="csY93" fmla="*/ 95808 h 857251"/>
              <a:gd name="csX94" fmla="*/ 395252 w 790050"/>
              <a:gd name="csY94" fmla="*/ 106077 h 857251"/>
              <a:gd name="csX95" fmla="*/ 385020 w 790050"/>
              <a:gd name="csY95" fmla="*/ 95808 h 857251"/>
              <a:gd name="csX96" fmla="*/ 115862 w 790050"/>
              <a:gd name="csY96" fmla="*/ 130001 h 857251"/>
              <a:gd name="csX97" fmla="*/ 112774 w 790050"/>
              <a:gd name="csY97" fmla="*/ 122746 h 857251"/>
              <a:gd name="csX98" fmla="*/ 115751 w 790050"/>
              <a:gd name="csY98" fmla="*/ 115416 h 857251"/>
              <a:gd name="csX99" fmla="*/ 123080 w 790050"/>
              <a:gd name="csY99" fmla="*/ 112402 h 857251"/>
              <a:gd name="csX100" fmla="*/ 130373 w 790050"/>
              <a:gd name="csY100" fmla="*/ 115527 h 857251"/>
              <a:gd name="csX101" fmla="*/ 190872 w 790050"/>
              <a:gd name="csY101" fmla="*/ 176026 h 857251"/>
              <a:gd name="csX102" fmla="*/ 190537 w 790050"/>
              <a:gd name="csY102" fmla="*/ 190202 h 857251"/>
              <a:gd name="csX103" fmla="*/ 176398 w 790050"/>
              <a:gd name="csY103" fmla="*/ 190500 h 857251"/>
              <a:gd name="csX104" fmla="*/ 106077 w 790050"/>
              <a:gd name="csY104" fmla="*/ 394806 h 857251"/>
              <a:gd name="csX105" fmla="*/ 103101 w 790050"/>
              <a:gd name="csY105" fmla="*/ 402061 h 857251"/>
              <a:gd name="csX106" fmla="*/ 95845 w 790050"/>
              <a:gd name="csY106" fmla="*/ 405075 h 857251"/>
              <a:gd name="csX107" fmla="*/ 10269 w 790050"/>
              <a:gd name="csY107" fmla="*/ 405075 h 857251"/>
              <a:gd name="csX108" fmla="*/ 0 w 790050"/>
              <a:gd name="csY108" fmla="*/ 394806 h 857251"/>
              <a:gd name="csX109" fmla="*/ 10269 w 790050"/>
              <a:gd name="csY109" fmla="*/ 384574 h 857251"/>
              <a:gd name="csX110" fmla="*/ 95845 w 790050"/>
              <a:gd name="csY110" fmla="*/ 384574 h 857251"/>
              <a:gd name="csX111" fmla="*/ 106077 w 790050"/>
              <a:gd name="csY111" fmla="*/ 394769 h 857251"/>
              <a:gd name="csX112" fmla="*/ 190537 w 790050"/>
              <a:gd name="csY112" fmla="*/ 599107 h 857251"/>
              <a:gd name="csX113" fmla="*/ 193551 w 790050"/>
              <a:gd name="csY113" fmla="*/ 606363 h 857251"/>
              <a:gd name="csX114" fmla="*/ 190537 w 790050"/>
              <a:gd name="csY114" fmla="*/ 613618 h 857251"/>
              <a:gd name="csX115" fmla="*/ 130038 w 790050"/>
              <a:gd name="csY115" fmla="*/ 674117 h 857251"/>
              <a:gd name="csX116" fmla="*/ 122709 w 790050"/>
              <a:gd name="csY116" fmla="*/ 677354 h 857251"/>
              <a:gd name="csX117" fmla="*/ 115304 w 790050"/>
              <a:gd name="csY117" fmla="*/ 674340 h 857251"/>
              <a:gd name="csX118" fmla="*/ 112328 w 790050"/>
              <a:gd name="csY118" fmla="*/ 666936 h 857251"/>
              <a:gd name="csX119" fmla="*/ 115528 w 790050"/>
              <a:gd name="csY119" fmla="*/ 659644 h 857251"/>
              <a:gd name="csX120" fmla="*/ 176064 w 790050"/>
              <a:gd name="csY120" fmla="*/ 599107 h 857251"/>
              <a:gd name="csX121" fmla="*/ 190537 w 790050"/>
              <a:gd name="csY121" fmla="*/ 599107 h 857251"/>
              <a:gd name="csX122" fmla="*/ 790050 w 790050"/>
              <a:gd name="csY122" fmla="*/ 395291 h 857251"/>
              <a:gd name="csX123" fmla="*/ 779819 w 790050"/>
              <a:gd name="csY123" fmla="*/ 405486 h 857251"/>
              <a:gd name="csX124" fmla="*/ 694205 w 790050"/>
              <a:gd name="csY124" fmla="*/ 405486 h 857251"/>
              <a:gd name="csX125" fmla="*/ 684270 w 790050"/>
              <a:gd name="csY125" fmla="*/ 395254 h 857251"/>
              <a:gd name="csX126" fmla="*/ 694205 w 790050"/>
              <a:gd name="csY126" fmla="*/ 385022 h 857251"/>
              <a:gd name="csX127" fmla="*/ 779819 w 790050"/>
              <a:gd name="csY127" fmla="*/ 385022 h 857251"/>
              <a:gd name="csX128" fmla="*/ 790050 w 790050"/>
              <a:gd name="csY128" fmla="*/ 395291 h 857251"/>
              <a:gd name="csX129" fmla="*/ 674188 w 790050"/>
              <a:gd name="csY129" fmla="*/ 659982 h 857251"/>
              <a:gd name="csX130" fmla="*/ 677277 w 790050"/>
              <a:gd name="csY130" fmla="*/ 667274 h 857251"/>
              <a:gd name="csX131" fmla="*/ 674300 w 790050"/>
              <a:gd name="csY131" fmla="*/ 674604 h 857251"/>
              <a:gd name="csX132" fmla="*/ 666970 w 790050"/>
              <a:gd name="csY132" fmla="*/ 677618 h 857251"/>
              <a:gd name="csX133" fmla="*/ 659678 w 790050"/>
              <a:gd name="csY133" fmla="*/ 674492 h 857251"/>
              <a:gd name="csX134" fmla="*/ 599179 w 790050"/>
              <a:gd name="csY134" fmla="*/ 613993 h 857251"/>
              <a:gd name="csX135" fmla="*/ 599179 w 790050"/>
              <a:gd name="csY135" fmla="*/ 599483 h 857251"/>
              <a:gd name="csX136" fmla="*/ 613652 w 790050"/>
              <a:gd name="csY136" fmla="*/ 599483 h 85725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</a:cxnLst>
            <a:rect l="l" t="t" r="r" b="b"/>
            <a:pathLst>
              <a:path w="790050" h="857251">
                <a:moveTo>
                  <a:pt x="579800" y="256208"/>
                </a:moveTo>
                <a:lnTo>
                  <a:pt x="733543" y="102465"/>
                </a:lnTo>
                <a:cubicBezTo>
                  <a:pt x="757021" y="78988"/>
                  <a:pt x="760816" y="44534"/>
                  <a:pt x="741952" y="25707"/>
                </a:cubicBezTo>
                <a:cubicBezTo>
                  <a:pt x="723125" y="6880"/>
                  <a:pt x="688671" y="10638"/>
                  <a:pt x="665194" y="34116"/>
                </a:cubicBezTo>
                <a:lnTo>
                  <a:pt x="507955" y="191355"/>
                </a:lnTo>
                <a:cubicBezTo>
                  <a:pt x="447903" y="157049"/>
                  <a:pt x="375539" y="151878"/>
                  <a:pt x="311245" y="177364"/>
                </a:cubicBezTo>
                <a:cubicBezTo>
                  <a:pt x="246951" y="202851"/>
                  <a:pt x="197726" y="256168"/>
                  <a:pt x="177485" y="322287"/>
                </a:cubicBezTo>
                <a:cubicBezTo>
                  <a:pt x="157245" y="388441"/>
                  <a:pt x="168184" y="460180"/>
                  <a:pt x="207214" y="517254"/>
                </a:cubicBezTo>
                <a:cubicBezTo>
                  <a:pt x="215771" y="529830"/>
                  <a:pt x="226338" y="542332"/>
                  <a:pt x="237463" y="555577"/>
                </a:cubicBezTo>
                <a:cubicBezTo>
                  <a:pt x="261573" y="584264"/>
                  <a:pt x="286428" y="613843"/>
                  <a:pt x="291227" y="643981"/>
                </a:cubicBezTo>
                <a:lnTo>
                  <a:pt x="273889" y="643981"/>
                </a:lnTo>
                <a:cubicBezTo>
                  <a:pt x="271136" y="643981"/>
                  <a:pt x="268531" y="645060"/>
                  <a:pt x="266596" y="646994"/>
                </a:cubicBezTo>
                <a:cubicBezTo>
                  <a:pt x="264662" y="648892"/>
                  <a:pt x="263582" y="651496"/>
                  <a:pt x="263582" y="654250"/>
                </a:cubicBezTo>
                <a:lnTo>
                  <a:pt x="263582" y="706526"/>
                </a:lnTo>
                <a:cubicBezTo>
                  <a:pt x="263582" y="721260"/>
                  <a:pt x="278725" y="732571"/>
                  <a:pt x="299450" y="734022"/>
                </a:cubicBezTo>
                <a:lnTo>
                  <a:pt x="299450" y="776215"/>
                </a:lnTo>
                <a:cubicBezTo>
                  <a:pt x="300454" y="791693"/>
                  <a:pt x="313253" y="803710"/>
                  <a:pt x="328732" y="803785"/>
                </a:cubicBezTo>
                <a:cubicBezTo>
                  <a:pt x="343800" y="837345"/>
                  <a:pt x="368245" y="857251"/>
                  <a:pt x="394774" y="857251"/>
                </a:cubicBezTo>
                <a:cubicBezTo>
                  <a:pt x="421303" y="857251"/>
                  <a:pt x="445711" y="837346"/>
                  <a:pt x="460742" y="803822"/>
                </a:cubicBezTo>
                <a:cubicBezTo>
                  <a:pt x="476443" y="804008"/>
                  <a:pt x="489577" y="791878"/>
                  <a:pt x="490582" y="776177"/>
                </a:cubicBezTo>
                <a:lnTo>
                  <a:pt x="490582" y="733985"/>
                </a:lnTo>
                <a:cubicBezTo>
                  <a:pt x="511307" y="732533"/>
                  <a:pt x="526450" y="721185"/>
                  <a:pt x="526450" y="706489"/>
                </a:cubicBezTo>
                <a:lnTo>
                  <a:pt x="526450" y="654250"/>
                </a:lnTo>
                <a:cubicBezTo>
                  <a:pt x="526450" y="651534"/>
                  <a:pt x="525371" y="648929"/>
                  <a:pt x="523436" y="646994"/>
                </a:cubicBezTo>
                <a:cubicBezTo>
                  <a:pt x="521501" y="645060"/>
                  <a:pt x="518897" y="643981"/>
                  <a:pt x="516180" y="643981"/>
                </a:cubicBezTo>
                <a:lnTo>
                  <a:pt x="498842" y="643981"/>
                </a:lnTo>
                <a:cubicBezTo>
                  <a:pt x="503753" y="613955"/>
                  <a:pt x="528682" y="584189"/>
                  <a:pt x="552830" y="555316"/>
                </a:cubicBezTo>
                <a:cubicBezTo>
                  <a:pt x="563843" y="542145"/>
                  <a:pt x="574298" y="529681"/>
                  <a:pt x="582818" y="517216"/>
                </a:cubicBezTo>
                <a:cubicBezTo>
                  <a:pt x="609161" y="478669"/>
                  <a:pt x="623002" y="432942"/>
                  <a:pt x="622481" y="386247"/>
                </a:cubicBezTo>
                <a:cubicBezTo>
                  <a:pt x="621923" y="339553"/>
                  <a:pt x="607040" y="294160"/>
                  <a:pt x="579805" y="256212"/>
                </a:cubicBezTo>
                <a:close/>
                <a:moveTo>
                  <a:pt x="431344" y="304651"/>
                </a:moveTo>
                <a:lnTo>
                  <a:pt x="463007" y="336314"/>
                </a:lnTo>
                <a:lnTo>
                  <a:pt x="411214" y="356481"/>
                </a:lnTo>
                <a:close/>
                <a:moveTo>
                  <a:pt x="481350" y="325673"/>
                </a:moveTo>
                <a:lnTo>
                  <a:pt x="441985" y="286308"/>
                </a:lnTo>
                <a:lnTo>
                  <a:pt x="639553" y="88741"/>
                </a:lnTo>
                <a:lnTo>
                  <a:pt x="678880" y="128106"/>
                </a:lnTo>
                <a:close/>
                <a:moveTo>
                  <a:pt x="679699" y="48591"/>
                </a:moveTo>
                <a:cubicBezTo>
                  <a:pt x="694954" y="33336"/>
                  <a:pt x="716831" y="29541"/>
                  <a:pt x="727472" y="40182"/>
                </a:cubicBezTo>
                <a:cubicBezTo>
                  <a:pt x="738113" y="50823"/>
                  <a:pt x="734281" y="72739"/>
                  <a:pt x="719063" y="87956"/>
                </a:cubicBezTo>
                <a:lnTo>
                  <a:pt x="693391" y="113628"/>
                </a:lnTo>
                <a:lnTo>
                  <a:pt x="654026" y="74301"/>
                </a:lnTo>
                <a:close/>
                <a:moveTo>
                  <a:pt x="394768" y="836747"/>
                </a:moveTo>
                <a:cubicBezTo>
                  <a:pt x="378657" y="836747"/>
                  <a:pt x="363068" y="824655"/>
                  <a:pt x="351682" y="803856"/>
                </a:cubicBezTo>
                <a:lnTo>
                  <a:pt x="437891" y="803893"/>
                </a:lnTo>
                <a:cubicBezTo>
                  <a:pt x="426469" y="824692"/>
                  <a:pt x="410879" y="836747"/>
                  <a:pt x="394769" y="836747"/>
                </a:cubicBezTo>
                <a:close/>
                <a:moveTo>
                  <a:pt x="470074" y="776210"/>
                </a:moveTo>
                <a:cubicBezTo>
                  <a:pt x="470074" y="779596"/>
                  <a:pt x="465386" y="783391"/>
                  <a:pt x="459099" y="783391"/>
                </a:cubicBezTo>
                <a:lnTo>
                  <a:pt x="330959" y="783391"/>
                </a:lnTo>
                <a:cubicBezTo>
                  <a:pt x="324671" y="783391"/>
                  <a:pt x="319983" y="779596"/>
                  <a:pt x="319983" y="776210"/>
                </a:cubicBezTo>
                <a:lnTo>
                  <a:pt x="319983" y="734166"/>
                </a:lnTo>
                <a:lnTo>
                  <a:pt x="470078" y="734166"/>
                </a:lnTo>
                <a:close/>
                <a:moveTo>
                  <a:pt x="505942" y="706484"/>
                </a:moveTo>
                <a:cubicBezTo>
                  <a:pt x="505681" y="708159"/>
                  <a:pt x="498984" y="713666"/>
                  <a:pt x="486036" y="713666"/>
                </a:cubicBezTo>
                <a:lnTo>
                  <a:pt x="304023" y="713703"/>
                </a:lnTo>
                <a:cubicBezTo>
                  <a:pt x="291075" y="713703"/>
                  <a:pt x="284341" y="708196"/>
                  <a:pt x="284118" y="706522"/>
                </a:cubicBezTo>
                <a:lnTo>
                  <a:pt x="284118" y="664477"/>
                </a:lnTo>
                <a:lnTo>
                  <a:pt x="505945" y="664477"/>
                </a:lnTo>
                <a:close/>
                <a:moveTo>
                  <a:pt x="565957" y="505678"/>
                </a:moveTo>
                <a:cubicBezTo>
                  <a:pt x="557994" y="517325"/>
                  <a:pt x="547874" y="529380"/>
                  <a:pt x="537159" y="542178"/>
                </a:cubicBezTo>
                <a:cubicBezTo>
                  <a:pt x="511597" y="572688"/>
                  <a:pt x="482911" y="606993"/>
                  <a:pt x="478186" y="644010"/>
                </a:cubicBezTo>
                <a:lnTo>
                  <a:pt x="405260" y="643973"/>
                </a:lnTo>
                <a:lnTo>
                  <a:pt x="405260" y="500060"/>
                </a:lnTo>
                <a:cubicBezTo>
                  <a:pt x="452216" y="494776"/>
                  <a:pt x="487674" y="455151"/>
                  <a:pt x="487749" y="407898"/>
                </a:cubicBezTo>
                <a:cubicBezTo>
                  <a:pt x="487600" y="402391"/>
                  <a:pt x="483061" y="397963"/>
                  <a:pt x="477517" y="397963"/>
                </a:cubicBezTo>
                <a:cubicBezTo>
                  <a:pt x="471973" y="397963"/>
                  <a:pt x="467434" y="402391"/>
                  <a:pt x="467285" y="407898"/>
                </a:cubicBezTo>
                <a:cubicBezTo>
                  <a:pt x="467285" y="447821"/>
                  <a:pt x="434916" y="480153"/>
                  <a:pt x="395030" y="480153"/>
                </a:cubicBezTo>
                <a:cubicBezTo>
                  <a:pt x="355144" y="480153"/>
                  <a:pt x="322774" y="447821"/>
                  <a:pt x="322774" y="407898"/>
                </a:cubicBezTo>
                <a:cubicBezTo>
                  <a:pt x="322625" y="402391"/>
                  <a:pt x="318086" y="397963"/>
                  <a:pt x="312542" y="397963"/>
                </a:cubicBezTo>
                <a:cubicBezTo>
                  <a:pt x="306998" y="397963"/>
                  <a:pt x="302459" y="402391"/>
                  <a:pt x="302310" y="407898"/>
                </a:cubicBezTo>
                <a:cubicBezTo>
                  <a:pt x="302385" y="455150"/>
                  <a:pt x="337843" y="494776"/>
                  <a:pt x="384799" y="500060"/>
                </a:cubicBezTo>
                <a:lnTo>
                  <a:pt x="384799" y="643973"/>
                </a:lnTo>
                <a:lnTo>
                  <a:pt x="311911" y="643973"/>
                </a:lnTo>
                <a:cubicBezTo>
                  <a:pt x="307297" y="606841"/>
                  <a:pt x="278685" y="572721"/>
                  <a:pt x="253160" y="542360"/>
                </a:cubicBezTo>
                <a:cubicBezTo>
                  <a:pt x="242371" y="529523"/>
                  <a:pt x="232213" y="517431"/>
                  <a:pt x="224139" y="505674"/>
                </a:cubicBezTo>
                <a:cubicBezTo>
                  <a:pt x="188978" y="454254"/>
                  <a:pt x="178858" y="389773"/>
                  <a:pt x="196531" y="330052"/>
                </a:cubicBezTo>
                <a:cubicBezTo>
                  <a:pt x="214242" y="270372"/>
                  <a:pt x="257849" y="221781"/>
                  <a:pt x="315337" y="197816"/>
                </a:cubicBezTo>
                <a:cubicBezTo>
                  <a:pt x="372784" y="173818"/>
                  <a:pt x="438009" y="176980"/>
                  <a:pt x="492892" y="206411"/>
                </a:cubicBezTo>
                <a:lnTo>
                  <a:pt x="420227" y="279076"/>
                </a:lnTo>
                <a:cubicBezTo>
                  <a:pt x="419222" y="280081"/>
                  <a:pt x="418441" y="281271"/>
                  <a:pt x="417920" y="282611"/>
                </a:cubicBezTo>
                <a:lnTo>
                  <a:pt x="383615" y="370754"/>
                </a:lnTo>
                <a:lnTo>
                  <a:pt x="383652" y="370754"/>
                </a:lnTo>
                <a:cubicBezTo>
                  <a:pt x="382164" y="374549"/>
                  <a:pt x="383094" y="378828"/>
                  <a:pt x="385959" y="381730"/>
                </a:cubicBezTo>
                <a:cubicBezTo>
                  <a:pt x="388824" y="384595"/>
                  <a:pt x="393140" y="385488"/>
                  <a:pt x="396935" y="383999"/>
                </a:cubicBezTo>
                <a:lnTo>
                  <a:pt x="485078" y="349694"/>
                </a:lnTo>
                <a:cubicBezTo>
                  <a:pt x="486417" y="349173"/>
                  <a:pt x="487608" y="348392"/>
                  <a:pt x="488613" y="347387"/>
                </a:cubicBezTo>
                <a:lnTo>
                  <a:pt x="565148" y="270852"/>
                </a:lnTo>
                <a:cubicBezTo>
                  <a:pt x="589072" y="305306"/>
                  <a:pt x="601946" y="346197"/>
                  <a:pt x="602094" y="388124"/>
                </a:cubicBezTo>
                <a:cubicBezTo>
                  <a:pt x="602243" y="430051"/>
                  <a:pt x="589630" y="471058"/>
                  <a:pt x="565966" y="505662"/>
                </a:cubicBezTo>
                <a:close/>
                <a:moveTo>
                  <a:pt x="385020" y="95808"/>
                </a:moveTo>
                <a:lnTo>
                  <a:pt x="385020" y="10232"/>
                </a:lnTo>
                <a:cubicBezTo>
                  <a:pt x="385020" y="4576"/>
                  <a:pt x="389596" y="0"/>
                  <a:pt x="395252" y="0"/>
                </a:cubicBezTo>
                <a:cubicBezTo>
                  <a:pt x="400944" y="0"/>
                  <a:pt x="405520" y="4576"/>
                  <a:pt x="405520" y="10232"/>
                </a:cubicBezTo>
                <a:lnTo>
                  <a:pt x="405520" y="95808"/>
                </a:lnTo>
                <a:cubicBezTo>
                  <a:pt x="405520" y="101464"/>
                  <a:pt x="400944" y="106077"/>
                  <a:pt x="395252" y="106077"/>
                </a:cubicBezTo>
                <a:cubicBezTo>
                  <a:pt x="389596" y="106077"/>
                  <a:pt x="385020" y="101463"/>
                  <a:pt x="385020" y="95808"/>
                </a:cubicBezTo>
                <a:close/>
                <a:moveTo>
                  <a:pt x="115862" y="130001"/>
                </a:moveTo>
                <a:cubicBezTo>
                  <a:pt x="113890" y="128103"/>
                  <a:pt x="112774" y="125499"/>
                  <a:pt x="112774" y="122746"/>
                </a:cubicBezTo>
                <a:cubicBezTo>
                  <a:pt x="112737" y="119992"/>
                  <a:pt x="113816" y="117351"/>
                  <a:pt x="115751" y="115416"/>
                </a:cubicBezTo>
                <a:cubicBezTo>
                  <a:pt x="117723" y="113481"/>
                  <a:pt x="120364" y="112402"/>
                  <a:pt x="123080" y="112402"/>
                </a:cubicBezTo>
                <a:cubicBezTo>
                  <a:pt x="125834" y="112439"/>
                  <a:pt x="128475" y="113555"/>
                  <a:pt x="130373" y="115527"/>
                </a:cubicBezTo>
                <a:lnTo>
                  <a:pt x="190872" y="176026"/>
                </a:lnTo>
                <a:cubicBezTo>
                  <a:pt x="194555" y="180082"/>
                  <a:pt x="194407" y="186332"/>
                  <a:pt x="190537" y="190202"/>
                </a:cubicBezTo>
                <a:cubicBezTo>
                  <a:pt x="186668" y="194035"/>
                  <a:pt x="180417" y="194184"/>
                  <a:pt x="176398" y="190500"/>
                </a:cubicBezTo>
                <a:close/>
                <a:moveTo>
                  <a:pt x="106077" y="394806"/>
                </a:moveTo>
                <a:cubicBezTo>
                  <a:pt x="106077" y="397522"/>
                  <a:pt x="104998" y="400126"/>
                  <a:pt x="103101" y="402061"/>
                </a:cubicBezTo>
                <a:cubicBezTo>
                  <a:pt x="101166" y="403996"/>
                  <a:pt x="98561" y="405075"/>
                  <a:pt x="95845" y="405075"/>
                </a:cubicBezTo>
                <a:lnTo>
                  <a:pt x="10269" y="405075"/>
                </a:lnTo>
                <a:cubicBezTo>
                  <a:pt x="4613" y="405075"/>
                  <a:pt x="0" y="400461"/>
                  <a:pt x="0" y="394806"/>
                </a:cubicBezTo>
                <a:cubicBezTo>
                  <a:pt x="0" y="389151"/>
                  <a:pt x="4614" y="384574"/>
                  <a:pt x="10269" y="384574"/>
                </a:cubicBezTo>
                <a:lnTo>
                  <a:pt x="95845" y="384574"/>
                </a:lnTo>
                <a:cubicBezTo>
                  <a:pt x="101501" y="384574"/>
                  <a:pt x="106077" y="389113"/>
                  <a:pt x="106077" y="394769"/>
                </a:cubicBezTo>
                <a:close/>
                <a:moveTo>
                  <a:pt x="190537" y="599107"/>
                </a:moveTo>
                <a:cubicBezTo>
                  <a:pt x="192472" y="601042"/>
                  <a:pt x="193551" y="603647"/>
                  <a:pt x="193551" y="606363"/>
                </a:cubicBezTo>
                <a:cubicBezTo>
                  <a:pt x="193551" y="609079"/>
                  <a:pt x="192472" y="611683"/>
                  <a:pt x="190537" y="613618"/>
                </a:cubicBezTo>
                <a:lnTo>
                  <a:pt x="130038" y="674117"/>
                </a:lnTo>
                <a:cubicBezTo>
                  <a:pt x="128141" y="676126"/>
                  <a:pt x="125499" y="677317"/>
                  <a:pt x="122709" y="677354"/>
                </a:cubicBezTo>
                <a:cubicBezTo>
                  <a:pt x="119955" y="677391"/>
                  <a:pt x="117276" y="676312"/>
                  <a:pt x="115304" y="674340"/>
                </a:cubicBezTo>
                <a:cubicBezTo>
                  <a:pt x="113370" y="672368"/>
                  <a:pt x="112291" y="669726"/>
                  <a:pt x="112328" y="666936"/>
                </a:cubicBezTo>
                <a:cubicBezTo>
                  <a:pt x="112365" y="664183"/>
                  <a:pt x="113518" y="661541"/>
                  <a:pt x="115528" y="659644"/>
                </a:cubicBezTo>
                <a:lnTo>
                  <a:pt x="176064" y="599107"/>
                </a:lnTo>
                <a:cubicBezTo>
                  <a:pt x="180045" y="595126"/>
                  <a:pt x="186557" y="595126"/>
                  <a:pt x="190537" y="599107"/>
                </a:cubicBezTo>
                <a:close/>
                <a:moveTo>
                  <a:pt x="790050" y="395291"/>
                </a:moveTo>
                <a:cubicBezTo>
                  <a:pt x="790013" y="400910"/>
                  <a:pt x="785474" y="405486"/>
                  <a:pt x="779819" y="405486"/>
                </a:cubicBezTo>
                <a:lnTo>
                  <a:pt x="694205" y="405486"/>
                </a:lnTo>
                <a:cubicBezTo>
                  <a:pt x="688661" y="405337"/>
                  <a:pt x="684270" y="400798"/>
                  <a:pt x="684270" y="395254"/>
                </a:cubicBezTo>
                <a:cubicBezTo>
                  <a:pt x="684270" y="389710"/>
                  <a:pt x="688661" y="385171"/>
                  <a:pt x="694205" y="385022"/>
                </a:cubicBezTo>
                <a:lnTo>
                  <a:pt x="779819" y="385022"/>
                </a:lnTo>
                <a:cubicBezTo>
                  <a:pt x="785474" y="385022"/>
                  <a:pt x="790050" y="389636"/>
                  <a:pt x="790050" y="395291"/>
                </a:cubicBezTo>
                <a:close/>
                <a:moveTo>
                  <a:pt x="674188" y="659982"/>
                </a:moveTo>
                <a:cubicBezTo>
                  <a:pt x="676160" y="661916"/>
                  <a:pt x="677277" y="664521"/>
                  <a:pt x="677277" y="667274"/>
                </a:cubicBezTo>
                <a:cubicBezTo>
                  <a:pt x="677314" y="670027"/>
                  <a:pt x="676235" y="672669"/>
                  <a:pt x="674300" y="674604"/>
                </a:cubicBezTo>
                <a:cubicBezTo>
                  <a:pt x="672328" y="676539"/>
                  <a:pt x="669686" y="677618"/>
                  <a:pt x="666970" y="677618"/>
                </a:cubicBezTo>
                <a:cubicBezTo>
                  <a:pt x="664217" y="677581"/>
                  <a:pt x="661575" y="676464"/>
                  <a:pt x="659678" y="674492"/>
                </a:cubicBezTo>
                <a:lnTo>
                  <a:pt x="599179" y="613993"/>
                </a:lnTo>
                <a:cubicBezTo>
                  <a:pt x="595160" y="609975"/>
                  <a:pt x="595160" y="603501"/>
                  <a:pt x="599179" y="599483"/>
                </a:cubicBezTo>
                <a:cubicBezTo>
                  <a:pt x="603160" y="595502"/>
                  <a:pt x="609671" y="595502"/>
                  <a:pt x="613652" y="599483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87223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6C9B0-55A4-2747-C9EB-7CAA71878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5" name="thinkcell data - do not delete" hidden="1">
            <a:extLst>
              <a:ext uri="{FF2B5EF4-FFF2-40B4-BE49-F238E27FC236}">
                <a16:creationId xmlns:a16="http://schemas.microsoft.com/office/drawing/2014/main" id="{6E50062F-A910-E730-EC8B-34F15BC4935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980339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473" imgH="473" progId="TCLayout.ActiveDocument.1">
                  <p:embed/>
                </p:oleObj>
              </mc:Choice>
              <mc:Fallback>
                <p:oleObj name="thinkcell Slide" r:id="rId3" imgW="473" imgH="47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Freeform: Shape 43">
            <a:extLst>
              <a:ext uri="{FF2B5EF4-FFF2-40B4-BE49-F238E27FC236}">
                <a16:creationId xmlns:a16="http://schemas.microsoft.com/office/drawing/2014/main" id="{DD8C1108-EF97-9A70-ADB4-FF19CA1B8025}"/>
              </a:ext>
            </a:extLst>
          </p:cNvPr>
          <p:cNvSpPr/>
          <p:nvPr/>
        </p:nvSpPr>
        <p:spPr>
          <a:xfrm rot="10800000" flipH="1" flipV="1">
            <a:off x="2527182" y="2634480"/>
            <a:ext cx="253672" cy="175647"/>
          </a:xfrm>
          <a:custGeom>
            <a:avLst/>
            <a:gdLst>
              <a:gd name="csX0" fmla="*/ 143473 w 286947"/>
              <a:gd name="csY0" fmla="*/ 204046 h 204046"/>
              <a:gd name="csX1" fmla="*/ 95648 w 286947"/>
              <a:gd name="csY1" fmla="*/ 156221 h 204046"/>
              <a:gd name="csX2" fmla="*/ 95648 w 286947"/>
              <a:gd name="csY2" fmla="*/ 95648 h 204046"/>
              <a:gd name="csX3" fmla="*/ 88132 w 286947"/>
              <a:gd name="csY3" fmla="*/ 58420 h 204046"/>
              <a:gd name="csX4" fmla="*/ 0 w 286947"/>
              <a:gd name="csY4" fmla="*/ 2 h 204046"/>
              <a:gd name="csX5" fmla="*/ 95649 w 286947"/>
              <a:gd name="csY5" fmla="*/ 2 h 204046"/>
              <a:gd name="csX6" fmla="*/ 95649 w 286947"/>
              <a:gd name="csY6" fmla="*/ 0 h 204046"/>
              <a:gd name="csX7" fmla="*/ 191298 w 286947"/>
              <a:gd name="csY7" fmla="*/ 0 h 204046"/>
              <a:gd name="csX8" fmla="*/ 191298 w 286947"/>
              <a:gd name="csY8" fmla="*/ 2 h 204046"/>
              <a:gd name="csX9" fmla="*/ 286947 w 286947"/>
              <a:gd name="csY9" fmla="*/ 2 h 204046"/>
              <a:gd name="csX10" fmla="*/ 191298 w 286947"/>
              <a:gd name="csY10" fmla="*/ 95651 h 204046"/>
              <a:gd name="csX11" fmla="*/ 191298 w 286947"/>
              <a:gd name="csY11" fmla="*/ 156221 h 204046"/>
              <a:gd name="csX12" fmla="*/ 143473 w 286947"/>
              <a:gd name="csY12" fmla="*/ 204046 h 2040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86947" h="204046">
                <a:moveTo>
                  <a:pt x="143473" y="204046"/>
                </a:moveTo>
                <a:cubicBezTo>
                  <a:pt x="117060" y="204046"/>
                  <a:pt x="95648" y="182634"/>
                  <a:pt x="95648" y="156221"/>
                </a:cubicBezTo>
                <a:lnTo>
                  <a:pt x="95648" y="95648"/>
                </a:lnTo>
                <a:lnTo>
                  <a:pt x="88132" y="58420"/>
                </a:lnTo>
                <a:cubicBezTo>
                  <a:pt x="73612" y="24090"/>
                  <a:pt x="39620" y="2"/>
                  <a:pt x="0" y="2"/>
                </a:cubicBezTo>
                <a:lnTo>
                  <a:pt x="95649" y="2"/>
                </a:lnTo>
                <a:lnTo>
                  <a:pt x="95649" y="0"/>
                </a:lnTo>
                <a:lnTo>
                  <a:pt x="191298" y="0"/>
                </a:lnTo>
                <a:lnTo>
                  <a:pt x="191298" y="2"/>
                </a:lnTo>
                <a:lnTo>
                  <a:pt x="286947" y="2"/>
                </a:lnTo>
                <a:cubicBezTo>
                  <a:pt x="234121" y="2"/>
                  <a:pt x="191298" y="42825"/>
                  <a:pt x="191298" y="95651"/>
                </a:cubicBezTo>
                <a:lnTo>
                  <a:pt x="191298" y="156221"/>
                </a:lnTo>
                <a:cubicBezTo>
                  <a:pt x="191298" y="182634"/>
                  <a:pt x="169886" y="204046"/>
                  <a:pt x="143473" y="204046"/>
                </a:cubicBezTo>
                <a:close/>
              </a:path>
            </a:pathLst>
          </a:custGeom>
          <a:solidFill>
            <a:srgbClr val="E9E9E9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1200" cap="none" spc="0" normalizeH="0" baseline="0" noProof="0" err="1">
              <a:ln>
                <a:noFill/>
              </a:ln>
              <a:solidFill>
                <a:srgbClr val="FBF7F4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40" name="Freeform: Shape 43">
            <a:extLst>
              <a:ext uri="{FF2B5EF4-FFF2-40B4-BE49-F238E27FC236}">
                <a16:creationId xmlns:a16="http://schemas.microsoft.com/office/drawing/2014/main" id="{DBD27C03-3FBD-A6DF-3116-C71B870EFED5}"/>
              </a:ext>
            </a:extLst>
          </p:cNvPr>
          <p:cNvSpPr/>
          <p:nvPr/>
        </p:nvSpPr>
        <p:spPr>
          <a:xfrm rot="10800000" flipH="1" flipV="1">
            <a:off x="4821942" y="2634480"/>
            <a:ext cx="253672" cy="175647"/>
          </a:xfrm>
          <a:custGeom>
            <a:avLst/>
            <a:gdLst>
              <a:gd name="csX0" fmla="*/ 143473 w 286947"/>
              <a:gd name="csY0" fmla="*/ 204046 h 204046"/>
              <a:gd name="csX1" fmla="*/ 95648 w 286947"/>
              <a:gd name="csY1" fmla="*/ 156221 h 204046"/>
              <a:gd name="csX2" fmla="*/ 95648 w 286947"/>
              <a:gd name="csY2" fmla="*/ 95648 h 204046"/>
              <a:gd name="csX3" fmla="*/ 88132 w 286947"/>
              <a:gd name="csY3" fmla="*/ 58420 h 204046"/>
              <a:gd name="csX4" fmla="*/ 0 w 286947"/>
              <a:gd name="csY4" fmla="*/ 2 h 204046"/>
              <a:gd name="csX5" fmla="*/ 95649 w 286947"/>
              <a:gd name="csY5" fmla="*/ 2 h 204046"/>
              <a:gd name="csX6" fmla="*/ 95649 w 286947"/>
              <a:gd name="csY6" fmla="*/ 0 h 204046"/>
              <a:gd name="csX7" fmla="*/ 191298 w 286947"/>
              <a:gd name="csY7" fmla="*/ 0 h 204046"/>
              <a:gd name="csX8" fmla="*/ 191298 w 286947"/>
              <a:gd name="csY8" fmla="*/ 2 h 204046"/>
              <a:gd name="csX9" fmla="*/ 286947 w 286947"/>
              <a:gd name="csY9" fmla="*/ 2 h 204046"/>
              <a:gd name="csX10" fmla="*/ 191298 w 286947"/>
              <a:gd name="csY10" fmla="*/ 95651 h 204046"/>
              <a:gd name="csX11" fmla="*/ 191298 w 286947"/>
              <a:gd name="csY11" fmla="*/ 156221 h 204046"/>
              <a:gd name="csX12" fmla="*/ 143473 w 286947"/>
              <a:gd name="csY12" fmla="*/ 204046 h 2040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86947" h="204046">
                <a:moveTo>
                  <a:pt x="143473" y="204046"/>
                </a:moveTo>
                <a:cubicBezTo>
                  <a:pt x="117060" y="204046"/>
                  <a:pt x="95648" y="182634"/>
                  <a:pt x="95648" y="156221"/>
                </a:cubicBezTo>
                <a:lnTo>
                  <a:pt x="95648" y="95648"/>
                </a:lnTo>
                <a:lnTo>
                  <a:pt x="88132" y="58420"/>
                </a:lnTo>
                <a:cubicBezTo>
                  <a:pt x="73612" y="24090"/>
                  <a:pt x="39620" y="2"/>
                  <a:pt x="0" y="2"/>
                </a:cubicBezTo>
                <a:lnTo>
                  <a:pt x="95649" y="2"/>
                </a:lnTo>
                <a:lnTo>
                  <a:pt x="95649" y="0"/>
                </a:lnTo>
                <a:lnTo>
                  <a:pt x="191298" y="0"/>
                </a:lnTo>
                <a:lnTo>
                  <a:pt x="191298" y="2"/>
                </a:lnTo>
                <a:lnTo>
                  <a:pt x="286947" y="2"/>
                </a:lnTo>
                <a:cubicBezTo>
                  <a:pt x="234121" y="2"/>
                  <a:pt x="191298" y="42825"/>
                  <a:pt x="191298" y="95651"/>
                </a:cubicBezTo>
                <a:lnTo>
                  <a:pt x="191298" y="156221"/>
                </a:lnTo>
                <a:cubicBezTo>
                  <a:pt x="191298" y="182634"/>
                  <a:pt x="169886" y="204046"/>
                  <a:pt x="143473" y="204046"/>
                </a:cubicBezTo>
                <a:close/>
              </a:path>
            </a:pathLst>
          </a:custGeom>
          <a:solidFill>
            <a:srgbClr val="E9E9E9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1200" cap="none" spc="0" normalizeH="0" baseline="0" noProof="0" err="1">
              <a:ln>
                <a:noFill/>
              </a:ln>
              <a:solidFill>
                <a:srgbClr val="FBF7F4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42" name="Freeform: Shape 43">
            <a:extLst>
              <a:ext uri="{FF2B5EF4-FFF2-40B4-BE49-F238E27FC236}">
                <a16:creationId xmlns:a16="http://schemas.microsoft.com/office/drawing/2014/main" id="{E0A98385-7188-72C8-B0E1-1A61B22BF9FF}"/>
              </a:ext>
            </a:extLst>
          </p:cNvPr>
          <p:cNvSpPr/>
          <p:nvPr/>
        </p:nvSpPr>
        <p:spPr>
          <a:xfrm rot="10800000" flipH="1" flipV="1">
            <a:off x="7116702" y="2634480"/>
            <a:ext cx="253672" cy="175647"/>
          </a:xfrm>
          <a:custGeom>
            <a:avLst/>
            <a:gdLst>
              <a:gd name="csX0" fmla="*/ 143473 w 286947"/>
              <a:gd name="csY0" fmla="*/ 204046 h 204046"/>
              <a:gd name="csX1" fmla="*/ 95648 w 286947"/>
              <a:gd name="csY1" fmla="*/ 156221 h 204046"/>
              <a:gd name="csX2" fmla="*/ 95648 w 286947"/>
              <a:gd name="csY2" fmla="*/ 95648 h 204046"/>
              <a:gd name="csX3" fmla="*/ 88132 w 286947"/>
              <a:gd name="csY3" fmla="*/ 58420 h 204046"/>
              <a:gd name="csX4" fmla="*/ 0 w 286947"/>
              <a:gd name="csY4" fmla="*/ 2 h 204046"/>
              <a:gd name="csX5" fmla="*/ 95649 w 286947"/>
              <a:gd name="csY5" fmla="*/ 2 h 204046"/>
              <a:gd name="csX6" fmla="*/ 95649 w 286947"/>
              <a:gd name="csY6" fmla="*/ 0 h 204046"/>
              <a:gd name="csX7" fmla="*/ 191298 w 286947"/>
              <a:gd name="csY7" fmla="*/ 0 h 204046"/>
              <a:gd name="csX8" fmla="*/ 191298 w 286947"/>
              <a:gd name="csY8" fmla="*/ 2 h 204046"/>
              <a:gd name="csX9" fmla="*/ 286947 w 286947"/>
              <a:gd name="csY9" fmla="*/ 2 h 204046"/>
              <a:gd name="csX10" fmla="*/ 191298 w 286947"/>
              <a:gd name="csY10" fmla="*/ 95651 h 204046"/>
              <a:gd name="csX11" fmla="*/ 191298 w 286947"/>
              <a:gd name="csY11" fmla="*/ 156221 h 204046"/>
              <a:gd name="csX12" fmla="*/ 143473 w 286947"/>
              <a:gd name="csY12" fmla="*/ 204046 h 2040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86947" h="204046">
                <a:moveTo>
                  <a:pt x="143473" y="204046"/>
                </a:moveTo>
                <a:cubicBezTo>
                  <a:pt x="117060" y="204046"/>
                  <a:pt x="95648" y="182634"/>
                  <a:pt x="95648" y="156221"/>
                </a:cubicBezTo>
                <a:lnTo>
                  <a:pt x="95648" y="95648"/>
                </a:lnTo>
                <a:lnTo>
                  <a:pt x="88132" y="58420"/>
                </a:lnTo>
                <a:cubicBezTo>
                  <a:pt x="73612" y="24090"/>
                  <a:pt x="39620" y="2"/>
                  <a:pt x="0" y="2"/>
                </a:cubicBezTo>
                <a:lnTo>
                  <a:pt x="95649" y="2"/>
                </a:lnTo>
                <a:lnTo>
                  <a:pt x="95649" y="0"/>
                </a:lnTo>
                <a:lnTo>
                  <a:pt x="191298" y="0"/>
                </a:lnTo>
                <a:lnTo>
                  <a:pt x="191298" y="2"/>
                </a:lnTo>
                <a:lnTo>
                  <a:pt x="286947" y="2"/>
                </a:lnTo>
                <a:cubicBezTo>
                  <a:pt x="234121" y="2"/>
                  <a:pt x="191298" y="42825"/>
                  <a:pt x="191298" y="95651"/>
                </a:cubicBezTo>
                <a:lnTo>
                  <a:pt x="191298" y="156221"/>
                </a:lnTo>
                <a:cubicBezTo>
                  <a:pt x="191298" y="182634"/>
                  <a:pt x="169886" y="204046"/>
                  <a:pt x="143473" y="204046"/>
                </a:cubicBezTo>
                <a:close/>
              </a:path>
            </a:pathLst>
          </a:custGeom>
          <a:solidFill>
            <a:srgbClr val="E9E9E9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1200" cap="none" spc="0" normalizeH="0" baseline="0" noProof="0" err="1">
              <a:ln>
                <a:noFill/>
              </a:ln>
              <a:solidFill>
                <a:srgbClr val="FBF7F4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81" name="Freeform: Shape 43">
            <a:extLst>
              <a:ext uri="{FF2B5EF4-FFF2-40B4-BE49-F238E27FC236}">
                <a16:creationId xmlns:a16="http://schemas.microsoft.com/office/drawing/2014/main" id="{CFA04A80-B41E-AE43-720C-182FB30DC401}"/>
              </a:ext>
            </a:extLst>
          </p:cNvPr>
          <p:cNvSpPr/>
          <p:nvPr/>
        </p:nvSpPr>
        <p:spPr>
          <a:xfrm rot="10800000" flipH="1" flipV="1">
            <a:off x="9411463" y="2634481"/>
            <a:ext cx="253672" cy="175647"/>
          </a:xfrm>
          <a:custGeom>
            <a:avLst/>
            <a:gdLst>
              <a:gd name="csX0" fmla="*/ 143473 w 286947"/>
              <a:gd name="csY0" fmla="*/ 204046 h 204046"/>
              <a:gd name="csX1" fmla="*/ 95648 w 286947"/>
              <a:gd name="csY1" fmla="*/ 156221 h 204046"/>
              <a:gd name="csX2" fmla="*/ 95648 w 286947"/>
              <a:gd name="csY2" fmla="*/ 95648 h 204046"/>
              <a:gd name="csX3" fmla="*/ 88132 w 286947"/>
              <a:gd name="csY3" fmla="*/ 58420 h 204046"/>
              <a:gd name="csX4" fmla="*/ 0 w 286947"/>
              <a:gd name="csY4" fmla="*/ 2 h 204046"/>
              <a:gd name="csX5" fmla="*/ 95649 w 286947"/>
              <a:gd name="csY5" fmla="*/ 2 h 204046"/>
              <a:gd name="csX6" fmla="*/ 95649 w 286947"/>
              <a:gd name="csY6" fmla="*/ 0 h 204046"/>
              <a:gd name="csX7" fmla="*/ 191298 w 286947"/>
              <a:gd name="csY7" fmla="*/ 0 h 204046"/>
              <a:gd name="csX8" fmla="*/ 191298 w 286947"/>
              <a:gd name="csY8" fmla="*/ 2 h 204046"/>
              <a:gd name="csX9" fmla="*/ 286947 w 286947"/>
              <a:gd name="csY9" fmla="*/ 2 h 204046"/>
              <a:gd name="csX10" fmla="*/ 191298 w 286947"/>
              <a:gd name="csY10" fmla="*/ 95651 h 204046"/>
              <a:gd name="csX11" fmla="*/ 191298 w 286947"/>
              <a:gd name="csY11" fmla="*/ 156221 h 204046"/>
              <a:gd name="csX12" fmla="*/ 143473 w 286947"/>
              <a:gd name="csY12" fmla="*/ 204046 h 2040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86947" h="204046">
                <a:moveTo>
                  <a:pt x="143473" y="204046"/>
                </a:moveTo>
                <a:cubicBezTo>
                  <a:pt x="117060" y="204046"/>
                  <a:pt x="95648" y="182634"/>
                  <a:pt x="95648" y="156221"/>
                </a:cubicBezTo>
                <a:lnTo>
                  <a:pt x="95648" y="95648"/>
                </a:lnTo>
                <a:lnTo>
                  <a:pt x="88132" y="58420"/>
                </a:lnTo>
                <a:cubicBezTo>
                  <a:pt x="73612" y="24090"/>
                  <a:pt x="39620" y="2"/>
                  <a:pt x="0" y="2"/>
                </a:cubicBezTo>
                <a:lnTo>
                  <a:pt x="95649" y="2"/>
                </a:lnTo>
                <a:lnTo>
                  <a:pt x="95649" y="0"/>
                </a:lnTo>
                <a:lnTo>
                  <a:pt x="191298" y="0"/>
                </a:lnTo>
                <a:lnTo>
                  <a:pt x="191298" y="2"/>
                </a:lnTo>
                <a:lnTo>
                  <a:pt x="286947" y="2"/>
                </a:lnTo>
                <a:cubicBezTo>
                  <a:pt x="234121" y="2"/>
                  <a:pt x="191298" y="42825"/>
                  <a:pt x="191298" y="95651"/>
                </a:cubicBezTo>
                <a:lnTo>
                  <a:pt x="191298" y="156221"/>
                </a:lnTo>
                <a:cubicBezTo>
                  <a:pt x="191298" y="182634"/>
                  <a:pt x="169886" y="204046"/>
                  <a:pt x="143473" y="204046"/>
                </a:cubicBezTo>
                <a:close/>
              </a:path>
            </a:pathLst>
          </a:custGeom>
          <a:solidFill>
            <a:srgbClr val="E9E9E9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1200" cap="none" spc="0" normalizeH="0" baseline="0" noProof="0" err="1">
              <a:ln>
                <a:noFill/>
              </a:ln>
              <a:solidFill>
                <a:srgbClr val="FBF7F4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94138474-7941-53A2-48C8-DB13E56E0A95}"/>
              </a:ext>
            </a:extLst>
          </p:cNvPr>
          <p:cNvGrpSpPr>
            <a:grpSpLocks noChangeAspect="1"/>
          </p:cNvGrpSpPr>
          <p:nvPr/>
        </p:nvGrpSpPr>
        <p:grpSpPr>
          <a:xfrm rot="5400000">
            <a:off x="1156758" y="1942563"/>
            <a:ext cx="707732" cy="707732"/>
            <a:chOff x="3206381" y="2848233"/>
            <a:chExt cx="1021346" cy="1021344"/>
          </a:xfrm>
        </p:grpSpPr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BFE4302C-3099-9D05-2081-E59B6C994077}"/>
                </a:ext>
              </a:extLst>
            </p:cNvPr>
            <p:cNvSpPr/>
            <p:nvPr/>
          </p:nvSpPr>
          <p:spPr>
            <a:xfrm>
              <a:off x="3206381" y="2848233"/>
              <a:ext cx="1021346" cy="1021344"/>
            </a:xfrm>
            <a:prstGeom prst="ellipse">
              <a:avLst/>
            </a:prstGeom>
            <a:gradFill flip="none" rotWithShape="1">
              <a:gsLst>
                <a:gs pos="48000">
                  <a:srgbClr val="FFFFFF">
                    <a:alpha val="84000"/>
                  </a:srgbClr>
                </a:gs>
                <a:gs pos="99000">
                  <a:srgbClr val="FFFFFF">
                    <a:alpha val="0"/>
                  </a:srgbClr>
                </a:gs>
              </a:gsLst>
              <a:lin ang="189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596900" dist="368300" dir="2700000" sx="86000" sy="86000" algn="tl" rotWithShape="0">
                <a:prstClr val="black">
                  <a:alpha val="25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52233BB4-DF22-27A6-7376-A2BDC7196822}"/>
                </a:ext>
              </a:extLst>
            </p:cNvPr>
            <p:cNvSpPr/>
            <p:nvPr/>
          </p:nvSpPr>
          <p:spPr>
            <a:xfrm>
              <a:off x="3333706" y="2975229"/>
              <a:ext cx="767352" cy="767352"/>
            </a:xfrm>
            <a:prstGeom prst="ellipse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42900" dist="76200" dir="2700000" sx="96000" sy="96000" algn="tl" rotWithShape="0">
                <a:prstClr val="black">
                  <a:alpha val="32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33" name="Partial Circle 50">
              <a:extLst>
                <a:ext uri="{FF2B5EF4-FFF2-40B4-BE49-F238E27FC236}">
                  <a16:creationId xmlns:a16="http://schemas.microsoft.com/office/drawing/2014/main" id="{EE32919B-0E52-E477-4E92-3F74D4119481}"/>
                </a:ext>
              </a:extLst>
            </p:cNvPr>
            <p:cNvSpPr/>
            <p:nvPr/>
          </p:nvSpPr>
          <p:spPr>
            <a:xfrm rot="5400000" flipH="1">
              <a:off x="3177939" y="3338418"/>
              <a:ext cx="352508" cy="40975"/>
            </a:xfrm>
            <a:custGeom>
              <a:avLst/>
              <a:gdLst>
                <a:gd name="connsiteX0" fmla="*/ 577925 w 804618"/>
                <a:gd name="connsiteY0" fmla="*/ 764264 h 804618"/>
                <a:gd name="connsiteX1" fmla="*/ 225417 w 804618"/>
                <a:gd name="connsiteY1" fmla="*/ 763642 h 804618"/>
                <a:gd name="connsiteX2" fmla="*/ 402309 w 804618"/>
                <a:gd name="connsiteY2" fmla="*/ 402309 h 804618"/>
                <a:gd name="connsiteX3" fmla="*/ 577925 w 804618"/>
                <a:gd name="connsiteY3" fmla="*/ 764264 h 804618"/>
                <a:gd name="connsiteX0" fmla="*/ 176892 w 352508"/>
                <a:gd name="connsiteY0" fmla="*/ 0 h 402308"/>
                <a:gd name="connsiteX1" fmla="*/ 352508 w 352508"/>
                <a:gd name="connsiteY1" fmla="*/ 361955 h 402308"/>
                <a:gd name="connsiteX2" fmla="*/ 0 w 352508"/>
                <a:gd name="connsiteY2" fmla="*/ 361333 h 402308"/>
                <a:gd name="connsiteX3" fmla="*/ 268332 w 352508"/>
                <a:gd name="connsiteY3" fmla="*/ 91440 h 402308"/>
                <a:gd name="connsiteX0" fmla="*/ 176892 w 352508"/>
                <a:gd name="connsiteY0" fmla="*/ 0 h 402308"/>
                <a:gd name="connsiteX1" fmla="*/ 352508 w 352508"/>
                <a:gd name="connsiteY1" fmla="*/ 361955 h 402308"/>
                <a:gd name="connsiteX2" fmla="*/ 0 w 352508"/>
                <a:gd name="connsiteY2" fmla="*/ 361333 h 402308"/>
                <a:gd name="connsiteX0" fmla="*/ 352508 w 352508"/>
                <a:gd name="connsiteY0" fmla="*/ 622 h 40975"/>
                <a:gd name="connsiteX1" fmla="*/ 0 w 352508"/>
                <a:gd name="connsiteY1" fmla="*/ 0 h 4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2508" h="40975">
                  <a:moveTo>
                    <a:pt x="352508" y="622"/>
                  </a:moveTo>
                  <a:cubicBezTo>
                    <a:pt x="241164" y="54644"/>
                    <a:pt x="111153" y="54415"/>
                    <a:pt x="0" y="0"/>
                  </a:cubicBezTo>
                </a:path>
              </a:pathLst>
            </a:custGeom>
            <a:noFill/>
            <a:ln w="28575" cap="rnd" cmpd="sng" algn="ctr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75D68E64-9D2A-BF1D-A9AE-97502D136BA1}"/>
              </a:ext>
            </a:extLst>
          </p:cNvPr>
          <p:cNvGrpSpPr>
            <a:grpSpLocks noChangeAspect="1"/>
          </p:cNvGrpSpPr>
          <p:nvPr/>
        </p:nvGrpSpPr>
        <p:grpSpPr>
          <a:xfrm rot="5400000">
            <a:off x="3450339" y="1942563"/>
            <a:ext cx="707732" cy="707732"/>
            <a:chOff x="3206381" y="2848233"/>
            <a:chExt cx="1021346" cy="1021344"/>
          </a:xfrm>
        </p:grpSpPr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ADE133D5-CBDF-110E-E70A-2ED8D691E7D5}"/>
                </a:ext>
              </a:extLst>
            </p:cNvPr>
            <p:cNvSpPr/>
            <p:nvPr/>
          </p:nvSpPr>
          <p:spPr>
            <a:xfrm>
              <a:off x="3206381" y="2848233"/>
              <a:ext cx="1021346" cy="1021344"/>
            </a:xfrm>
            <a:prstGeom prst="ellipse">
              <a:avLst/>
            </a:prstGeom>
            <a:gradFill flip="none" rotWithShape="1">
              <a:gsLst>
                <a:gs pos="48000">
                  <a:srgbClr val="FFFFFF">
                    <a:alpha val="84000"/>
                  </a:srgbClr>
                </a:gs>
                <a:gs pos="99000">
                  <a:srgbClr val="FFFFFF">
                    <a:alpha val="0"/>
                  </a:srgbClr>
                </a:gs>
              </a:gsLst>
              <a:lin ang="189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596900" dist="368300" dir="2700000" sx="86000" sy="86000" algn="tl" rotWithShape="0">
                <a:prstClr val="black">
                  <a:alpha val="25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6244FE20-C754-75AD-A5DA-404CC58D5056}"/>
                </a:ext>
              </a:extLst>
            </p:cNvPr>
            <p:cNvSpPr/>
            <p:nvPr/>
          </p:nvSpPr>
          <p:spPr>
            <a:xfrm>
              <a:off x="3333706" y="2975229"/>
              <a:ext cx="767352" cy="767352"/>
            </a:xfrm>
            <a:prstGeom prst="ellipse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42900" dist="76200" dir="2700000" sx="96000" sy="96000" algn="tl" rotWithShape="0">
                <a:prstClr val="black">
                  <a:alpha val="32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37" name="Partial Circle 50">
              <a:extLst>
                <a:ext uri="{FF2B5EF4-FFF2-40B4-BE49-F238E27FC236}">
                  <a16:creationId xmlns:a16="http://schemas.microsoft.com/office/drawing/2014/main" id="{BE51551F-6904-5E88-C003-049DF0255D0E}"/>
                </a:ext>
              </a:extLst>
            </p:cNvPr>
            <p:cNvSpPr/>
            <p:nvPr/>
          </p:nvSpPr>
          <p:spPr>
            <a:xfrm rot="5400000" flipH="1">
              <a:off x="3177939" y="3338418"/>
              <a:ext cx="352508" cy="40975"/>
            </a:xfrm>
            <a:custGeom>
              <a:avLst/>
              <a:gdLst>
                <a:gd name="connsiteX0" fmla="*/ 577925 w 804618"/>
                <a:gd name="connsiteY0" fmla="*/ 764264 h 804618"/>
                <a:gd name="connsiteX1" fmla="*/ 225417 w 804618"/>
                <a:gd name="connsiteY1" fmla="*/ 763642 h 804618"/>
                <a:gd name="connsiteX2" fmla="*/ 402309 w 804618"/>
                <a:gd name="connsiteY2" fmla="*/ 402309 h 804618"/>
                <a:gd name="connsiteX3" fmla="*/ 577925 w 804618"/>
                <a:gd name="connsiteY3" fmla="*/ 764264 h 804618"/>
                <a:gd name="connsiteX0" fmla="*/ 176892 w 352508"/>
                <a:gd name="connsiteY0" fmla="*/ 0 h 402308"/>
                <a:gd name="connsiteX1" fmla="*/ 352508 w 352508"/>
                <a:gd name="connsiteY1" fmla="*/ 361955 h 402308"/>
                <a:gd name="connsiteX2" fmla="*/ 0 w 352508"/>
                <a:gd name="connsiteY2" fmla="*/ 361333 h 402308"/>
                <a:gd name="connsiteX3" fmla="*/ 268332 w 352508"/>
                <a:gd name="connsiteY3" fmla="*/ 91440 h 402308"/>
                <a:gd name="connsiteX0" fmla="*/ 176892 w 352508"/>
                <a:gd name="connsiteY0" fmla="*/ 0 h 402308"/>
                <a:gd name="connsiteX1" fmla="*/ 352508 w 352508"/>
                <a:gd name="connsiteY1" fmla="*/ 361955 h 402308"/>
                <a:gd name="connsiteX2" fmla="*/ 0 w 352508"/>
                <a:gd name="connsiteY2" fmla="*/ 361333 h 402308"/>
                <a:gd name="connsiteX0" fmla="*/ 352508 w 352508"/>
                <a:gd name="connsiteY0" fmla="*/ 622 h 40975"/>
                <a:gd name="connsiteX1" fmla="*/ 0 w 352508"/>
                <a:gd name="connsiteY1" fmla="*/ 0 h 4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2508" h="40975">
                  <a:moveTo>
                    <a:pt x="352508" y="622"/>
                  </a:moveTo>
                  <a:cubicBezTo>
                    <a:pt x="241164" y="54644"/>
                    <a:pt x="111153" y="54415"/>
                    <a:pt x="0" y="0"/>
                  </a:cubicBezTo>
                </a:path>
              </a:pathLst>
            </a:custGeom>
            <a:noFill/>
            <a:ln w="28575" cap="rnd" cmpd="sng" algn="ctr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BFB262DF-CB17-D5DD-8D1A-7B3D3208B8F6}"/>
              </a:ext>
            </a:extLst>
          </p:cNvPr>
          <p:cNvGrpSpPr>
            <a:grpSpLocks noChangeAspect="1"/>
          </p:cNvGrpSpPr>
          <p:nvPr/>
        </p:nvGrpSpPr>
        <p:grpSpPr>
          <a:xfrm rot="5400000">
            <a:off x="5743920" y="1942563"/>
            <a:ext cx="707732" cy="707732"/>
            <a:chOff x="3206381" y="2848233"/>
            <a:chExt cx="1021346" cy="1021344"/>
          </a:xfrm>
        </p:grpSpPr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8A34A963-2064-796A-9506-5A09D2EF31AF}"/>
                </a:ext>
              </a:extLst>
            </p:cNvPr>
            <p:cNvSpPr/>
            <p:nvPr/>
          </p:nvSpPr>
          <p:spPr>
            <a:xfrm>
              <a:off x="3206381" y="2848233"/>
              <a:ext cx="1021346" cy="1021344"/>
            </a:xfrm>
            <a:prstGeom prst="ellipse">
              <a:avLst/>
            </a:prstGeom>
            <a:gradFill flip="none" rotWithShape="1">
              <a:gsLst>
                <a:gs pos="48000">
                  <a:srgbClr val="FFFFFF">
                    <a:alpha val="84000"/>
                  </a:srgbClr>
                </a:gs>
                <a:gs pos="99000">
                  <a:srgbClr val="FFFFFF">
                    <a:alpha val="0"/>
                  </a:srgbClr>
                </a:gs>
              </a:gsLst>
              <a:lin ang="189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596900" dist="368300" dir="2700000" sx="86000" sy="86000" algn="tl" rotWithShape="0">
                <a:prstClr val="black">
                  <a:alpha val="25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2D54086C-8828-1F36-B4FC-D14C1457A127}"/>
                </a:ext>
              </a:extLst>
            </p:cNvPr>
            <p:cNvSpPr/>
            <p:nvPr/>
          </p:nvSpPr>
          <p:spPr>
            <a:xfrm>
              <a:off x="3333706" y="2975229"/>
              <a:ext cx="767352" cy="767352"/>
            </a:xfrm>
            <a:prstGeom prst="ellipse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42900" dist="76200" dir="2700000" sx="96000" sy="96000" algn="tl" rotWithShape="0">
                <a:prstClr val="black">
                  <a:alpha val="32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41" name="Partial Circle 50">
              <a:extLst>
                <a:ext uri="{FF2B5EF4-FFF2-40B4-BE49-F238E27FC236}">
                  <a16:creationId xmlns:a16="http://schemas.microsoft.com/office/drawing/2014/main" id="{3D950370-7571-981E-1605-D75517EA4A67}"/>
                </a:ext>
              </a:extLst>
            </p:cNvPr>
            <p:cNvSpPr/>
            <p:nvPr/>
          </p:nvSpPr>
          <p:spPr>
            <a:xfrm rot="5400000" flipH="1">
              <a:off x="3177939" y="3338418"/>
              <a:ext cx="352508" cy="40975"/>
            </a:xfrm>
            <a:custGeom>
              <a:avLst/>
              <a:gdLst>
                <a:gd name="connsiteX0" fmla="*/ 577925 w 804618"/>
                <a:gd name="connsiteY0" fmla="*/ 764264 h 804618"/>
                <a:gd name="connsiteX1" fmla="*/ 225417 w 804618"/>
                <a:gd name="connsiteY1" fmla="*/ 763642 h 804618"/>
                <a:gd name="connsiteX2" fmla="*/ 402309 w 804618"/>
                <a:gd name="connsiteY2" fmla="*/ 402309 h 804618"/>
                <a:gd name="connsiteX3" fmla="*/ 577925 w 804618"/>
                <a:gd name="connsiteY3" fmla="*/ 764264 h 804618"/>
                <a:gd name="connsiteX0" fmla="*/ 176892 w 352508"/>
                <a:gd name="connsiteY0" fmla="*/ 0 h 402308"/>
                <a:gd name="connsiteX1" fmla="*/ 352508 w 352508"/>
                <a:gd name="connsiteY1" fmla="*/ 361955 h 402308"/>
                <a:gd name="connsiteX2" fmla="*/ 0 w 352508"/>
                <a:gd name="connsiteY2" fmla="*/ 361333 h 402308"/>
                <a:gd name="connsiteX3" fmla="*/ 268332 w 352508"/>
                <a:gd name="connsiteY3" fmla="*/ 91440 h 402308"/>
                <a:gd name="connsiteX0" fmla="*/ 176892 w 352508"/>
                <a:gd name="connsiteY0" fmla="*/ 0 h 402308"/>
                <a:gd name="connsiteX1" fmla="*/ 352508 w 352508"/>
                <a:gd name="connsiteY1" fmla="*/ 361955 h 402308"/>
                <a:gd name="connsiteX2" fmla="*/ 0 w 352508"/>
                <a:gd name="connsiteY2" fmla="*/ 361333 h 402308"/>
                <a:gd name="connsiteX0" fmla="*/ 352508 w 352508"/>
                <a:gd name="connsiteY0" fmla="*/ 622 h 40975"/>
                <a:gd name="connsiteX1" fmla="*/ 0 w 352508"/>
                <a:gd name="connsiteY1" fmla="*/ 0 h 4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2508" h="40975">
                  <a:moveTo>
                    <a:pt x="352508" y="622"/>
                  </a:moveTo>
                  <a:cubicBezTo>
                    <a:pt x="241164" y="54644"/>
                    <a:pt x="111153" y="54415"/>
                    <a:pt x="0" y="0"/>
                  </a:cubicBezTo>
                </a:path>
              </a:pathLst>
            </a:custGeom>
            <a:noFill/>
            <a:ln w="28575" cap="rnd" cmpd="sng" algn="ctr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F46F8CF7-A35F-12A1-76D4-7741CAD71DB6}"/>
              </a:ext>
            </a:extLst>
          </p:cNvPr>
          <p:cNvGrpSpPr>
            <a:grpSpLocks noChangeAspect="1"/>
          </p:cNvGrpSpPr>
          <p:nvPr/>
        </p:nvGrpSpPr>
        <p:grpSpPr>
          <a:xfrm rot="5400000">
            <a:off x="8037502" y="1942563"/>
            <a:ext cx="707732" cy="707732"/>
            <a:chOff x="3206381" y="2848233"/>
            <a:chExt cx="1021346" cy="1021344"/>
          </a:xfrm>
        </p:grpSpPr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4351120A-AEB9-D964-36E8-9E698E8A98DC}"/>
                </a:ext>
              </a:extLst>
            </p:cNvPr>
            <p:cNvSpPr/>
            <p:nvPr/>
          </p:nvSpPr>
          <p:spPr>
            <a:xfrm>
              <a:off x="3206381" y="2848233"/>
              <a:ext cx="1021346" cy="1021344"/>
            </a:xfrm>
            <a:prstGeom prst="ellipse">
              <a:avLst/>
            </a:prstGeom>
            <a:gradFill flip="none" rotWithShape="1">
              <a:gsLst>
                <a:gs pos="48000">
                  <a:srgbClr val="FFFFFF">
                    <a:alpha val="84000"/>
                  </a:srgbClr>
                </a:gs>
                <a:gs pos="99000">
                  <a:srgbClr val="FFFFFF">
                    <a:alpha val="0"/>
                  </a:srgbClr>
                </a:gs>
              </a:gsLst>
              <a:lin ang="189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596900" dist="368300" dir="2700000" sx="86000" sy="86000" algn="tl" rotWithShape="0">
                <a:prstClr val="black">
                  <a:alpha val="25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192126AD-BD7E-99C9-448E-3306287337BA}"/>
                </a:ext>
              </a:extLst>
            </p:cNvPr>
            <p:cNvSpPr/>
            <p:nvPr/>
          </p:nvSpPr>
          <p:spPr>
            <a:xfrm>
              <a:off x="3333706" y="2975229"/>
              <a:ext cx="767352" cy="767352"/>
            </a:xfrm>
            <a:prstGeom prst="ellipse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42900" dist="76200" dir="2700000" sx="96000" sy="96000" algn="tl" rotWithShape="0">
                <a:prstClr val="black">
                  <a:alpha val="32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45" name="Partial Circle 50">
              <a:extLst>
                <a:ext uri="{FF2B5EF4-FFF2-40B4-BE49-F238E27FC236}">
                  <a16:creationId xmlns:a16="http://schemas.microsoft.com/office/drawing/2014/main" id="{D1346544-AF4F-4D87-0F8D-50684A19303E}"/>
                </a:ext>
              </a:extLst>
            </p:cNvPr>
            <p:cNvSpPr/>
            <p:nvPr/>
          </p:nvSpPr>
          <p:spPr>
            <a:xfrm rot="5400000" flipH="1">
              <a:off x="3177939" y="3338418"/>
              <a:ext cx="352508" cy="40975"/>
            </a:xfrm>
            <a:custGeom>
              <a:avLst/>
              <a:gdLst>
                <a:gd name="connsiteX0" fmla="*/ 577925 w 804618"/>
                <a:gd name="connsiteY0" fmla="*/ 764264 h 804618"/>
                <a:gd name="connsiteX1" fmla="*/ 225417 w 804618"/>
                <a:gd name="connsiteY1" fmla="*/ 763642 h 804618"/>
                <a:gd name="connsiteX2" fmla="*/ 402309 w 804618"/>
                <a:gd name="connsiteY2" fmla="*/ 402309 h 804618"/>
                <a:gd name="connsiteX3" fmla="*/ 577925 w 804618"/>
                <a:gd name="connsiteY3" fmla="*/ 764264 h 804618"/>
                <a:gd name="connsiteX0" fmla="*/ 176892 w 352508"/>
                <a:gd name="connsiteY0" fmla="*/ 0 h 402308"/>
                <a:gd name="connsiteX1" fmla="*/ 352508 w 352508"/>
                <a:gd name="connsiteY1" fmla="*/ 361955 h 402308"/>
                <a:gd name="connsiteX2" fmla="*/ 0 w 352508"/>
                <a:gd name="connsiteY2" fmla="*/ 361333 h 402308"/>
                <a:gd name="connsiteX3" fmla="*/ 268332 w 352508"/>
                <a:gd name="connsiteY3" fmla="*/ 91440 h 402308"/>
                <a:gd name="connsiteX0" fmla="*/ 176892 w 352508"/>
                <a:gd name="connsiteY0" fmla="*/ 0 h 402308"/>
                <a:gd name="connsiteX1" fmla="*/ 352508 w 352508"/>
                <a:gd name="connsiteY1" fmla="*/ 361955 h 402308"/>
                <a:gd name="connsiteX2" fmla="*/ 0 w 352508"/>
                <a:gd name="connsiteY2" fmla="*/ 361333 h 402308"/>
                <a:gd name="connsiteX0" fmla="*/ 352508 w 352508"/>
                <a:gd name="connsiteY0" fmla="*/ 622 h 40975"/>
                <a:gd name="connsiteX1" fmla="*/ 0 w 352508"/>
                <a:gd name="connsiteY1" fmla="*/ 0 h 4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2508" h="40975">
                  <a:moveTo>
                    <a:pt x="352508" y="622"/>
                  </a:moveTo>
                  <a:cubicBezTo>
                    <a:pt x="241164" y="54644"/>
                    <a:pt x="111153" y="54415"/>
                    <a:pt x="0" y="0"/>
                  </a:cubicBezTo>
                </a:path>
              </a:pathLst>
            </a:custGeom>
            <a:noFill/>
            <a:ln w="28575" cap="rnd" cmpd="sng" algn="ctr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D7258F44-2BC9-3DD4-5ED6-070E4115C9B0}"/>
              </a:ext>
            </a:extLst>
          </p:cNvPr>
          <p:cNvGrpSpPr>
            <a:grpSpLocks noChangeAspect="1"/>
          </p:cNvGrpSpPr>
          <p:nvPr/>
        </p:nvGrpSpPr>
        <p:grpSpPr>
          <a:xfrm rot="5400000">
            <a:off x="10331084" y="1942563"/>
            <a:ext cx="707732" cy="707732"/>
            <a:chOff x="3206381" y="2848233"/>
            <a:chExt cx="1021346" cy="1021344"/>
          </a:xfrm>
        </p:grpSpPr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321AAC79-F399-9F2C-59E1-6F2502401FEB}"/>
                </a:ext>
              </a:extLst>
            </p:cNvPr>
            <p:cNvSpPr/>
            <p:nvPr/>
          </p:nvSpPr>
          <p:spPr>
            <a:xfrm>
              <a:off x="3206381" y="2848233"/>
              <a:ext cx="1021346" cy="1021344"/>
            </a:xfrm>
            <a:prstGeom prst="ellipse">
              <a:avLst/>
            </a:prstGeom>
            <a:gradFill flip="none" rotWithShape="1">
              <a:gsLst>
                <a:gs pos="48000">
                  <a:srgbClr val="FFFFFF">
                    <a:alpha val="84000"/>
                  </a:srgbClr>
                </a:gs>
                <a:gs pos="99000">
                  <a:srgbClr val="FFFFFF">
                    <a:alpha val="0"/>
                  </a:srgbClr>
                </a:gs>
              </a:gsLst>
              <a:lin ang="189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596900" dist="368300" dir="2700000" sx="86000" sy="86000" algn="tl" rotWithShape="0">
                <a:prstClr val="black">
                  <a:alpha val="25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97026E00-7AC5-952E-B6B6-603D9341BDA5}"/>
                </a:ext>
              </a:extLst>
            </p:cNvPr>
            <p:cNvSpPr/>
            <p:nvPr/>
          </p:nvSpPr>
          <p:spPr>
            <a:xfrm>
              <a:off x="3333706" y="2975229"/>
              <a:ext cx="767352" cy="767352"/>
            </a:xfrm>
            <a:prstGeom prst="ellipse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42900" dist="76200" dir="2700000" sx="96000" sy="96000" algn="tl" rotWithShape="0">
                <a:prstClr val="black">
                  <a:alpha val="32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49" name="Partial Circle 50">
              <a:extLst>
                <a:ext uri="{FF2B5EF4-FFF2-40B4-BE49-F238E27FC236}">
                  <a16:creationId xmlns:a16="http://schemas.microsoft.com/office/drawing/2014/main" id="{F3085359-8F4A-400E-887A-E5F40B895692}"/>
                </a:ext>
              </a:extLst>
            </p:cNvPr>
            <p:cNvSpPr/>
            <p:nvPr/>
          </p:nvSpPr>
          <p:spPr>
            <a:xfrm rot="5400000" flipH="1">
              <a:off x="3177939" y="3338418"/>
              <a:ext cx="352508" cy="40975"/>
            </a:xfrm>
            <a:custGeom>
              <a:avLst/>
              <a:gdLst>
                <a:gd name="connsiteX0" fmla="*/ 577925 w 804618"/>
                <a:gd name="connsiteY0" fmla="*/ 764264 h 804618"/>
                <a:gd name="connsiteX1" fmla="*/ 225417 w 804618"/>
                <a:gd name="connsiteY1" fmla="*/ 763642 h 804618"/>
                <a:gd name="connsiteX2" fmla="*/ 402309 w 804618"/>
                <a:gd name="connsiteY2" fmla="*/ 402309 h 804618"/>
                <a:gd name="connsiteX3" fmla="*/ 577925 w 804618"/>
                <a:gd name="connsiteY3" fmla="*/ 764264 h 804618"/>
                <a:gd name="connsiteX0" fmla="*/ 176892 w 352508"/>
                <a:gd name="connsiteY0" fmla="*/ 0 h 402308"/>
                <a:gd name="connsiteX1" fmla="*/ 352508 w 352508"/>
                <a:gd name="connsiteY1" fmla="*/ 361955 h 402308"/>
                <a:gd name="connsiteX2" fmla="*/ 0 w 352508"/>
                <a:gd name="connsiteY2" fmla="*/ 361333 h 402308"/>
                <a:gd name="connsiteX3" fmla="*/ 268332 w 352508"/>
                <a:gd name="connsiteY3" fmla="*/ 91440 h 402308"/>
                <a:gd name="connsiteX0" fmla="*/ 176892 w 352508"/>
                <a:gd name="connsiteY0" fmla="*/ 0 h 402308"/>
                <a:gd name="connsiteX1" fmla="*/ 352508 w 352508"/>
                <a:gd name="connsiteY1" fmla="*/ 361955 h 402308"/>
                <a:gd name="connsiteX2" fmla="*/ 0 w 352508"/>
                <a:gd name="connsiteY2" fmla="*/ 361333 h 402308"/>
                <a:gd name="connsiteX0" fmla="*/ 352508 w 352508"/>
                <a:gd name="connsiteY0" fmla="*/ 622 h 40975"/>
                <a:gd name="connsiteX1" fmla="*/ 0 w 352508"/>
                <a:gd name="connsiteY1" fmla="*/ 0 h 4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2508" h="40975">
                  <a:moveTo>
                    <a:pt x="352508" y="622"/>
                  </a:moveTo>
                  <a:cubicBezTo>
                    <a:pt x="241164" y="54644"/>
                    <a:pt x="111153" y="54415"/>
                    <a:pt x="0" y="0"/>
                  </a:cubicBezTo>
                </a:path>
              </a:pathLst>
            </a:custGeom>
            <a:noFill/>
            <a:ln w="28575" cap="rnd" cmpd="sng" algn="ctr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</p:grpSp>
      <p:pic>
        <p:nvPicPr>
          <p:cNvPr id="175" name="Graphic 174">
            <a:extLst>
              <a:ext uri="{FF2B5EF4-FFF2-40B4-BE49-F238E27FC236}">
                <a16:creationId xmlns:a16="http://schemas.microsoft.com/office/drawing/2014/main" id="{8915CE65-542D-B72E-C292-9A4563E56B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37604" y="2142665"/>
            <a:ext cx="307528" cy="307528"/>
          </a:xfrm>
          <a:prstGeom prst="rect">
            <a:avLst/>
          </a:prstGeom>
        </p:spPr>
      </p:pic>
      <p:sp>
        <p:nvSpPr>
          <p:cNvPr id="176" name="Freeform: Shape 175">
            <a:extLst>
              <a:ext uri="{FF2B5EF4-FFF2-40B4-BE49-F238E27FC236}">
                <a16:creationId xmlns:a16="http://schemas.microsoft.com/office/drawing/2014/main" id="{AE944273-D7A3-EC44-61FA-8FC38C7FA412}"/>
              </a:ext>
            </a:extLst>
          </p:cNvPr>
          <p:cNvSpPr/>
          <p:nvPr/>
        </p:nvSpPr>
        <p:spPr>
          <a:xfrm>
            <a:off x="1382832" y="2147332"/>
            <a:ext cx="255584" cy="298194"/>
          </a:xfrm>
          <a:custGeom>
            <a:avLst/>
            <a:gdLst>
              <a:gd name="csX0" fmla="*/ 433007 w 693035"/>
              <a:gd name="csY0" fmla="*/ 808482 h 808577"/>
              <a:gd name="csX1" fmla="*/ 101918 w 693035"/>
              <a:gd name="csY1" fmla="*/ 808482 h 808577"/>
              <a:gd name="csX2" fmla="*/ 87630 w 693035"/>
              <a:gd name="csY2" fmla="*/ 794195 h 808577"/>
              <a:gd name="csX3" fmla="*/ 87630 w 693035"/>
              <a:gd name="csY3" fmla="*/ 522351 h 808577"/>
              <a:gd name="csX4" fmla="*/ 0 w 693035"/>
              <a:gd name="csY4" fmla="*/ 307467 h 808577"/>
              <a:gd name="csX5" fmla="*/ 307467 w 693035"/>
              <a:gd name="csY5" fmla="*/ 0 h 808577"/>
              <a:gd name="csX6" fmla="*/ 614934 w 693035"/>
              <a:gd name="csY6" fmla="*/ 307467 h 808577"/>
              <a:gd name="csX7" fmla="*/ 614934 w 693035"/>
              <a:gd name="csY7" fmla="*/ 310515 h 808577"/>
              <a:gd name="csX8" fmla="*/ 614934 w 693035"/>
              <a:gd name="csY8" fmla="*/ 312230 h 808577"/>
              <a:gd name="csX9" fmla="*/ 614934 w 693035"/>
              <a:gd name="csY9" fmla="*/ 313468 h 808577"/>
              <a:gd name="csX10" fmla="*/ 614934 w 693035"/>
              <a:gd name="csY10" fmla="*/ 316706 h 808577"/>
              <a:gd name="csX11" fmla="*/ 614934 w 693035"/>
              <a:gd name="csY11" fmla="*/ 370427 h 808577"/>
              <a:gd name="csX12" fmla="*/ 690848 w 693035"/>
              <a:gd name="csY12" fmla="*/ 491109 h 808577"/>
              <a:gd name="csX13" fmla="*/ 691801 w 693035"/>
              <a:gd name="csY13" fmla="*/ 504635 h 808577"/>
              <a:gd name="csX14" fmla="*/ 681038 w 693035"/>
              <a:gd name="csY14" fmla="*/ 512826 h 808577"/>
              <a:gd name="csX15" fmla="*/ 614934 w 693035"/>
              <a:gd name="csY15" fmla="*/ 523589 h 808577"/>
              <a:gd name="csX16" fmla="*/ 614934 w 693035"/>
              <a:gd name="csY16" fmla="*/ 615982 h 808577"/>
              <a:gd name="csX17" fmla="*/ 535877 w 693035"/>
              <a:gd name="csY17" fmla="*/ 695039 h 808577"/>
              <a:gd name="csX18" fmla="*/ 447199 w 693035"/>
              <a:gd name="csY18" fmla="*/ 695039 h 808577"/>
              <a:gd name="csX19" fmla="*/ 447199 w 693035"/>
              <a:gd name="csY19" fmla="*/ 794290 h 808577"/>
              <a:gd name="csX20" fmla="*/ 432911 w 693035"/>
              <a:gd name="csY20" fmla="*/ 808577 h 808577"/>
              <a:gd name="csX21" fmla="*/ 116300 w 693035"/>
              <a:gd name="csY21" fmla="*/ 779907 h 808577"/>
              <a:gd name="csX22" fmla="*/ 418719 w 693035"/>
              <a:gd name="csY22" fmla="*/ 779907 h 808577"/>
              <a:gd name="csX23" fmla="*/ 418719 w 693035"/>
              <a:gd name="csY23" fmla="*/ 680656 h 808577"/>
              <a:gd name="csX24" fmla="*/ 433007 w 693035"/>
              <a:gd name="csY24" fmla="*/ 666369 h 808577"/>
              <a:gd name="csX25" fmla="*/ 535972 w 693035"/>
              <a:gd name="csY25" fmla="*/ 666369 h 808577"/>
              <a:gd name="csX26" fmla="*/ 586454 w 693035"/>
              <a:gd name="csY26" fmla="*/ 615887 h 808577"/>
              <a:gd name="csX27" fmla="*/ 586454 w 693035"/>
              <a:gd name="csY27" fmla="*/ 511397 h 808577"/>
              <a:gd name="csX28" fmla="*/ 598456 w 693035"/>
              <a:gd name="csY28" fmla="*/ 497300 h 808577"/>
              <a:gd name="csX29" fmla="*/ 655225 w 693035"/>
              <a:gd name="csY29" fmla="*/ 488061 h 808577"/>
              <a:gd name="csX30" fmla="*/ 588645 w 693035"/>
              <a:gd name="csY30" fmla="*/ 382143 h 808577"/>
              <a:gd name="csX31" fmla="*/ 586454 w 693035"/>
              <a:gd name="csY31" fmla="*/ 374523 h 808577"/>
              <a:gd name="csX32" fmla="*/ 586454 w 693035"/>
              <a:gd name="csY32" fmla="*/ 307467 h 808577"/>
              <a:gd name="csX33" fmla="*/ 307562 w 693035"/>
              <a:gd name="csY33" fmla="*/ 28575 h 808577"/>
              <a:gd name="csX34" fmla="*/ 28670 w 693035"/>
              <a:gd name="csY34" fmla="*/ 307467 h 808577"/>
              <a:gd name="csX35" fmla="*/ 112014 w 693035"/>
              <a:gd name="csY35" fmla="*/ 506254 h 808577"/>
              <a:gd name="csX36" fmla="*/ 116300 w 693035"/>
              <a:gd name="csY36" fmla="*/ 516446 h 808577"/>
              <a:gd name="csX37" fmla="*/ 116300 w 693035"/>
              <a:gd name="csY37" fmla="*/ 779907 h 808577"/>
              <a:gd name="csX38" fmla="*/ 308515 w 693035"/>
              <a:gd name="csY38" fmla="*/ 473964 h 808577"/>
              <a:gd name="csX39" fmla="*/ 136779 w 693035"/>
              <a:gd name="csY39" fmla="*/ 302228 h 808577"/>
              <a:gd name="csX40" fmla="*/ 308515 w 693035"/>
              <a:gd name="csY40" fmla="*/ 130493 h 808577"/>
              <a:gd name="csX41" fmla="*/ 480251 w 693035"/>
              <a:gd name="csY41" fmla="*/ 302228 h 808577"/>
              <a:gd name="csX42" fmla="*/ 308515 w 693035"/>
              <a:gd name="csY42" fmla="*/ 473964 h 808577"/>
              <a:gd name="csX43" fmla="*/ 308515 w 693035"/>
              <a:gd name="csY43" fmla="*/ 159068 h 808577"/>
              <a:gd name="csX44" fmla="*/ 165354 w 693035"/>
              <a:gd name="csY44" fmla="*/ 302228 h 808577"/>
              <a:gd name="csX45" fmla="*/ 308515 w 693035"/>
              <a:gd name="csY45" fmla="*/ 445389 h 808577"/>
              <a:gd name="csX46" fmla="*/ 451676 w 693035"/>
              <a:gd name="csY46" fmla="*/ 302228 h 808577"/>
              <a:gd name="csX47" fmla="*/ 308515 w 693035"/>
              <a:gd name="csY47" fmla="*/ 159068 h 808577"/>
              <a:gd name="csX48" fmla="*/ 296799 w 693035"/>
              <a:gd name="csY48" fmla="*/ 355664 h 808577"/>
              <a:gd name="csX49" fmla="*/ 396812 w 693035"/>
              <a:gd name="csY49" fmla="*/ 255651 h 808577"/>
              <a:gd name="csX50" fmla="*/ 396812 w 693035"/>
              <a:gd name="csY50" fmla="*/ 235458 h 808577"/>
              <a:gd name="csX51" fmla="*/ 376619 w 693035"/>
              <a:gd name="csY51" fmla="*/ 235458 h 808577"/>
              <a:gd name="csX52" fmla="*/ 286703 w 693035"/>
              <a:gd name="csY52" fmla="*/ 325374 h 808577"/>
              <a:gd name="csX53" fmla="*/ 240506 w 693035"/>
              <a:gd name="csY53" fmla="*/ 279178 h 808577"/>
              <a:gd name="csX54" fmla="*/ 220313 w 693035"/>
              <a:gd name="csY54" fmla="*/ 279178 h 808577"/>
              <a:gd name="csX55" fmla="*/ 220313 w 693035"/>
              <a:gd name="csY55" fmla="*/ 299371 h 808577"/>
              <a:gd name="csX56" fmla="*/ 276606 w 693035"/>
              <a:gd name="csY56" fmla="*/ 355664 h 808577"/>
              <a:gd name="csX57" fmla="*/ 286703 w 693035"/>
              <a:gd name="csY57" fmla="*/ 359855 h 808577"/>
              <a:gd name="csX58" fmla="*/ 296799 w 693035"/>
              <a:gd name="csY58" fmla="*/ 355664 h 8085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</a:cxnLst>
            <a:rect l="l" t="t" r="r" b="b"/>
            <a:pathLst>
              <a:path w="693035" h="808577">
                <a:moveTo>
                  <a:pt x="433007" y="808482"/>
                </a:moveTo>
                <a:lnTo>
                  <a:pt x="101918" y="808482"/>
                </a:lnTo>
                <a:cubicBezTo>
                  <a:pt x="94012" y="808482"/>
                  <a:pt x="87630" y="802100"/>
                  <a:pt x="87630" y="794195"/>
                </a:cubicBezTo>
                <a:lnTo>
                  <a:pt x="87630" y="522351"/>
                </a:lnTo>
                <a:cubicBezTo>
                  <a:pt x="31051" y="464534"/>
                  <a:pt x="0" y="388525"/>
                  <a:pt x="0" y="307467"/>
                </a:cubicBezTo>
                <a:cubicBezTo>
                  <a:pt x="0" y="137922"/>
                  <a:pt x="137922" y="0"/>
                  <a:pt x="307467" y="0"/>
                </a:cubicBezTo>
                <a:cubicBezTo>
                  <a:pt x="477012" y="0"/>
                  <a:pt x="614934" y="137922"/>
                  <a:pt x="614934" y="307467"/>
                </a:cubicBezTo>
                <a:cubicBezTo>
                  <a:pt x="614934" y="308515"/>
                  <a:pt x="614934" y="309467"/>
                  <a:pt x="614934" y="310515"/>
                </a:cubicBezTo>
                <a:lnTo>
                  <a:pt x="614934" y="312230"/>
                </a:lnTo>
                <a:cubicBezTo>
                  <a:pt x="614934" y="312230"/>
                  <a:pt x="614934" y="313468"/>
                  <a:pt x="614934" y="313468"/>
                </a:cubicBezTo>
                <a:cubicBezTo>
                  <a:pt x="614934" y="314516"/>
                  <a:pt x="614934" y="315659"/>
                  <a:pt x="614934" y="316706"/>
                </a:cubicBezTo>
                <a:lnTo>
                  <a:pt x="614934" y="370427"/>
                </a:lnTo>
                <a:lnTo>
                  <a:pt x="690848" y="491109"/>
                </a:lnTo>
                <a:cubicBezTo>
                  <a:pt x="693420" y="495205"/>
                  <a:pt x="693706" y="500253"/>
                  <a:pt x="691801" y="504635"/>
                </a:cubicBezTo>
                <a:cubicBezTo>
                  <a:pt x="689801" y="509016"/>
                  <a:pt x="685800" y="512064"/>
                  <a:pt x="681038" y="512826"/>
                </a:cubicBezTo>
                <a:lnTo>
                  <a:pt x="614934" y="523589"/>
                </a:lnTo>
                <a:lnTo>
                  <a:pt x="614934" y="615982"/>
                </a:lnTo>
                <a:cubicBezTo>
                  <a:pt x="614934" y="659511"/>
                  <a:pt x="579501" y="695039"/>
                  <a:pt x="535877" y="695039"/>
                </a:cubicBezTo>
                <a:lnTo>
                  <a:pt x="447199" y="695039"/>
                </a:lnTo>
                <a:lnTo>
                  <a:pt x="447199" y="794290"/>
                </a:lnTo>
                <a:cubicBezTo>
                  <a:pt x="447199" y="802196"/>
                  <a:pt x="440817" y="808577"/>
                  <a:pt x="432911" y="808577"/>
                </a:cubicBezTo>
                <a:close/>
                <a:moveTo>
                  <a:pt x="116300" y="779907"/>
                </a:moveTo>
                <a:lnTo>
                  <a:pt x="418719" y="779907"/>
                </a:lnTo>
                <a:lnTo>
                  <a:pt x="418719" y="680656"/>
                </a:lnTo>
                <a:cubicBezTo>
                  <a:pt x="418719" y="672751"/>
                  <a:pt x="425101" y="666369"/>
                  <a:pt x="433007" y="666369"/>
                </a:cubicBezTo>
                <a:lnTo>
                  <a:pt x="535972" y="666369"/>
                </a:lnTo>
                <a:cubicBezTo>
                  <a:pt x="563785" y="666369"/>
                  <a:pt x="586454" y="643700"/>
                  <a:pt x="586454" y="615887"/>
                </a:cubicBezTo>
                <a:lnTo>
                  <a:pt x="586454" y="511397"/>
                </a:lnTo>
                <a:cubicBezTo>
                  <a:pt x="586454" y="504349"/>
                  <a:pt x="591503" y="498443"/>
                  <a:pt x="598456" y="497300"/>
                </a:cubicBezTo>
                <a:lnTo>
                  <a:pt x="655225" y="488061"/>
                </a:lnTo>
                <a:lnTo>
                  <a:pt x="588645" y="382143"/>
                </a:lnTo>
                <a:cubicBezTo>
                  <a:pt x="587216" y="379857"/>
                  <a:pt x="586454" y="377190"/>
                  <a:pt x="586454" y="374523"/>
                </a:cubicBezTo>
                <a:lnTo>
                  <a:pt x="586454" y="307467"/>
                </a:lnTo>
                <a:cubicBezTo>
                  <a:pt x="586454" y="153734"/>
                  <a:pt x="461391" y="28575"/>
                  <a:pt x="307562" y="28575"/>
                </a:cubicBezTo>
                <a:cubicBezTo>
                  <a:pt x="153734" y="28575"/>
                  <a:pt x="28670" y="153638"/>
                  <a:pt x="28670" y="307467"/>
                </a:cubicBezTo>
                <a:cubicBezTo>
                  <a:pt x="28670" y="382810"/>
                  <a:pt x="58293" y="453390"/>
                  <a:pt x="112014" y="506254"/>
                </a:cubicBezTo>
                <a:cubicBezTo>
                  <a:pt x="114776" y="508921"/>
                  <a:pt x="116300" y="512636"/>
                  <a:pt x="116300" y="516446"/>
                </a:cubicBezTo>
                <a:lnTo>
                  <a:pt x="116300" y="779907"/>
                </a:lnTo>
                <a:close/>
                <a:moveTo>
                  <a:pt x="308515" y="473964"/>
                </a:moveTo>
                <a:cubicBezTo>
                  <a:pt x="213836" y="473964"/>
                  <a:pt x="136779" y="396907"/>
                  <a:pt x="136779" y="302228"/>
                </a:cubicBezTo>
                <a:cubicBezTo>
                  <a:pt x="136779" y="207550"/>
                  <a:pt x="213836" y="130493"/>
                  <a:pt x="308515" y="130493"/>
                </a:cubicBezTo>
                <a:cubicBezTo>
                  <a:pt x="403193" y="130493"/>
                  <a:pt x="480251" y="207550"/>
                  <a:pt x="480251" y="302228"/>
                </a:cubicBezTo>
                <a:cubicBezTo>
                  <a:pt x="480251" y="396907"/>
                  <a:pt x="403193" y="473964"/>
                  <a:pt x="308515" y="473964"/>
                </a:cubicBezTo>
                <a:close/>
                <a:moveTo>
                  <a:pt x="308515" y="159068"/>
                </a:moveTo>
                <a:cubicBezTo>
                  <a:pt x="229553" y="159068"/>
                  <a:pt x="165354" y="223266"/>
                  <a:pt x="165354" y="302228"/>
                </a:cubicBezTo>
                <a:cubicBezTo>
                  <a:pt x="165354" y="381191"/>
                  <a:pt x="229553" y="445389"/>
                  <a:pt x="308515" y="445389"/>
                </a:cubicBezTo>
                <a:cubicBezTo>
                  <a:pt x="387477" y="445389"/>
                  <a:pt x="451676" y="381191"/>
                  <a:pt x="451676" y="302228"/>
                </a:cubicBezTo>
                <a:cubicBezTo>
                  <a:pt x="451676" y="223266"/>
                  <a:pt x="387477" y="159068"/>
                  <a:pt x="308515" y="159068"/>
                </a:cubicBezTo>
                <a:close/>
                <a:moveTo>
                  <a:pt x="296799" y="355664"/>
                </a:moveTo>
                <a:lnTo>
                  <a:pt x="396812" y="255651"/>
                </a:lnTo>
                <a:cubicBezTo>
                  <a:pt x="402431" y="250031"/>
                  <a:pt x="402431" y="240983"/>
                  <a:pt x="396812" y="235458"/>
                </a:cubicBezTo>
                <a:cubicBezTo>
                  <a:pt x="391192" y="229838"/>
                  <a:pt x="382143" y="229838"/>
                  <a:pt x="376619" y="235458"/>
                </a:cubicBezTo>
                <a:lnTo>
                  <a:pt x="286703" y="325374"/>
                </a:lnTo>
                <a:lnTo>
                  <a:pt x="240506" y="279178"/>
                </a:lnTo>
                <a:cubicBezTo>
                  <a:pt x="234886" y="273558"/>
                  <a:pt x="225838" y="273558"/>
                  <a:pt x="220313" y="279178"/>
                </a:cubicBezTo>
                <a:cubicBezTo>
                  <a:pt x="214789" y="284798"/>
                  <a:pt x="214694" y="293846"/>
                  <a:pt x="220313" y="299371"/>
                </a:cubicBezTo>
                <a:lnTo>
                  <a:pt x="276606" y="355664"/>
                </a:lnTo>
                <a:cubicBezTo>
                  <a:pt x="279368" y="358426"/>
                  <a:pt x="283083" y="359855"/>
                  <a:pt x="286703" y="359855"/>
                </a:cubicBezTo>
                <a:cubicBezTo>
                  <a:pt x="290322" y="359855"/>
                  <a:pt x="294037" y="358426"/>
                  <a:pt x="296799" y="355664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77" name="Freeform: Shape 176">
            <a:extLst>
              <a:ext uri="{FF2B5EF4-FFF2-40B4-BE49-F238E27FC236}">
                <a16:creationId xmlns:a16="http://schemas.microsoft.com/office/drawing/2014/main" id="{EAC53863-43C6-3D90-FC4F-0E14386E5AD2}"/>
              </a:ext>
            </a:extLst>
          </p:cNvPr>
          <p:cNvSpPr/>
          <p:nvPr/>
        </p:nvSpPr>
        <p:spPr>
          <a:xfrm>
            <a:off x="3651064" y="2131036"/>
            <a:ext cx="306282" cy="330786"/>
          </a:xfrm>
          <a:custGeom>
            <a:avLst/>
            <a:gdLst>
              <a:gd name="csX0" fmla="*/ 398862 w 735009"/>
              <a:gd name="csY0" fmla="*/ 187856 h 793815"/>
              <a:gd name="csX1" fmla="*/ 330178 w 735009"/>
              <a:gd name="csY1" fmla="*/ 187967 h 793815"/>
              <a:gd name="csX2" fmla="*/ 317862 w 735009"/>
              <a:gd name="csY2" fmla="*/ 178666 h 793815"/>
              <a:gd name="csX3" fmla="*/ 317862 w 735009"/>
              <a:gd name="csY3" fmla="*/ 123450 h 793815"/>
              <a:gd name="csX4" fmla="*/ 288729 w 735009"/>
              <a:gd name="csY4" fmla="*/ 123450 h 793815"/>
              <a:gd name="csX5" fmla="*/ 281474 w 735009"/>
              <a:gd name="csY5" fmla="*/ 107340 h 793815"/>
              <a:gd name="csX6" fmla="*/ 356930 w 735009"/>
              <a:gd name="csY6" fmla="*/ 3946 h 793815"/>
              <a:gd name="csX7" fmla="*/ 372631 w 735009"/>
              <a:gd name="csY7" fmla="*/ 4094 h 793815"/>
              <a:gd name="csX8" fmla="*/ 448534 w 735009"/>
              <a:gd name="csY8" fmla="*/ 108088 h 793815"/>
              <a:gd name="csX9" fmla="*/ 440757 w 735009"/>
              <a:gd name="csY9" fmla="*/ 123381 h 793815"/>
              <a:gd name="csX10" fmla="*/ 440757 w 735009"/>
              <a:gd name="csY10" fmla="*/ 123418 h 793815"/>
              <a:gd name="csX11" fmla="*/ 411624 w 735009"/>
              <a:gd name="csY11" fmla="*/ 123418 h 793815"/>
              <a:gd name="csX12" fmla="*/ 411624 w 735009"/>
              <a:gd name="csY12" fmla="*/ 178634 h 793815"/>
              <a:gd name="csX13" fmla="*/ 398863 w 735009"/>
              <a:gd name="csY13" fmla="*/ 187861 h 793815"/>
              <a:gd name="csX14" fmla="*/ 629395 w 735009"/>
              <a:gd name="csY14" fmla="*/ 217249 h 793815"/>
              <a:gd name="csX15" fmla="*/ 629395 w 735009"/>
              <a:gd name="csY15" fmla="*/ 420655 h 793815"/>
              <a:gd name="csX16" fmla="*/ 619722 w 735009"/>
              <a:gd name="csY16" fmla="*/ 430329 h 793815"/>
              <a:gd name="csX17" fmla="*/ 545308 w 735009"/>
              <a:gd name="csY17" fmla="*/ 430329 h 793815"/>
              <a:gd name="csX18" fmla="*/ 535634 w 735009"/>
              <a:gd name="csY18" fmla="*/ 420655 h 793815"/>
              <a:gd name="csX19" fmla="*/ 535634 w 735009"/>
              <a:gd name="csY19" fmla="*/ 217249 h 793815"/>
              <a:gd name="csX20" fmla="*/ 506501 w 735009"/>
              <a:gd name="csY20" fmla="*/ 217249 h 793815"/>
              <a:gd name="csX21" fmla="*/ 499246 w 735009"/>
              <a:gd name="csY21" fmla="*/ 201138 h 793815"/>
              <a:gd name="csX22" fmla="*/ 574702 w 735009"/>
              <a:gd name="csY22" fmla="*/ 97744 h 793815"/>
              <a:gd name="csX23" fmla="*/ 590403 w 735009"/>
              <a:gd name="csY23" fmla="*/ 97893 h 793815"/>
              <a:gd name="csX24" fmla="*/ 666306 w 735009"/>
              <a:gd name="csY24" fmla="*/ 201887 h 793815"/>
              <a:gd name="csX25" fmla="*/ 658529 w 735009"/>
              <a:gd name="csY25" fmla="*/ 217180 h 793815"/>
              <a:gd name="csX26" fmla="*/ 658529 w 735009"/>
              <a:gd name="csY26" fmla="*/ 217217 h 793815"/>
              <a:gd name="csX27" fmla="*/ 610048 w 735009"/>
              <a:gd name="csY27" fmla="*/ 410987 h 793815"/>
              <a:gd name="csX28" fmla="*/ 610048 w 735009"/>
              <a:gd name="csY28" fmla="*/ 207581 h 793815"/>
              <a:gd name="csX29" fmla="*/ 619722 w 735009"/>
              <a:gd name="csY29" fmla="*/ 197907 h 793815"/>
              <a:gd name="csX30" fmla="*/ 639553 w 735009"/>
              <a:gd name="csY30" fmla="*/ 197907 h 793815"/>
              <a:gd name="csX31" fmla="*/ 582552 w 735009"/>
              <a:gd name="csY31" fmla="*/ 119773 h 793815"/>
              <a:gd name="csX32" fmla="*/ 525550 w 735009"/>
              <a:gd name="csY32" fmla="*/ 197907 h 793815"/>
              <a:gd name="csX33" fmla="*/ 545381 w 735009"/>
              <a:gd name="csY33" fmla="*/ 197907 h 793815"/>
              <a:gd name="csX34" fmla="*/ 555055 w 735009"/>
              <a:gd name="csY34" fmla="*/ 207581 h 793815"/>
              <a:gd name="csX35" fmla="*/ 555055 w 735009"/>
              <a:gd name="csY35" fmla="*/ 410987 h 793815"/>
              <a:gd name="csX36" fmla="*/ 103995 w 735009"/>
              <a:gd name="csY36" fmla="*/ 685498 h 793815"/>
              <a:gd name="csX37" fmla="*/ 104478 w 735009"/>
              <a:gd name="csY37" fmla="*/ 607735 h 793815"/>
              <a:gd name="csX38" fmla="*/ 187004 w 735009"/>
              <a:gd name="csY38" fmla="*/ 605205 h 793815"/>
              <a:gd name="csX39" fmla="*/ 186222 w 735009"/>
              <a:gd name="csY39" fmla="*/ 689293 h 793815"/>
              <a:gd name="csX40" fmla="*/ 104405 w 735009"/>
              <a:gd name="csY40" fmla="*/ 685944 h 793815"/>
              <a:gd name="csX41" fmla="*/ 103995 w 735009"/>
              <a:gd name="csY41" fmla="*/ 685497 h 793815"/>
              <a:gd name="csX42" fmla="*/ 108534 w 735009"/>
              <a:gd name="csY42" fmla="*/ 647063 h 793815"/>
              <a:gd name="csX43" fmla="*/ 174130 w 735009"/>
              <a:gd name="csY43" fmla="*/ 674075 h 793815"/>
              <a:gd name="csX44" fmla="*/ 146485 w 735009"/>
              <a:gd name="csY44" fmla="*/ 608405 h 793815"/>
              <a:gd name="csX45" fmla="*/ 118766 w 735009"/>
              <a:gd name="csY45" fmla="*/ 620720 h 793815"/>
              <a:gd name="csX46" fmla="*/ 108534 w 735009"/>
              <a:gd name="csY46" fmla="*/ 647063 h 793815"/>
              <a:gd name="csX47" fmla="*/ 98674 w 735009"/>
              <a:gd name="csY47" fmla="*/ 733309 h 793815"/>
              <a:gd name="csX48" fmla="*/ 120253 w 735009"/>
              <a:gd name="csY48" fmla="*/ 742201 h 793815"/>
              <a:gd name="csX49" fmla="*/ 127099 w 735009"/>
              <a:gd name="csY49" fmla="*/ 749345 h 793815"/>
              <a:gd name="csX50" fmla="*/ 133611 w 735009"/>
              <a:gd name="csY50" fmla="*/ 774422 h 793815"/>
              <a:gd name="csX51" fmla="*/ 160102 w 735009"/>
              <a:gd name="csY51" fmla="*/ 774459 h 793815"/>
              <a:gd name="csX52" fmla="*/ 166724 w 735009"/>
              <a:gd name="csY52" fmla="*/ 749121 h 793815"/>
              <a:gd name="csX53" fmla="*/ 173496 w 735009"/>
              <a:gd name="csY53" fmla="*/ 742238 h 793815"/>
              <a:gd name="csX54" fmla="*/ 195560 w 735009"/>
              <a:gd name="csY54" fmla="*/ 733122 h 793815"/>
              <a:gd name="csX55" fmla="*/ 205754 w 735009"/>
              <a:gd name="csY55" fmla="*/ 733606 h 793815"/>
              <a:gd name="csX56" fmla="*/ 227744 w 735009"/>
              <a:gd name="csY56" fmla="*/ 746517 h 793815"/>
              <a:gd name="csX57" fmla="*/ 246497 w 735009"/>
              <a:gd name="csY57" fmla="*/ 727802 h 793815"/>
              <a:gd name="csX58" fmla="*/ 233288 w 735009"/>
              <a:gd name="csY58" fmla="*/ 705217 h 793815"/>
              <a:gd name="csX59" fmla="*/ 233214 w 735009"/>
              <a:gd name="csY59" fmla="*/ 695581 h 793815"/>
              <a:gd name="csX60" fmla="*/ 242330 w 735009"/>
              <a:gd name="csY60" fmla="*/ 673592 h 793815"/>
              <a:gd name="csX61" fmla="*/ 249473 w 735009"/>
              <a:gd name="csY61" fmla="*/ 666746 h 793815"/>
              <a:gd name="csX62" fmla="*/ 274551 w 735009"/>
              <a:gd name="csY62" fmla="*/ 660234 h 793815"/>
              <a:gd name="csX63" fmla="*/ 274588 w 735009"/>
              <a:gd name="csY63" fmla="*/ 633743 h 793815"/>
              <a:gd name="csX64" fmla="*/ 249250 w 735009"/>
              <a:gd name="csY64" fmla="*/ 627121 h 793815"/>
              <a:gd name="csX65" fmla="*/ 242366 w 735009"/>
              <a:gd name="csY65" fmla="*/ 620349 h 793815"/>
              <a:gd name="csX66" fmla="*/ 233251 w 735009"/>
              <a:gd name="csY66" fmla="*/ 598285 h 793815"/>
              <a:gd name="csX67" fmla="*/ 233734 w 735009"/>
              <a:gd name="csY67" fmla="*/ 588090 h 793815"/>
              <a:gd name="csX68" fmla="*/ 246645 w 735009"/>
              <a:gd name="csY68" fmla="*/ 566101 h 793815"/>
              <a:gd name="csX69" fmla="*/ 227931 w 735009"/>
              <a:gd name="csY69" fmla="*/ 547348 h 793815"/>
              <a:gd name="csX70" fmla="*/ 205346 w 735009"/>
              <a:gd name="csY70" fmla="*/ 560557 h 793815"/>
              <a:gd name="csX71" fmla="*/ 195710 w 735009"/>
              <a:gd name="csY71" fmla="*/ 560631 h 793815"/>
              <a:gd name="csX72" fmla="*/ 173720 w 735009"/>
              <a:gd name="csY72" fmla="*/ 551515 h 793815"/>
              <a:gd name="csX73" fmla="*/ 166055 w 735009"/>
              <a:gd name="csY73" fmla="*/ 541172 h 793815"/>
              <a:gd name="csX74" fmla="*/ 160363 w 735009"/>
              <a:gd name="csY74" fmla="*/ 519257 h 793815"/>
              <a:gd name="csX75" fmla="*/ 133872 w 735009"/>
              <a:gd name="csY75" fmla="*/ 519220 h 793815"/>
              <a:gd name="csX76" fmla="*/ 127249 w 735009"/>
              <a:gd name="csY76" fmla="*/ 544558 h 793815"/>
              <a:gd name="csX77" fmla="*/ 120477 w 735009"/>
              <a:gd name="csY77" fmla="*/ 551441 h 793815"/>
              <a:gd name="csX78" fmla="*/ 98414 w 735009"/>
              <a:gd name="csY78" fmla="*/ 560594 h 793815"/>
              <a:gd name="csX79" fmla="*/ 88219 w 735009"/>
              <a:gd name="csY79" fmla="*/ 560148 h 793815"/>
              <a:gd name="csX80" fmla="*/ 66230 w 735009"/>
              <a:gd name="csY80" fmla="*/ 547237 h 793815"/>
              <a:gd name="csX81" fmla="*/ 47477 w 735009"/>
              <a:gd name="csY81" fmla="*/ 565952 h 793815"/>
              <a:gd name="csX82" fmla="*/ 60685 w 735009"/>
              <a:gd name="csY82" fmla="*/ 588536 h 793815"/>
              <a:gd name="csX83" fmla="*/ 60536 w 735009"/>
              <a:gd name="csY83" fmla="*/ 598545 h 793815"/>
              <a:gd name="csX84" fmla="*/ 51644 w 735009"/>
              <a:gd name="csY84" fmla="*/ 620199 h 793815"/>
              <a:gd name="csX85" fmla="*/ 44500 w 735009"/>
              <a:gd name="csY85" fmla="*/ 627045 h 793815"/>
              <a:gd name="csX86" fmla="*/ 19423 w 735009"/>
              <a:gd name="csY86" fmla="*/ 633594 h 793815"/>
              <a:gd name="csX87" fmla="*/ 19423 w 735009"/>
              <a:gd name="csY87" fmla="*/ 660085 h 793815"/>
              <a:gd name="csX88" fmla="*/ 44761 w 735009"/>
              <a:gd name="csY88" fmla="*/ 666708 h 793815"/>
              <a:gd name="csX89" fmla="*/ 51644 w 735009"/>
              <a:gd name="csY89" fmla="*/ 673479 h 793815"/>
              <a:gd name="csX90" fmla="*/ 60760 w 735009"/>
              <a:gd name="csY90" fmla="*/ 695543 h 793815"/>
              <a:gd name="csX91" fmla="*/ 60314 w 735009"/>
              <a:gd name="csY91" fmla="*/ 705738 h 793815"/>
              <a:gd name="csX92" fmla="*/ 47402 w 735009"/>
              <a:gd name="csY92" fmla="*/ 727727 h 793815"/>
              <a:gd name="csX93" fmla="*/ 66117 w 735009"/>
              <a:gd name="csY93" fmla="*/ 746480 h 793815"/>
              <a:gd name="csX94" fmla="*/ 88702 w 735009"/>
              <a:gd name="csY94" fmla="*/ 733272 h 793815"/>
              <a:gd name="csX95" fmla="*/ 98674 w 735009"/>
              <a:gd name="csY95" fmla="*/ 733309 h 793815"/>
              <a:gd name="csX96" fmla="*/ 101613 w 735009"/>
              <a:gd name="csY96" fmla="*/ 756153 h 793815"/>
              <a:gd name="csX97" fmla="*/ 109724 w 735009"/>
              <a:gd name="csY97" fmla="*/ 759167 h 793815"/>
              <a:gd name="csX98" fmla="*/ 116830 w 735009"/>
              <a:gd name="csY98" fmla="*/ 786515 h 793815"/>
              <a:gd name="csX99" fmla="*/ 126541 w 735009"/>
              <a:gd name="csY99" fmla="*/ 793733 h 793815"/>
              <a:gd name="csX100" fmla="*/ 167581 w 735009"/>
              <a:gd name="csY100" fmla="*/ 793770 h 793815"/>
              <a:gd name="csX101" fmla="*/ 176920 w 735009"/>
              <a:gd name="csY101" fmla="*/ 786552 h 793815"/>
              <a:gd name="csX102" fmla="*/ 184063 w 735009"/>
              <a:gd name="csY102" fmla="*/ 759242 h 793815"/>
              <a:gd name="csX103" fmla="*/ 200100 w 735009"/>
              <a:gd name="csY103" fmla="*/ 752656 h 793815"/>
              <a:gd name="csX104" fmla="*/ 224433 w 735009"/>
              <a:gd name="csY104" fmla="*/ 766943 h 793815"/>
              <a:gd name="csX105" fmla="*/ 236117 w 735009"/>
              <a:gd name="csY105" fmla="*/ 765455 h 793815"/>
              <a:gd name="csX106" fmla="*/ 265398 w 735009"/>
              <a:gd name="csY106" fmla="*/ 736211 h 793815"/>
              <a:gd name="csX107" fmla="*/ 266701 w 735009"/>
              <a:gd name="csY107" fmla="*/ 724119 h 793815"/>
              <a:gd name="csX108" fmla="*/ 252673 w 735009"/>
              <a:gd name="csY108" fmla="*/ 700120 h 793815"/>
              <a:gd name="csX109" fmla="*/ 259296 w 735009"/>
              <a:gd name="csY109" fmla="*/ 684121 h 793815"/>
              <a:gd name="csX110" fmla="*/ 286643 w 735009"/>
              <a:gd name="csY110" fmla="*/ 677015 h 793815"/>
              <a:gd name="csX111" fmla="*/ 293861 w 735009"/>
              <a:gd name="csY111" fmla="*/ 667304 h 793815"/>
              <a:gd name="csX112" fmla="*/ 293861 w 735009"/>
              <a:gd name="csY112" fmla="*/ 660235 h 793815"/>
              <a:gd name="csX113" fmla="*/ 456415 w 735009"/>
              <a:gd name="csY113" fmla="*/ 660235 h 793815"/>
              <a:gd name="csX114" fmla="*/ 481976 w 735009"/>
              <a:gd name="csY114" fmla="*/ 678726 h 793815"/>
              <a:gd name="csX115" fmla="*/ 489120 w 735009"/>
              <a:gd name="csY115" fmla="*/ 700716 h 793815"/>
              <a:gd name="csX116" fmla="*/ 475391 w 735009"/>
              <a:gd name="csY116" fmla="*/ 742685 h 793815"/>
              <a:gd name="csX117" fmla="*/ 535294 w 735009"/>
              <a:gd name="csY117" fmla="*/ 786180 h 793815"/>
              <a:gd name="csX118" fmla="*/ 570976 w 735009"/>
              <a:gd name="csY118" fmla="*/ 760172 h 793815"/>
              <a:gd name="csX119" fmla="*/ 594119 w 735009"/>
              <a:gd name="csY119" fmla="*/ 760172 h 793815"/>
              <a:gd name="csX120" fmla="*/ 629800 w 735009"/>
              <a:gd name="csY120" fmla="*/ 786180 h 793815"/>
              <a:gd name="csX121" fmla="*/ 689704 w 735009"/>
              <a:gd name="csY121" fmla="*/ 742685 h 793815"/>
              <a:gd name="csX122" fmla="*/ 675975 w 735009"/>
              <a:gd name="csY122" fmla="*/ 700716 h 793815"/>
              <a:gd name="csX123" fmla="*/ 683119 w 735009"/>
              <a:gd name="csY123" fmla="*/ 678726 h 793815"/>
              <a:gd name="csX124" fmla="*/ 718874 w 735009"/>
              <a:gd name="csY124" fmla="*/ 652830 h 793815"/>
              <a:gd name="csX125" fmla="*/ 695993 w 735009"/>
              <a:gd name="csY125" fmla="*/ 582397 h 793815"/>
              <a:gd name="csX126" fmla="*/ 651828 w 735009"/>
              <a:gd name="csY126" fmla="*/ 582472 h 793815"/>
              <a:gd name="csX127" fmla="*/ 633113 w 735009"/>
              <a:gd name="csY127" fmla="*/ 568891 h 793815"/>
              <a:gd name="csX128" fmla="*/ 619533 w 735009"/>
              <a:gd name="csY128" fmla="*/ 526884 h 793815"/>
              <a:gd name="csX129" fmla="*/ 550699 w 735009"/>
              <a:gd name="csY129" fmla="*/ 516317 h 793815"/>
              <a:gd name="csX130" fmla="*/ 477253 w 735009"/>
              <a:gd name="csY130" fmla="*/ 449382 h 793815"/>
              <a:gd name="csX131" fmla="*/ 179263 w 735009"/>
              <a:gd name="csY131" fmla="*/ 515536 h 793815"/>
              <a:gd name="csX132" fmla="*/ 177105 w 735009"/>
              <a:gd name="csY132" fmla="*/ 507201 h 793815"/>
              <a:gd name="csX133" fmla="*/ 167394 w 735009"/>
              <a:gd name="csY133" fmla="*/ 499983 h 793815"/>
              <a:gd name="csX134" fmla="*/ 126355 w 735009"/>
              <a:gd name="csY134" fmla="*/ 499946 h 793815"/>
              <a:gd name="csX135" fmla="*/ 117016 w 735009"/>
              <a:gd name="csY135" fmla="*/ 507164 h 793815"/>
              <a:gd name="csX136" fmla="*/ 109872 w 735009"/>
              <a:gd name="csY136" fmla="*/ 534474 h 793815"/>
              <a:gd name="csX137" fmla="*/ 93799 w 735009"/>
              <a:gd name="csY137" fmla="*/ 541097 h 793815"/>
              <a:gd name="csX138" fmla="*/ 69428 w 735009"/>
              <a:gd name="csY138" fmla="*/ 526809 h 793815"/>
              <a:gd name="csX139" fmla="*/ 57745 w 735009"/>
              <a:gd name="csY139" fmla="*/ 528298 h 793815"/>
              <a:gd name="csX140" fmla="*/ 28463 w 735009"/>
              <a:gd name="csY140" fmla="*/ 557542 h 793815"/>
              <a:gd name="csX141" fmla="*/ 27161 w 735009"/>
              <a:gd name="csY141" fmla="*/ 569634 h 793815"/>
              <a:gd name="csX142" fmla="*/ 41188 w 735009"/>
              <a:gd name="csY142" fmla="*/ 593633 h 793815"/>
              <a:gd name="csX143" fmla="*/ 34565 w 735009"/>
              <a:gd name="csY143" fmla="*/ 609632 h 793815"/>
              <a:gd name="csX144" fmla="*/ 7255 w 735009"/>
              <a:gd name="csY144" fmla="*/ 616738 h 793815"/>
              <a:gd name="csX145" fmla="*/ 37 w 735009"/>
              <a:gd name="csY145" fmla="*/ 626449 h 793815"/>
              <a:gd name="csX146" fmla="*/ 0 w 735009"/>
              <a:gd name="csY146" fmla="*/ 667488 h 793815"/>
              <a:gd name="csX147" fmla="*/ 7218 w 735009"/>
              <a:gd name="csY147" fmla="*/ 676827 h 793815"/>
              <a:gd name="csX148" fmla="*/ 34528 w 735009"/>
              <a:gd name="csY148" fmla="*/ 683971 h 793815"/>
              <a:gd name="csX149" fmla="*/ 41151 w 735009"/>
              <a:gd name="csY149" fmla="*/ 699970 h 793815"/>
              <a:gd name="csX150" fmla="*/ 26864 w 735009"/>
              <a:gd name="csY150" fmla="*/ 724304 h 793815"/>
              <a:gd name="csX151" fmla="*/ 28352 w 735009"/>
              <a:gd name="csY151" fmla="*/ 735987 h 793815"/>
              <a:gd name="csX152" fmla="*/ 57596 w 735009"/>
              <a:gd name="csY152" fmla="*/ 765269 h 793815"/>
              <a:gd name="csX153" fmla="*/ 69688 w 735009"/>
              <a:gd name="csY153" fmla="*/ 766571 h 793815"/>
              <a:gd name="csX154" fmla="*/ 93687 w 735009"/>
              <a:gd name="csY154" fmla="*/ 752544 h 793815"/>
              <a:gd name="csX155" fmla="*/ 101612 w 735009"/>
              <a:gd name="csY155" fmla="*/ 756153 h 793815"/>
              <a:gd name="csX156" fmla="*/ 188789 w 735009"/>
              <a:gd name="csY156" fmla="*/ 536145 h 793815"/>
              <a:gd name="csX157" fmla="*/ 200248 w 735009"/>
              <a:gd name="csY157" fmla="*/ 541205 h 793815"/>
              <a:gd name="csX158" fmla="*/ 224246 w 735009"/>
              <a:gd name="csY158" fmla="*/ 527178 h 793815"/>
              <a:gd name="csX159" fmla="*/ 236338 w 735009"/>
              <a:gd name="csY159" fmla="*/ 528480 h 793815"/>
              <a:gd name="csX160" fmla="*/ 265583 w 735009"/>
              <a:gd name="csY160" fmla="*/ 557762 h 793815"/>
              <a:gd name="csX161" fmla="*/ 267071 w 735009"/>
              <a:gd name="csY161" fmla="*/ 569445 h 793815"/>
              <a:gd name="csX162" fmla="*/ 252784 w 735009"/>
              <a:gd name="csY162" fmla="*/ 593779 h 793815"/>
              <a:gd name="csX163" fmla="*/ 259369 w 735009"/>
              <a:gd name="csY163" fmla="*/ 609815 h 793815"/>
              <a:gd name="csX164" fmla="*/ 286679 w 735009"/>
              <a:gd name="csY164" fmla="*/ 616959 h 793815"/>
              <a:gd name="csX165" fmla="*/ 293898 w 735009"/>
              <a:gd name="csY165" fmla="*/ 626298 h 793815"/>
              <a:gd name="csX166" fmla="*/ 293898 w 735009"/>
              <a:gd name="csY166" fmla="*/ 640882 h 793815"/>
              <a:gd name="csX167" fmla="*/ 435287 w 735009"/>
              <a:gd name="csY167" fmla="*/ 640882 h 793815"/>
              <a:gd name="csX168" fmla="*/ 469071 w 735009"/>
              <a:gd name="csY168" fmla="*/ 582430 h 793815"/>
              <a:gd name="csX169" fmla="*/ 513235 w 735009"/>
              <a:gd name="csY169" fmla="*/ 582505 h 793815"/>
              <a:gd name="csX170" fmla="*/ 531950 w 735009"/>
              <a:gd name="csY170" fmla="*/ 568924 h 793815"/>
              <a:gd name="csX171" fmla="*/ 541922 w 735009"/>
              <a:gd name="csY171" fmla="*/ 538005 h 793815"/>
              <a:gd name="csX172" fmla="*/ 260563 w 735009"/>
              <a:gd name="csY172" fmla="*/ 466903 h 793815"/>
              <a:gd name="csX173" fmla="*/ 188790 w 735009"/>
              <a:gd name="csY173" fmla="*/ 536145 h 793815"/>
              <a:gd name="csX174" fmla="*/ 193849 w 735009"/>
              <a:gd name="csY174" fmla="*/ 217248 h 793815"/>
              <a:gd name="csX175" fmla="*/ 193849 w 735009"/>
              <a:gd name="csY175" fmla="*/ 420654 h 793815"/>
              <a:gd name="csX176" fmla="*/ 184175 w 735009"/>
              <a:gd name="csY176" fmla="*/ 430328 h 793815"/>
              <a:gd name="csX177" fmla="*/ 109761 w 735009"/>
              <a:gd name="csY177" fmla="*/ 430328 h 793815"/>
              <a:gd name="csX178" fmla="*/ 100087 w 735009"/>
              <a:gd name="csY178" fmla="*/ 420654 h 793815"/>
              <a:gd name="csX179" fmla="*/ 100087 w 735009"/>
              <a:gd name="csY179" fmla="*/ 217248 h 793815"/>
              <a:gd name="csX180" fmla="*/ 70954 w 735009"/>
              <a:gd name="csY180" fmla="*/ 217248 h 793815"/>
              <a:gd name="csX181" fmla="*/ 63699 w 735009"/>
              <a:gd name="csY181" fmla="*/ 201137 h 793815"/>
              <a:gd name="csX182" fmla="*/ 139155 w 735009"/>
              <a:gd name="csY182" fmla="*/ 97744 h 793815"/>
              <a:gd name="csX183" fmla="*/ 154856 w 735009"/>
              <a:gd name="csY183" fmla="*/ 97892 h 793815"/>
              <a:gd name="csX184" fmla="*/ 230759 w 735009"/>
              <a:gd name="csY184" fmla="*/ 201886 h 793815"/>
              <a:gd name="csX185" fmla="*/ 222983 w 735009"/>
              <a:gd name="csY185" fmla="*/ 217179 h 793815"/>
              <a:gd name="csX186" fmla="*/ 222983 w 735009"/>
              <a:gd name="csY186" fmla="*/ 217216 h 793815"/>
              <a:gd name="csX187" fmla="*/ 174502 w 735009"/>
              <a:gd name="csY187" fmla="*/ 410986 h 793815"/>
              <a:gd name="csX188" fmla="*/ 119473 w 735009"/>
              <a:gd name="csY188" fmla="*/ 410986 h 793815"/>
              <a:gd name="csX189" fmla="*/ 119473 w 735009"/>
              <a:gd name="csY189" fmla="*/ 207580 h 793815"/>
              <a:gd name="csX190" fmla="*/ 109799 w 735009"/>
              <a:gd name="csY190" fmla="*/ 197906 h 793815"/>
              <a:gd name="csX191" fmla="*/ 89968 w 735009"/>
              <a:gd name="csY191" fmla="*/ 197906 h 793815"/>
              <a:gd name="csX192" fmla="*/ 146969 w 735009"/>
              <a:gd name="csY192" fmla="*/ 119772 h 793815"/>
              <a:gd name="csX193" fmla="*/ 203971 w 735009"/>
              <a:gd name="csY193" fmla="*/ 197906 h 793815"/>
              <a:gd name="csX194" fmla="*/ 184140 w 735009"/>
              <a:gd name="csY194" fmla="*/ 197906 h 793815"/>
              <a:gd name="csX195" fmla="*/ 174466 w 735009"/>
              <a:gd name="csY195" fmla="*/ 207580 h 793815"/>
              <a:gd name="csX196" fmla="*/ 614738 w 735009"/>
              <a:gd name="csY196" fmla="*/ 574845 h 793815"/>
              <a:gd name="csX197" fmla="*/ 651833 w 735009"/>
              <a:gd name="csY197" fmla="*/ 601820 h 793815"/>
              <a:gd name="csX198" fmla="*/ 695997 w 735009"/>
              <a:gd name="csY198" fmla="*/ 601745 h 793815"/>
              <a:gd name="csX199" fmla="*/ 707531 w 735009"/>
              <a:gd name="csY199" fmla="*/ 637241 h 793815"/>
              <a:gd name="csX200" fmla="*/ 671775 w 735009"/>
              <a:gd name="csY200" fmla="*/ 663138 h 793815"/>
              <a:gd name="csX201" fmla="*/ 657599 w 735009"/>
              <a:gd name="csY201" fmla="*/ 706744 h 793815"/>
              <a:gd name="csX202" fmla="*/ 671328 w 735009"/>
              <a:gd name="csY202" fmla="*/ 748713 h 793815"/>
              <a:gd name="csX203" fmla="*/ 641153 w 735009"/>
              <a:gd name="csY203" fmla="*/ 770666 h 793815"/>
              <a:gd name="csX204" fmla="*/ 605472 w 735009"/>
              <a:gd name="csY204" fmla="*/ 744658 h 793815"/>
              <a:gd name="csX205" fmla="*/ 559633 w 735009"/>
              <a:gd name="csY205" fmla="*/ 744658 h 793815"/>
              <a:gd name="csX206" fmla="*/ 523951 w 735009"/>
              <a:gd name="csY206" fmla="*/ 770666 h 793815"/>
              <a:gd name="csX207" fmla="*/ 493776 w 735009"/>
              <a:gd name="csY207" fmla="*/ 748713 h 793815"/>
              <a:gd name="csX208" fmla="*/ 507505 w 735009"/>
              <a:gd name="csY208" fmla="*/ 706744 h 793815"/>
              <a:gd name="csX209" fmla="*/ 493329 w 735009"/>
              <a:gd name="csY209" fmla="*/ 663138 h 793815"/>
              <a:gd name="csX210" fmla="*/ 457573 w 735009"/>
              <a:gd name="csY210" fmla="*/ 637241 h 793815"/>
              <a:gd name="csX211" fmla="*/ 469107 w 735009"/>
              <a:gd name="csY211" fmla="*/ 601745 h 793815"/>
              <a:gd name="csX212" fmla="*/ 513271 w 735009"/>
              <a:gd name="csY212" fmla="*/ 601820 h 793815"/>
              <a:gd name="csX213" fmla="*/ 550367 w 735009"/>
              <a:gd name="csY213" fmla="*/ 574845 h 793815"/>
              <a:gd name="csX214" fmla="*/ 563947 w 735009"/>
              <a:gd name="csY214" fmla="*/ 532838 h 793815"/>
              <a:gd name="csX215" fmla="*/ 601266 w 735009"/>
              <a:gd name="csY215" fmla="*/ 532838 h 793815"/>
              <a:gd name="csX216" fmla="*/ 364744 w 735009"/>
              <a:gd name="csY216" fmla="*/ 381402 h 793815"/>
              <a:gd name="csX217" fmla="*/ 445484 w 735009"/>
              <a:gd name="csY217" fmla="*/ 300662 h 793815"/>
              <a:gd name="csX218" fmla="*/ 364744 w 735009"/>
              <a:gd name="csY218" fmla="*/ 219923 h 793815"/>
              <a:gd name="csX219" fmla="*/ 284005 w 735009"/>
              <a:gd name="csY219" fmla="*/ 300662 h 793815"/>
              <a:gd name="csX220" fmla="*/ 364744 w 735009"/>
              <a:gd name="csY220" fmla="*/ 381402 h 793815"/>
              <a:gd name="csX221" fmla="*/ 435549 w 735009"/>
              <a:gd name="csY221" fmla="*/ 371467 h 793815"/>
              <a:gd name="csX222" fmla="*/ 293979 w 735009"/>
              <a:gd name="csY222" fmla="*/ 371467 h 793815"/>
              <a:gd name="csX223" fmla="*/ 293979 w 735009"/>
              <a:gd name="csY223" fmla="*/ 229897 h 793815"/>
              <a:gd name="csX224" fmla="*/ 435549 w 735009"/>
              <a:gd name="csY224" fmla="*/ 229897 h 793815"/>
              <a:gd name="csX225" fmla="*/ 435549 w 735009"/>
              <a:gd name="csY225" fmla="*/ 371467 h 793815"/>
              <a:gd name="csX226" fmla="*/ 384911 w 735009"/>
              <a:gd name="csY226" fmla="*/ 165232 h 793815"/>
              <a:gd name="csX227" fmla="*/ 392278 w 735009"/>
              <a:gd name="csY227" fmla="*/ 166460 h 793815"/>
              <a:gd name="csX228" fmla="*/ 392278 w 735009"/>
              <a:gd name="csY228" fmla="*/ 113812 h 793815"/>
              <a:gd name="csX229" fmla="*/ 401951 w 735009"/>
              <a:gd name="csY229" fmla="*/ 104139 h 793815"/>
              <a:gd name="csX230" fmla="*/ 421782 w 735009"/>
              <a:gd name="csY230" fmla="*/ 104139 h 793815"/>
              <a:gd name="csX231" fmla="*/ 364781 w 735009"/>
              <a:gd name="csY231" fmla="*/ 26004 h 793815"/>
              <a:gd name="csX232" fmla="*/ 307780 w 735009"/>
              <a:gd name="csY232" fmla="*/ 104139 h 793815"/>
              <a:gd name="csX233" fmla="*/ 327611 w 735009"/>
              <a:gd name="csY233" fmla="*/ 104139 h 793815"/>
              <a:gd name="csX234" fmla="*/ 337284 w 735009"/>
              <a:gd name="csY234" fmla="*/ 113812 h 793815"/>
              <a:gd name="csX235" fmla="*/ 337284 w 735009"/>
              <a:gd name="csY235" fmla="*/ 166460 h 793815"/>
              <a:gd name="csX236" fmla="*/ 384909 w 735009"/>
              <a:gd name="csY236" fmla="*/ 165232 h 7938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</a:cxnLst>
            <a:rect l="l" t="t" r="r" b="b"/>
            <a:pathLst>
              <a:path w="735009" h="793815">
                <a:moveTo>
                  <a:pt x="398862" y="187856"/>
                </a:moveTo>
                <a:cubicBezTo>
                  <a:pt x="376463" y="181531"/>
                  <a:pt x="352576" y="181605"/>
                  <a:pt x="330178" y="187967"/>
                </a:cubicBezTo>
                <a:cubicBezTo>
                  <a:pt x="323965" y="189753"/>
                  <a:pt x="317862" y="185028"/>
                  <a:pt x="317862" y="178666"/>
                </a:cubicBezTo>
                <a:lnTo>
                  <a:pt x="317862" y="123450"/>
                </a:lnTo>
                <a:lnTo>
                  <a:pt x="288729" y="123450"/>
                </a:lnTo>
                <a:cubicBezTo>
                  <a:pt x="281176" y="123450"/>
                  <a:pt x="275632" y="114632"/>
                  <a:pt x="281474" y="107340"/>
                </a:cubicBezTo>
                <a:lnTo>
                  <a:pt x="356930" y="3946"/>
                </a:lnTo>
                <a:cubicBezTo>
                  <a:pt x="360874" y="-1487"/>
                  <a:pt x="368836" y="-1189"/>
                  <a:pt x="372631" y="4094"/>
                </a:cubicBezTo>
                <a:lnTo>
                  <a:pt x="448534" y="108088"/>
                </a:lnTo>
                <a:cubicBezTo>
                  <a:pt x="453222" y="114525"/>
                  <a:pt x="448385" y="123418"/>
                  <a:pt x="440757" y="123381"/>
                </a:cubicBezTo>
                <a:lnTo>
                  <a:pt x="440757" y="123418"/>
                </a:lnTo>
                <a:lnTo>
                  <a:pt x="411624" y="123418"/>
                </a:lnTo>
                <a:lnTo>
                  <a:pt x="411624" y="178634"/>
                </a:lnTo>
                <a:cubicBezTo>
                  <a:pt x="411624" y="185331"/>
                  <a:pt x="405076" y="189944"/>
                  <a:pt x="398863" y="187861"/>
                </a:cubicBezTo>
                <a:close/>
                <a:moveTo>
                  <a:pt x="629395" y="217249"/>
                </a:moveTo>
                <a:lnTo>
                  <a:pt x="629395" y="420655"/>
                </a:lnTo>
                <a:cubicBezTo>
                  <a:pt x="629395" y="426013"/>
                  <a:pt x="625042" y="430329"/>
                  <a:pt x="619722" y="430329"/>
                </a:cubicBezTo>
                <a:lnTo>
                  <a:pt x="545308" y="430329"/>
                </a:lnTo>
                <a:cubicBezTo>
                  <a:pt x="539950" y="430329"/>
                  <a:pt x="535634" y="426013"/>
                  <a:pt x="535634" y="420655"/>
                </a:cubicBezTo>
                <a:lnTo>
                  <a:pt x="535634" y="217249"/>
                </a:lnTo>
                <a:lnTo>
                  <a:pt x="506501" y="217249"/>
                </a:lnTo>
                <a:cubicBezTo>
                  <a:pt x="498948" y="217249"/>
                  <a:pt x="493404" y="208431"/>
                  <a:pt x="499246" y="201138"/>
                </a:cubicBezTo>
                <a:lnTo>
                  <a:pt x="574702" y="97744"/>
                </a:lnTo>
                <a:cubicBezTo>
                  <a:pt x="578646" y="92312"/>
                  <a:pt x="586608" y="92610"/>
                  <a:pt x="590403" y="97893"/>
                </a:cubicBezTo>
                <a:lnTo>
                  <a:pt x="666306" y="201887"/>
                </a:lnTo>
                <a:cubicBezTo>
                  <a:pt x="670994" y="208324"/>
                  <a:pt x="666157" y="217217"/>
                  <a:pt x="658529" y="217180"/>
                </a:cubicBezTo>
                <a:lnTo>
                  <a:pt x="658529" y="217217"/>
                </a:lnTo>
                <a:close/>
                <a:moveTo>
                  <a:pt x="610048" y="410987"/>
                </a:moveTo>
                <a:lnTo>
                  <a:pt x="610048" y="207581"/>
                </a:lnTo>
                <a:cubicBezTo>
                  <a:pt x="610048" y="202223"/>
                  <a:pt x="614364" y="197907"/>
                  <a:pt x="619722" y="197907"/>
                </a:cubicBezTo>
                <a:lnTo>
                  <a:pt x="639553" y="197907"/>
                </a:lnTo>
                <a:lnTo>
                  <a:pt x="582552" y="119773"/>
                </a:lnTo>
                <a:lnTo>
                  <a:pt x="525550" y="197907"/>
                </a:lnTo>
                <a:lnTo>
                  <a:pt x="545381" y="197907"/>
                </a:lnTo>
                <a:cubicBezTo>
                  <a:pt x="550739" y="197907"/>
                  <a:pt x="555055" y="202261"/>
                  <a:pt x="555055" y="207581"/>
                </a:cubicBezTo>
                <a:lnTo>
                  <a:pt x="555055" y="410987"/>
                </a:lnTo>
                <a:close/>
                <a:moveTo>
                  <a:pt x="103995" y="685498"/>
                </a:moveTo>
                <a:cubicBezTo>
                  <a:pt x="83977" y="663323"/>
                  <a:pt x="84535" y="629501"/>
                  <a:pt x="104478" y="607735"/>
                </a:cubicBezTo>
                <a:cubicBezTo>
                  <a:pt x="125351" y="584295"/>
                  <a:pt x="163750" y="582583"/>
                  <a:pt x="187004" y="605205"/>
                </a:cubicBezTo>
                <a:cubicBezTo>
                  <a:pt x="211076" y="628645"/>
                  <a:pt x="210481" y="666782"/>
                  <a:pt x="186222" y="689293"/>
                </a:cubicBezTo>
                <a:cubicBezTo>
                  <a:pt x="162484" y="711319"/>
                  <a:pt x="125091" y="709124"/>
                  <a:pt x="104405" y="685944"/>
                </a:cubicBezTo>
                <a:cubicBezTo>
                  <a:pt x="104256" y="685758"/>
                  <a:pt x="104144" y="685646"/>
                  <a:pt x="103995" y="685497"/>
                </a:cubicBezTo>
                <a:close/>
                <a:moveTo>
                  <a:pt x="108534" y="647063"/>
                </a:moveTo>
                <a:cubicBezTo>
                  <a:pt x="108534" y="680735"/>
                  <a:pt x="149796" y="698371"/>
                  <a:pt x="174130" y="674075"/>
                </a:cubicBezTo>
                <a:cubicBezTo>
                  <a:pt x="198537" y="649704"/>
                  <a:pt x="180752" y="607958"/>
                  <a:pt x="146485" y="608405"/>
                </a:cubicBezTo>
                <a:cubicBezTo>
                  <a:pt x="136328" y="608516"/>
                  <a:pt x="126022" y="612720"/>
                  <a:pt x="118766" y="620720"/>
                </a:cubicBezTo>
                <a:cubicBezTo>
                  <a:pt x="111919" y="628348"/>
                  <a:pt x="108534" y="637762"/>
                  <a:pt x="108534" y="647063"/>
                </a:cubicBezTo>
                <a:close/>
                <a:moveTo>
                  <a:pt x="98674" y="733309"/>
                </a:moveTo>
                <a:cubicBezTo>
                  <a:pt x="105259" y="736992"/>
                  <a:pt x="112961" y="740155"/>
                  <a:pt x="120253" y="742201"/>
                </a:cubicBezTo>
                <a:cubicBezTo>
                  <a:pt x="123788" y="743168"/>
                  <a:pt x="126318" y="745996"/>
                  <a:pt x="127099" y="749345"/>
                </a:cubicBezTo>
                <a:lnTo>
                  <a:pt x="133611" y="774422"/>
                </a:lnTo>
                <a:lnTo>
                  <a:pt x="160102" y="774459"/>
                </a:lnTo>
                <a:lnTo>
                  <a:pt x="166724" y="749121"/>
                </a:lnTo>
                <a:cubicBezTo>
                  <a:pt x="167617" y="745661"/>
                  <a:pt x="170296" y="743131"/>
                  <a:pt x="173496" y="742238"/>
                </a:cubicBezTo>
                <a:cubicBezTo>
                  <a:pt x="181310" y="740080"/>
                  <a:pt x="188416" y="737140"/>
                  <a:pt x="195560" y="733122"/>
                </a:cubicBezTo>
                <a:cubicBezTo>
                  <a:pt x="198871" y="731262"/>
                  <a:pt x="202815" y="731559"/>
                  <a:pt x="205754" y="733606"/>
                </a:cubicBezTo>
                <a:lnTo>
                  <a:pt x="227744" y="746517"/>
                </a:lnTo>
                <a:lnTo>
                  <a:pt x="246497" y="727802"/>
                </a:lnTo>
                <a:lnTo>
                  <a:pt x="233288" y="705217"/>
                </a:lnTo>
                <a:cubicBezTo>
                  <a:pt x="231502" y="702129"/>
                  <a:pt x="231577" y="698483"/>
                  <a:pt x="233214" y="695581"/>
                </a:cubicBezTo>
                <a:cubicBezTo>
                  <a:pt x="237046" y="688809"/>
                  <a:pt x="240246" y="681108"/>
                  <a:pt x="242330" y="673592"/>
                </a:cubicBezTo>
                <a:cubicBezTo>
                  <a:pt x="243297" y="670057"/>
                  <a:pt x="246125" y="667527"/>
                  <a:pt x="249473" y="666746"/>
                </a:cubicBezTo>
                <a:lnTo>
                  <a:pt x="274551" y="660234"/>
                </a:lnTo>
                <a:lnTo>
                  <a:pt x="274588" y="633743"/>
                </a:lnTo>
                <a:lnTo>
                  <a:pt x="249250" y="627121"/>
                </a:lnTo>
                <a:cubicBezTo>
                  <a:pt x="245789" y="626228"/>
                  <a:pt x="243259" y="623549"/>
                  <a:pt x="242366" y="620349"/>
                </a:cubicBezTo>
                <a:cubicBezTo>
                  <a:pt x="240208" y="612535"/>
                  <a:pt x="237269" y="605429"/>
                  <a:pt x="233251" y="598285"/>
                </a:cubicBezTo>
                <a:cubicBezTo>
                  <a:pt x="231390" y="594974"/>
                  <a:pt x="231688" y="591030"/>
                  <a:pt x="233734" y="588090"/>
                </a:cubicBezTo>
                <a:lnTo>
                  <a:pt x="246645" y="566101"/>
                </a:lnTo>
                <a:lnTo>
                  <a:pt x="227931" y="547348"/>
                </a:lnTo>
                <a:lnTo>
                  <a:pt x="205346" y="560557"/>
                </a:lnTo>
                <a:cubicBezTo>
                  <a:pt x="202258" y="562343"/>
                  <a:pt x="198612" y="562268"/>
                  <a:pt x="195710" y="560631"/>
                </a:cubicBezTo>
                <a:cubicBezTo>
                  <a:pt x="188938" y="556799"/>
                  <a:pt x="181199" y="553599"/>
                  <a:pt x="173720" y="551515"/>
                </a:cubicBezTo>
                <a:cubicBezTo>
                  <a:pt x="168362" y="550027"/>
                  <a:pt x="167097" y="545785"/>
                  <a:pt x="166055" y="541172"/>
                </a:cubicBezTo>
                <a:lnTo>
                  <a:pt x="160363" y="519257"/>
                </a:lnTo>
                <a:lnTo>
                  <a:pt x="133872" y="519220"/>
                </a:lnTo>
                <a:lnTo>
                  <a:pt x="127249" y="544558"/>
                </a:lnTo>
                <a:cubicBezTo>
                  <a:pt x="126356" y="548018"/>
                  <a:pt x="123677" y="550549"/>
                  <a:pt x="120477" y="551441"/>
                </a:cubicBezTo>
                <a:cubicBezTo>
                  <a:pt x="112664" y="553600"/>
                  <a:pt x="105557" y="556576"/>
                  <a:pt x="98414" y="560594"/>
                </a:cubicBezTo>
                <a:cubicBezTo>
                  <a:pt x="95102" y="562455"/>
                  <a:pt x="91158" y="562157"/>
                  <a:pt x="88219" y="560148"/>
                </a:cubicBezTo>
                <a:lnTo>
                  <a:pt x="66230" y="547237"/>
                </a:lnTo>
                <a:lnTo>
                  <a:pt x="47477" y="565952"/>
                </a:lnTo>
                <a:lnTo>
                  <a:pt x="60685" y="588536"/>
                </a:lnTo>
                <a:cubicBezTo>
                  <a:pt x="62583" y="591736"/>
                  <a:pt x="62397" y="595606"/>
                  <a:pt x="60536" y="598545"/>
                </a:cubicBezTo>
                <a:cubicBezTo>
                  <a:pt x="57113" y="604312"/>
                  <a:pt x="53467" y="613614"/>
                  <a:pt x="51644" y="620199"/>
                </a:cubicBezTo>
                <a:cubicBezTo>
                  <a:pt x="50676" y="623734"/>
                  <a:pt x="47849" y="626264"/>
                  <a:pt x="44500" y="627045"/>
                </a:cubicBezTo>
                <a:lnTo>
                  <a:pt x="19423" y="633594"/>
                </a:lnTo>
                <a:lnTo>
                  <a:pt x="19423" y="660085"/>
                </a:lnTo>
                <a:lnTo>
                  <a:pt x="44761" y="666708"/>
                </a:lnTo>
                <a:cubicBezTo>
                  <a:pt x="48221" y="667601"/>
                  <a:pt x="50751" y="670279"/>
                  <a:pt x="51644" y="673479"/>
                </a:cubicBezTo>
                <a:cubicBezTo>
                  <a:pt x="53802" y="681293"/>
                  <a:pt x="56779" y="688399"/>
                  <a:pt x="60760" y="695543"/>
                </a:cubicBezTo>
                <a:cubicBezTo>
                  <a:pt x="62620" y="698854"/>
                  <a:pt x="62323" y="702798"/>
                  <a:pt x="60314" y="705738"/>
                </a:cubicBezTo>
                <a:lnTo>
                  <a:pt x="47402" y="727727"/>
                </a:lnTo>
                <a:lnTo>
                  <a:pt x="66117" y="746480"/>
                </a:lnTo>
                <a:lnTo>
                  <a:pt x="88702" y="733272"/>
                </a:lnTo>
                <a:cubicBezTo>
                  <a:pt x="91864" y="731300"/>
                  <a:pt x="95734" y="731486"/>
                  <a:pt x="98674" y="733309"/>
                </a:cubicBezTo>
                <a:close/>
                <a:moveTo>
                  <a:pt x="101613" y="756153"/>
                </a:moveTo>
                <a:cubicBezTo>
                  <a:pt x="104255" y="757232"/>
                  <a:pt x="106971" y="758237"/>
                  <a:pt x="109724" y="759167"/>
                </a:cubicBezTo>
                <a:lnTo>
                  <a:pt x="116830" y="786515"/>
                </a:lnTo>
                <a:cubicBezTo>
                  <a:pt x="117984" y="790979"/>
                  <a:pt x="122077" y="793919"/>
                  <a:pt x="126541" y="793733"/>
                </a:cubicBezTo>
                <a:lnTo>
                  <a:pt x="167581" y="793770"/>
                </a:lnTo>
                <a:cubicBezTo>
                  <a:pt x="172083" y="793770"/>
                  <a:pt x="175841" y="790719"/>
                  <a:pt x="176920" y="786552"/>
                </a:cubicBezTo>
                <a:lnTo>
                  <a:pt x="184063" y="759242"/>
                </a:lnTo>
                <a:lnTo>
                  <a:pt x="200100" y="752656"/>
                </a:lnTo>
                <a:lnTo>
                  <a:pt x="224433" y="766943"/>
                </a:lnTo>
                <a:cubicBezTo>
                  <a:pt x="228303" y="769213"/>
                  <a:pt x="233102" y="768469"/>
                  <a:pt x="236117" y="765455"/>
                </a:cubicBezTo>
                <a:lnTo>
                  <a:pt x="265398" y="736211"/>
                </a:lnTo>
                <a:cubicBezTo>
                  <a:pt x="268710" y="732936"/>
                  <a:pt x="269119" y="727876"/>
                  <a:pt x="266701" y="724119"/>
                </a:cubicBezTo>
                <a:lnTo>
                  <a:pt x="252673" y="700120"/>
                </a:lnTo>
                <a:lnTo>
                  <a:pt x="259296" y="684121"/>
                </a:lnTo>
                <a:lnTo>
                  <a:pt x="286643" y="677015"/>
                </a:lnTo>
                <a:cubicBezTo>
                  <a:pt x="291108" y="675861"/>
                  <a:pt x="294047" y="671731"/>
                  <a:pt x="293861" y="667304"/>
                </a:cubicBezTo>
                <a:lnTo>
                  <a:pt x="293861" y="660235"/>
                </a:lnTo>
                <a:lnTo>
                  <a:pt x="456415" y="660235"/>
                </a:lnTo>
                <a:lnTo>
                  <a:pt x="481976" y="678726"/>
                </a:lnTo>
                <a:cubicBezTo>
                  <a:pt x="489046" y="683861"/>
                  <a:pt x="491837" y="692381"/>
                  <a:pt x="489120" y="700716"/>
                </a:cubicBezTo>
                <a:lnTo>
                  <a:pt x="475391" y="742685"/>
                </a:lnTo>
                <a:cubicBezTo>
                  <a:pt x="463707" y="778441"/>
                  <a:pt x="504784" y="808429"/>
                  <a:pt x="535294" y="786180"/>
                </a:cubicBezTo>
                <a:lnTo>
                  <a:pt x="570976" y="760172"/>
                </a:lnTo>
                <a:cubicBezTo>
                  <a:pt x="577971" y="755074"/>
                  <a:pt x="587124" y="755074"/>
                  <a:pt x="594119" y="760172"/>
                </a:cubicBezTo>
                <a:lnTo>
                  <a:pt x="629800" y="786180"/>
                </a:lnTo>
                <a:cubicBezTo>
                  <a:pt x="660310" y="808429"/>
                  <a:pt x="701424" y="778441"/>
                  <a:pt x="689704" y="742685"/>
                </a:cubicBezTo>
                <a:lnTo>
                  <a:pt x="675975" y="700716"/>
                </a:lnTo>
                <a:cubicBezTo>
                  <a:pt x="673259" y="692419"/>
                  <a:pt x="676012" y="683861"/>
                  <a:pt x="683119" y="678726"/>
                </a:cubicBezTo>
                <a:lnTo>
                  <a:pt x="718874" y="652830"/>
                </a:lnTo>
                <a:cubicBezTo>
                  <a:pt x="749384" y="630766"/>
                  <a:pt x="733757" y="582323"/>
                  <a:pt x="695993" y="582397"/>
                </a:cubicBezTo>
                <a:lnTo>
                  <a:pt x="651828" y="582472"/>
                </a:lnTo>
                <a:cubicBezTo>
                  <a:pt x="643159" y="582472"/>
                  <a:pt x="635792" y="577188"/>
                  <a:pt x="633113" y="568891"/>
                </a:cubicBezTo>
                <a:lnTo>
                  <a:pt x="619533" y="526884"/>
                </a:lnTo>
                <a:cubicBezTo>
                  <a:pt x="609524" y="495853"/>
                  <a:pt x="568745" y="490607"/>
                  <a:pt x="550699" y="516317"/>
                </a:cubicBezTo>
                <a:cubicBezTo>
                  <a:pt x="531463" y="489007"/>
                  <a:pt x="506349" y="466088"/>
                  <a:pt x="477253" y="449382"/>
                </a:cubicBezTo>
                <a:cubicBezTo>
                  <a:pt x="375307" y="390892"/>
                  <a:pt x="246976" y="420397"/>
                  <a:pt x="179263" y="515536"/>
                </a:cubicBezTo>
                <a:lnTo>
                  <a:pt x="177105" y="507201"/>
                </a:lnTo>
                <a:cubicBezTo>
                  <a:pt x="175952" y="502736"/>
                  <a:pt x="171822" y="499797"/>
                  <a:pt x="167394" y="499983"/>
                </a:cubicBezTo>
                <a:lnTo>
                  <a:pt x="126355" y="499946"/>
                </a:lnTo>
                <a:cubicBezTo>
                  <a:pt x="121853" y="499946"/>
                  <a:pt x="118095" y="502997"/>
                  <a:pt x="117016" y="507164"/>
                </a:cubicBezTo>
                <a:lnTo>
                  <a:pt x="109872" y="534474"/>
                </a:lnTo>
                <a:lnTo>
                  <a:pt x="93799" y="541097"/>
                </a:lnTo>
                <a:lnTo>
                  <a:pt x="69428" y="526809"/>
                </a:lnTo>
                <a:cubicBezTo>
                  <a:pt x="65559" y="524540"/>
                  <a:pt x="60759" y="525284"/>
                  <a:pt x="57745" y="528298"/>
                </a:cubicBezTo>
                <a:lnTo>
                  <a:pt x="28463" y="557542"/>
                </a:lnTo>
                <a:cubicBezTo>
                  <a:pt x="25152" y="560817"/>
                  <a:pt x="24742" y="565914"/>
                  <a:pt x="27161" y="569634"/>
                </a:cubicBezTo>
                <a:lnTo>
                  <a:pt x="41188" y="593633"/>
                </a:lnTo>
                <a:lnTo>
                  <a:pt x="34565" y="609632"/>
                </a:lnTo>
                <a:lnTo>
                  <a:pt x="7255" y="616738"/>
                </a:lnTo>
                <a:cubicBezTo>
                  <a:pt x="2791" y="617892"/>
                  <a:pt x="-149" y="622022"/>
                  <a:pt x="37" y="626449"/>
                </a:cubicBezTo>
                <a:lnTo>
                  <a:pt x="0" y="667488"/>
                </a:lnTo>
                <a:cubicBezTo>
                  <a:pt x="0" y="671990"/>
                  <a:pt x="3051" y="675748"/>
                  <a:pt x="7218" y="676827"/>
                </a:cubicBezTo>
                <a:lnTo>
                  <a:pt x="34528" y="683971"/>
                </a:lnTo>
                <a:lnTo>
                  <a:pt x="41151" y="699970"/>
                </a:lnTo>
                <a:lnTo>
                  <a:pt x="26864" y="724304"/>
                </a:lnTo>
                <a:cubicBezTo>
                  <a:pt x="24594" y="728173"/>
                  <a:pt x="25338" y="732973"/>
                  <a:pt x="28352" y="735987"/>
                </a:cubicBezTo>
                <a:lnTo>
                  <a:pt x="57596" y="765269"/>
                </a:lnTo>
                <a:cubicBezTo>
                  <a:pt x="60871" y="768580"/>
                  <a:pt x="65968" y="768990"/>
                  <a:pt x="69688" y="766571"/>
                </a:cubicBezTo>
                <a:lnTo>
                  <a:pt x="93687" y="752544"/>
                </a:lnTo>
                <a:cubicBezTo>
                  <a:pt x="96366" y="753883"/>
                  <a:pt x="99007" y="755074"/>
                  <a:pt x="101612" y="756153"/>
                </a:cubicBezTo>
                <a:close/>
                <a:moveTo>
                  <a:pt x="188789" y="536145"/>
                </a:moveTo>
                <a:lnTo>
                  <a:pt x="200248" y="541205"/>
                </a:lnTo>
                <a:lnTo>
                  <a:pt x="224246" y="527178"/>
                </a:lnTo>
                <a:cubicBezTo>
                  <a:pt x="228004" y="524722"/>
                  <a:pt x="233064" y="525168"/>
                  <a:pt x="236338" y="528480"/>
                </a:cubicBezTo>
                <a:lnTo>
                  <a:pt x="265583" y="557762"/>
                </a:lnTo>
                <a:cubicBezTo>
                  <a:pt x="268597" y="560776"/>
                  <a:pt x="269341" y="565575"/>
                  <a:pt x="267071" y="569445"/>
                </a:cubicBezTo>
                <a:lnTo>
                  <a:pt x="252784" y="593779"/>
                </a:lnTo>
                <a:lnTo>
                  <a:pt x="259369" y="609815"/>
                </a:lnTo>
                <a:lnTo>
                  <a:pt x="286679" y="616959"/>
                </a:lnTo>
                <a:cubicBezTo>
                  <a:pt x="290847" y="618038"/>
                  <a:pt x="293898" y="621795"/>
                  <a:pt x="293898" y="626298"/>
                </a:cubicBezTo>
                <a:lnTo>
                  <a:pt x="293898" y="640882"/>
                </a:lnTo>
                <a:lnTo>
                  <a:pt x="435287" y="640882"/>
                </a:lnTo>
                <a:cubicBezTo>
                  <a:pt x="420627" y="615842"/>
                  <a:pt x="438152" y="582356"/>
                  <a:pt x="469071" y="582430"/>
                </a:cubicBezTo>
                <a:lnTo>
                  <a:pt x="513235" y="582505"/>
                </a:lnTo>
                <a:cubicBezTo>
                  <a:pt x="521905" y="582505"/>
                  <a:pt x="529272" y="577221"/>
                  <a:pt x="531950" y="568924"/>
                </a:cubicBezTo>
                <a:lnTo>
                  <a:pt x="541922" y="538005"/>
                </a:lnTo>
                <a:cubicBezTo>
                  <a:pt x="482688" y="442193"/>
                  <a:pt x="358309" y="409941"/>
                  <a:pt x="260563" y="466903"/>
                </a:cubicBezTo>
                <a:cubicBezTo>
                  <a:pt x="231467" y="483868"/>
                  <a:pt x="206799" y="507681"/>
                  <a:pt x="188790" y="536145"/>
                </a:cubicBezTo>
                <a:close/>
                <a:moveTo>
                  <a:pt x="193849" y="217248"/>
                </a:moveTo>
                <a:lnTo>
                  <a:pt x="193849" y="420654"/>
                </a:lnTo>
                <a:cubicBezTo>
                  <a:pt x="193849" y="426012"/>
                  <a:pt x="189533" y="430328"/>
                  <a:pt x="184175" y="430328"/>
                </a:cubicBezTo>
                <a:lnTo>
                  <a:pt x="109761" y="430328"/>
                </a:lnTo>
                <a:cubicBezTo>
                  <a:pt x="104403" y="430328"/>
                  <a:pt x="100087" y="426012"/>
                  <a:pt x="100087" y="420654"/>
                </a:cubicBezTo>
                <a:lnTo>
                  <a:pt x="100087" y="217248"/>
                </a:lnTo>
                <a:lnTo>
                  <a:pt x="70954" y="217248"/>
                </a:lnTo>
                <a:cubicBezTo>
                  <a:pt x="63401" y="217248"/>
                  <a:pt x="57857" y="208430"/>
                  <a:pt x="63699" y="201137"/>
                </a:cubicBezTo>
                <a:lnTo>
                  <a:pt x="139155" y="97744"/>
                </a:lnTo>
                <a:cubicBezTo>
                  <a:pt x="143099" y="92311"/>
                  <a:pt x="151061" y="92609"/>
                  <a:pt x="154856" y="97892"/>
                </a:cubicBezTo>
                <a:lnTo>
                  <a:pt x="230759" y="201886"/>
                </a:lnTo>
                <a:cubicBezTo>
                  <a:pt x="235447" y="208323"/>
                  <a:pt x="230610" y="217216"/>
                  <a:pt x="222983" y="217179"/>
                </a:cubicBezTo>
                <a:lnTo>
                  <a:pt x="222983" y="217216"/>
                </a:lnTo>
                <a:close/>
                <a:moveTo>
                  <a:pt x="174502" y="410986"/>
                </a:moveTo>
                <a:lnTo>
                  <a:pt x="119473" y="410986"/>
                </a:lnTo>
                <a:lnTo>
                  <a:pt x="119473" y="207580"/>
                </a:lnTo>
                <a:cubicBezTo>
                  <a:pt x="119473" y="202222"/>
                  <a:pt x="115157" y="197906"/>
                  <a:pt x="109799" y="197906"/>
                </a:cubicBezTo>
                <a:lnTo>
                  <a:pt x="89968" y="197906"/>
                </a:lnTo>
                <a:lnTo>
                  <a:pt x="146969" y="119772"/>
                </a:lnTo>
                <a:lnTo>
                  <a:pt x="203971" y="197906"/>
                </a:lnTo>
                <a:lnTo>
                  <a:pt x="184140" y="197906"/>
                </a:lnTo>
                <a:cubicBezTo>
                  <a:pt x="178782" y="197906"/>
                  <a:pt x="174466" y="202260"/>
                  <a:pt x="174466" y="207580"/>
                </a:cubicBezTo>
                <a:close/>
                <a:moveTo>
                  <a:pt x="614738" y="574845"/>
                </a:moveTo>
                <a:cubicBezTo>
                  <a:pt x="620021" y="591179"/>
                  <a:pt x="634643" y="601820"/>
                  <a:pt x="651833" y="601820"/>
                </a:cubicBezTo>
                <a:lnTo>
                  <a:pt x="695997" y="601745"/>
                </a:lnTo>
                <a:cubicBezTo>
                  <a:pt x="714973" y="601708"/>
                  <a:pt x="723009" y="626042"/>
                  <a:pt x="707531" y="637241"/>
                </a:cubicBezTo>
                <a:lnTo>
                  <a:pt x="671775" y="663138"/>
                </a:lnTo>
                <a:cubicBezTo>
                  <a:pt x="657897" y="673184"/>
                  <a:pt x="652278" y="690485"/>
                  <a:pt x="657599" y="706744"/>
                </a:cubicBezTo>
                <a:lnTo>
                  <a:pt x="671328" y="748713"/>
                </a:lnTo>
                <a:cubicBezTo>
                  <a:pt x="677244" y="766833"/>
                  <a:pt x="656520" y="781865"/>
                  <a:pt x="641153" y="770666"/>
                </a:cubicBezTo>
                <a:lnTo>
                  <a:pt x="605472" y="744658"/>
                </a:lnTo>
                <a:cubicBezTo>
                  <a:pt x="591557" y="734500"/>
                  <a:pt x="573548" y="734500"/>
                  <a:pt x="559633" y="744658"/>
                </a:cubicBezTo>
                <a:lnTo>
                  <a:pt x="523951" y="770666"/>
                </a:lnTo>
                <a:cubicBezTo>
                  <a:pt x="508584" y="781865"/>
                  <a:pt x="487823" y="766833"/>
                  <a:pt x="493776" y="748713"/>
                </a:cubicBezTo>
                <a:lnTo>
                  <a:pt x="507505" y="706744"/>
                </a:lnTo>
                <a:cubicBezTo>
                  <a:pt x="512826" y="690485"/>
                  <a:pt x="507207" y="673184"/>
                  <a:pt x="493329" y="663138"/>
                </a:cubicBezTo>
                <a:lnTo>
                  <a:pt x="457573" y="637241"/>
                </a:lnTo>
                <a:cubicBezTo>
                  <a:pt x="442095" y="626042"/>
                  <a:pt x="450132" y="601708"/>
                  <a:pt x="469107" y="601745"/>
                </a:cubicBezTo>
                <a:lnTo>
                  <a:pt x="513271" y="601820"/>
                </a:lnTo>
                <a:cubicBezTo>
                  <a:pt x="530461" y="601857"/>
                  <a:pt x="545083" y="591179"/>
                  <a:pt x="550367" y="574845"/>
                </a:cubicBezTo>
                <a:lnTo>
                  <a:pt x="563947" y="532838"/>
                </a:lnTo>
                <a:cubicBezTo>
                  <a:pt x="569789" y="514756"/>
                  <a:pt x="595425" y="514756"/>
                  <a:pt x="601266" y="532838"/>
                </a:cubicBezTo>
                <a:close/>
                <a:moveTo>
                  <a:pt x="364744" y="381402"/>
                </a:moveTo>
                <a:cubicBezTo>
                  <a:pt x="409356" y="381402"/>
                  <a:pt x="445484" y="345274"/>
                  <a:pt x="445484" y="300662"/>
                </a:cubicBezTo>
                <a:cubicBezTo>
                  <a:pt x="445484" y="256051"/>
                  <a:pt x="409356" y="219923"/>
                  <a:pt x="364744" y="219923"/>
                </a:cubicBezTo>
                <a:cubicBezTo>
                  <a:pt x="320133" y="219923"/>
                  <a:pt x="284005" y="256051"/>
                  <a:pt x="284005" y="300662"/>
                </a:cubicBezTo>
                <a:cubicBezTo>
                  <a:pt x="284005" y="345274"/>
                  <a:pt x="320170" y="381402"/>
                  <a:pt x="364744" y="381402"/>
                </a:cubicBezTo>
                <a:close/>
                <a:moveTo>
                  <a:pt x="435549" y="371467"/>
                </a:moveTo>
                <a:cubicBezTo>
                  <a:pt x="396444" y="410572"/>
                  <a:pt x="333079" y="410572"/>
                  <a:pt x="293979" y="371467"/>
                </a:cubicBezTo>
                <a:cubicBezTo>
                  <a:pt x="254874" y="332362"/>
                  <a:pt x="254874" y="268997"/>
                  <a:pt x="293979" y="229897"/>
                </a:cubicBezTo>
                <a:cubicBezTo>
                  <a:pt x="333084" y="190792"/>
                  <a:pt x="396449" y="190792"/>
                  <a:pt x="435549" y="229897"/>
                </a:cubicBezTo>
                <a:cubicBezTo>
                  <a:pt x="474617" y="268965"/>
                  <a:pt x="474617" y="332367"/>
                  <a:pt x="435549" y="371467"/>
                </a:cubicBezTo>
                <a:close/>
                <a:moveTo>
                  <a:pt x="384911" y="165232"/>
                </a:moveTo>
                <a:cubicBezTo>
                  <a:pt x="387404" y="165567"/>
                  <a:pt x="389859" y="165976"/>
                  <a:pt x="392278" y="166460"/>
                </a:cubicBezTo>
                <a:lnTo>
                  <a:pt x="392278" y="113812"/>
                </a:lnTo>
                <a:cubicBezTo>
                  <a:pt x="392278" y="108454"/>
                  <a:pt x="396594" y="104139"/>
                  <a:pt x="401951" y="104139"/>
                </a:cubicBezTo>
                <a:lnTo>
                  <a:pt x="421782" y="104139"/>
                </a:lnTo>
                <a:lnTo>
                  <a:pt x="364781" y="26004"/>
                </a:lnTo>
                <a:lnTo>
                  <a:pt x="307780" y="104139"/>
                </a:lnTo>
                <a:lnTo>
                  <a:pt x="327611" y="104139"/>
                </a:lnTo>
                <a:cubicBezTo>
                  <a:pt x="332968" y="104139"/>
                  <a:pt x="337284" y="108492"/>
                  <a:pt x="337284" y="113812"/>
                </a:cubicBezTo>
                <a:lnTo>
                  <a:pt x="337284" y="166460"/>
                </a:lnTo>
                <a:cubicBezTo>
                  <a:pt x="353059" y="163409"/>
                  <a:pt x="368910" y="163000"/>
                  <a:pt x="384909" y="165232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17781B55-CD65-D96C-49F5-A43A64A2E68C}"/>
              </a:ext>
            </a:extLst>
          </p:cNvPr>
          <p:cNvGrpSpPr/>
          <p:nvPr/>
        </p:nvGrpSpPr>
        <p:grpSpPr>
          <a:xfrm>
            <a:off x="10533259" y="2174295"/>
            <a:ext cx="303382" cy="244269"/>
            <a:chOff x="12803726" y="1121704"/>
            <a:chExt cx="824281" cy="663669"/>
          </a:xfrm>
          <a:solidFill>
            <a:schemeClr val="accent1"/>
          </a:solidFill>
        </p:grpSpPr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D6100E80-A4B4-489F-736C-40ED0578C7F6}"/>
                </a:ext>
              </a:extLst>
            </p:cNvPr>
            <p:cNvSpPr/>
            <p:nvPr/>
          </p:nvSpPr>
          <p:spPr>
            <a:xfrm>
              <a:off x="12803726" y="1163201"/>
              <a:ext cx="622210" cy="622172"/>
            </a:xfrm>
            <a:custGeom>
              <a:avLst/>
              <a:gdLst>
                <a:gd name="csX0" fmla="*/ 546978 w 622210"/>
                <a:gd name="csY0" fmla="*/ 622172 h 622172"/>
                <a:gd name="csX1" fmla="*/ 75195 w 622210"/>
                <a:gd name="csY1" fmla="*/ 622172 h 622172"/>
                <a:gd name="csX2" fmla="*/ 0 w 622210"/>
                <a:gd name="csY2" fmla="*/ 546977 h 622172"/>
                <a:gd name="csX3" fmla="*/ 0 w 622210"/>
                <a:gd name="csY3" fmla="*/ 75232 h 622172"/>
                <a:gd name="csX4" fmla="*/ 75195 w 622210"/>
                <a:gd name="csY4" fmla="*/ 0 h 622172"/>
                <a:gd name="csX5" fmla="*/ 534186 w 622210"/>
                <a:gd name="csY5" fmla="*/ 0 h 622172"/>
                <a:gd name="csX6" fmla="*/ 546315 w 622210"/>
                <a:gd name="csY6" fmla="*/ 12092 h 622172"/>
                <a:gd name="csX7" fmla="*/ 534186 w 622210"/>
                <a:gd name="csY7" fmla="*/ 24184 h 622172"/>
                <a:gd name="csX8" fmla="*/ 75195 w 622210"/>
                <a:gd name="csY8" fmla="*/ 24184 h 622172"/>
                <a:gd name="csX9" fmla="*/ 24184 w 622210"/>
                <a:gd name="csY9" fmla="*/ 75232 h 622172"/>
                <a:gd name="csX10" fmla="*/ 24184 w 622210"/>
                <a:gd name="csY10" fmla="*/ 546977 h 622172"/>
                <a:gd name="csX11" fmla="*/ 75195 w 622210"/>
                <a:gd name="csY11" fmla="*/ 597988 h 622172"/>
                <a:gd name="csX12" fmla="*/ 546978 w 622210"/>
                <a:gd name="csY12" fmla="*/ 597988 h 622172"/>
                <a:gd name="csX13" fmla="*/ 598026 w 622210"/>
                <a:gd name="csY13" fmla="*/ 546977 h 622172"/>
                <a:gd name="csX14" fmla="*/ 598026 w 622210"/>
                <a:gd name="csY14" fmla="*/ 302337 h 622172"/>
                <a:gd name="csX15" fmla="*/ 610081 w 622210"/>
                <a:gd name="csY15" fmla="*/ 290282 h 622172"/>
                <a:gd name="csX16" fmla="*/ 622210 w 622210"/>
                <a:gd name="csY16" fmla="*/ 302337 h 622172"/>
                <a:gd name="csX17" fmla="*/ 622210 w 622210"/>
                <a:gd name="csY17" fmla="*/ 546977 h 622172"/>
                <a:gd name="csX18" fmla="*/ 546978 w 622210"/>
                <a:gd name="csY18" fmla="*/ 622172 h 6221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622210" h="622172">
                  <a:moveTo>
                    <a:pt x="546978" y="622172"/>
                  </a:moveTo>
                  <a:lnTo>
                    <a:pt x="75195" y="622172"/>
                  </a:lnTo>
                  <a:cubicBezTo>
                    <a:pt x="33709" y="622135"/>
                    <a:pt x="37" y="588499"/>
                    <a:pt x="0" y="546977"/>
                  </a:cubicBezTo>
                  <a:lnTo>
                    <a:pt x="0" y="75232"/>
                  </a:lnTo>
                  <a:cubicBezTo>
                    <a:pt x="37" y="33709"/>
                    <a:pt x="33710" y="37"/>
                    <a:pt x="75195" y="0"/>
                  </a:cubicBezTo>
                  <a:lnTo>
                    <a:pt x="534186" y="0"/>
                  </a:lnTo>
                  <a:cubicBezTo>
                    <a:pt x="540883" y="0"/>
                    <a:pt x="546315" y="5432"/>
                    <a:pt x="546315" y="12092"/>
                  </a:cubicBezTo>
                  <a:cubicBezTo>
                    <a:pt x="546315" y="18752"/>
                    <a:pt x="540883" y="24184"/>
                    <a:pt x="534186" y="24184"/>
                  </a:cubicBezTo>
                  <a:lnTo>
                    <a:pt x="75195" y="24184"/>
                  </a:lnTo>
                  <a:cubicBezTo>
                    <a:pt x="47030" y="24221"/>
                    <a:pt x="24221" y="47029"/>
                    <a:pt x="24184" y="75232"/>
                  </a:cubicBezTo>
                  <a:lnTo>
                    <a:pt x="24184" y="546977"/>
                  </a:lnTo>
                  <a:cubicBezTo>
                    <a:pt x="24221" y="575142"/>
                    <a:pt x="47029" y="597988"/>
                    <a:pt x="75195" y="597988"/>
                  </a:cubicBezTo>
                  <a:lnTo>
                    <a:pt x="546978" y="597988"/>
                  </a:lnTo>
                  <a:cubicBezTo>
                    <a:pt x="575143" y="597951"/>
                    <a:pt x="597952" y="575143"/>
                    <a:pt x="598026" y="546977"/>
                  </a:cubicBezTo>
                  <a:lnTo>
                    <a:pt x="598026" y="302337"/>
                  </a:lnTo>
                  <a:cubicBezTo>
                    <a:pt x="598026" y="295677"/>
                    <a:pt x="603421" y="290282"/>
                    <a:pt x="610081" y="290282"/>
                  </a:cubicBezTo>
                  <a:cubicBezTo>
                    <a:pt x="616778" y="290282"/>
                    <a:pt x="622210" y="295677"/>
                    <a:pt x="622210" y="302337"/>
                  </a:cubicBezTo>
                  <a:lnTo>
                    <a:pt x="622210" y="546977"/>
                  </a:lnTo>
                  <a:cubicBezTo>
                    <a:pt x="622136" y="588500"/>
                    <a:pt x="588500" y="622135"/>
                    <a:pt x="546978" y="62217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FB143A2C-434A-51CA-5F12-8622EDF7DA5A}"/>
                </a:ext>
              </a:extLst>
            </p:cNvPr>
            <p:cNvSpPr/>
            <p:nvPr/>
          </p:nvSpPr>
          <p:spPr>
            <a:xfrm>
              <a:off x="13018000" y="1163200"/>
              <a:ext cx="193625" cy="260147"/>
            </a:xfrm>
            <a:custGeom>
              <a:avLst/>
              <a:gdLst>
                <a:gd name="csX0" fmla="*/ 12092 w 193625"/>
                <a:gd name="csY0" fmla="*/ 260147 h 260147"/>
                <a:gd name="csX1" fmla="*/ 3535 w 193625"/>
                <a:gd name="csY1" fmla="*/ 256612 h 260147"/>
                <a:gd name="csX2" fmla="*/ 0 w 193625"/>
                <a:gd name="csY2" fmla="*/ 248055 h 260147"/>
                <a:gd name="csX3" fmla="*/ 0 w 193625"/>
                <a:gd name="csY3" fmla="*/ 12092 h 260147"/>
                <a:gd name="csX4" fmla="*/ 12092 w 193625"/>
                <a:gd name="csY4" fmla="*/ 0 h 260147"/>
                <a:gd name="csX5" fmla="*/ 181570 w 193625"/>
                <a:gd name="csY5" fmla="*/ 0 h 260147"/>
                <a:gd name="csX6" fmla="*/ 193625 w 193625"/>
                <a:gd name="csY6" fmla="*/ 12092 h 260147"/>
                <a:gd name="csX7" fmla="*/ 193625 w 193625"/>
                <a:gd name="csY7" fmla="*/ 248055 h 260147"/>
                <a:gd name="csX8" fmla="*/ 186779 w 193625"/>
                <a:gd name="csY8" fmla="*/ 258956 h 260147"/>
                <a:gd name="csX9" fmla="*/ 173979 w 193625"/>
                <a:gd name="csY9" fmla="*/ 257468 h 260147"/>
                <a:gd name="csX10" fmla="*/ 96961 w 193625"/>
                <a:gd name="csY10" fmla="*/ 195778 h 260147"/>
                <a:gd name="csX11" fmla="*/ 19645 w 193625"/>
                <a:gd name="csY11" fmla="*/ 257468 h 260147"/>
                <a:gd name="csX12" fmla="*/ 19645 w 193625"/>
                <a:gd name="csY12" fmla="*/ 257505 h 260147"/>
                <a:gd name="csX13" fmla="*/ 12092 w 193625"/>
                <a:gd name="csY13" fmla="*/ 260147 h 260147"/>
                <a:gd name="csX14" fmla="*/ 24184 w 193625"/>
                <a:gd name="csY14" fmla="*/ 24184 h 260147"/>
                <a:gd name="csX15" fmla="*/ 24184 w 193625"/>
                <a:gd name="csY15" fmla="*/ 222942 h 260147"/>
                <a:gd name="csX16" fmla="*/ 89446 w 193625"/>
                <a:gd name="csY16" fmla="*/ 170852 h 260147"/>
                <a:gd name="csX17" fmla="*/ 104514 w 193625"/>
                <a:gd name="csY17" fmla="*/ 170852 h 260147"/>
                <a:gd name="csX18" fmla="*/ 169441 w 193625"/>
                <a:gd name="csY18" fmla="*/ 222867 h 260147"/>
                <a:gd name="csX19" fmla="*/ 169441 w 193625"/>
                <a:gd name="csY19" fmla="*/ 24185 h 2601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193625" h="260147">
                  <a:moveTo>
                    <a:pt x="12092" y="260147"/>
                  </a:moveTo>
                  <a:cubicBezTo>
                    <a:pt x="8892" y="260147"/>
                    <a:pt x="5804" y="258882"/>
                    <a:pt x="3535" y="256612"/>
                  </a:cubicBezTo>
                  <a:cubicBezTo>
                    <a:pt x="1265" y="254343"/>
                    <a:pt x="0" y="251255"/>
                    <a:pt x="0" y="248055"/>
                  </a:cubicBezTo>
                  <a:lnTo>
                    <a:pt x="0" y="12092"/>
                  </a:lnTo>
                  <a:cubicBezTo>
                    <a:pt x="0" y="5432"/>
                    <a:pt x="5432" y="0"/>
                    <a:pt x="12092" y="0"/>
                  </a:cubicBezTo>
                  <a:lnTo>
                    <a:pt x="181570" y="0"/>
                  </a:lnTo>
                  <a:cubicBezTo>
                    <a:pt x="188230" y="0"/>
                    <a:pt x="193625" y="5432"/>
                    <a:pt x="193625" y="12092"/>
                  </a:cubicBezTo>
                  <a:lnTo>
                    <a:pt x="193625" y="248055"/>
                  </a:lnTo>
                  <a:cubicBezTo>
                    <a:pt x="193625" y="252706"/>
                    <a:pt x="190983" y="256947"/>
                    <a:pt x="186779" y="258956"/>
                  </a:cubicBezTo>
                  <a:cubicBezTo>
                    <a:pt x="182612" y="260965"/>
                    <a:pt x="177626" y="260370"/>
                    <a:pt x="173979" y="257468"/>
                  </a:cubicBezTo>
                  <a:lnTo>
                    <a:pt x="96961" y="195778"/>
                  </a:lnTo>
                  <a:lnTo>
                    <a:pt x="19645" y="257468"/>
                  </a:lnTo>
                  <a:lnTo>
                    <a:pt x="19645" y="257505"/>
                  </a:lnTo>
                  <a:cubicBezTo>
                    <a:pt x="17487" y="259217"/>
                    <a:pt x="14845" y="260147"/>
                    <a:pt x="12092" y="260147"/>
                  </a:cubicBezTo>
                  <a:close/>
                  <a:moveTo>
                    <a:pt x="24184" y="24184"/>
                  </a:moveTo>
                  <a:lnTo>
                    <a:pt x="24184" y="222942"/>
                  </a:lnTo>
                  <a:lnTo>
                    <a:pt x="89446" y="170852"/>
                  </a:lnTo>
                  <a:cubicBezTo>
                    <a:pt x="93836" y="167318"/>
                    <a:pt x="100124" y="167318"/>
                    <a:pt x="104514" y="170852"/>
                  </a:cubicBezTo>
                  <a:lnTo>
                    <a:pt x="169441" y="222867"/>
                  </a:lnTo>
                  <a:lnTo>
                    <a:pt x="169441" y="2418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ED20A9B8-4B4C-CBD9-0CD5-6D183C9C4C14}"/>
                </a:ext>
              </a:extLst>
            </p:cNvPr>
            <p:cNvSpPr/>
            <p:nvPr/>
          </p:nvSpPr>
          <p:spPr>
            <a:xfrm>
              <a:off x="12908759" y="1518778"/>
              <a:ext cx="24183" cy="146970"/>
            </a:xfrm>
            <a:custGeom>
              <a:avLst/>
              <a:gdLst>
                <a:gd name="csX0" fmla="*/ 12129 w 24183"/>
                <a:gd name="csY0" fmla="*/ 146971 h 146970"/>
                <a:gd name="csX1" fmla="*/ 0 w 24183"/>
                <a:gd name="csY1" fmla="*/ 134879 h 146970"/>
                <a:gd name="csX2" fmla="*/ 0 w 24183"/>
                <a:gd name="csY2" fmla="*/ 12092 h 146970"/>
                <a:gd name="csX3" fmla="*/ 12129 w 24183"/>
                <a:gd name="csY3" fmla="*/ 0 h 146970"/>
                <a:gd name="csX4" fmla="*/ 24184 w 24183"/>
                <a:gd name="csY4" fmla="*/ 12092 h 146970"/>
                <a:gd name="csX5" fmla="*/ 24184 w 24183"/>
                <a:gd name="csY5" fmla="*/ 134879 h 146970"/>
                <a:gd name="csX6" fmla="*/ 12129 w 24183"/>
                <a:gd name="csY6" fmla="*/ 146971 h 1469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4183" h="146970">
                  <a:moveTo>
                    <a:pt x="12129" y="146971"/>
                  </a:moveTo>
                  <a:cubicBezTo>
                    <a:pt x="5432" y="146971"/>
                    <a:pt x="0" y="141539"/>
                    <a:pt x="0" y="134879"/>
                  </a:cubicBezTo>
                  <a:lnTo>
                    <a:pt x="0" y="12092"/>
                  </a:lnTo>
                  <a:cubicBezTo>
                    <a:pt x="0" y="5432"/>
                    <a:pt x="5432" y="0"/>
                    <a:pt x="12129" y="0"/>
                  </a:cubicBezTo>
                  <a:cubicBezTo>
                    <a:pt x="18789" y="0"/>
                    <a:pt x="24184" y="5432"/>
                    <a:pt x="24184" y="12092"/>
                  </a:cubicBezTo>
                  <a:lnTo>
                    <a:pt x="24184" y="134879"/>
                  </a:lnTo>
                  <a:cubicBezTo>
                    <a:pt x="24184" y="141539"/>
                    <a:pt x="18789" y="146971"/>
                    <a:pt x="12129" y="1469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B4B41A33-A1DE-6AF2-EA92-41D5F004306C}"/>
                </a:ext>
              </a:extLst>
            </p:cNvPr>
            <p:cNvSpPr/>
            <p:nvPr/>
          </p:nvSpPr>
          <p:spPr>
            <a:xfrm>
              <a:off x="13023991" y="1518778"/>
              <a:ext cx="24183" cy="146970"/>
            </a:xfrm>
            <a:custGeom>
              <a:avLst/>
              <a:gdLst>
                <a:gd name="csX0" fmla="*/ 12092 w 24183"/>
                <a:gd name="csY0" fmla="*/ 146971 h 146970"/>
                <a:gd name="csX1" fmla="*/ 0 w 24183"/>
                <a:gd name="csY1" fmla="*/ 134879 h 146970"/>
                <a:gd name="csX2" fmla="*/ 0 w 24183"/>
                <a:gd name="csY2" fmla="*/ 12092 h 146970"/>
                <a:gd name="csX3" fmla="*/ 12092 w 24183"/>
                <a:gd name="csY3" fmla="*/ 0 h 146970"/>
                <a:gd name="csX4" fmla="*/ 24184 w 24183"/>
                <a:gd name="csY4" fmla="*/ 12092 h 146970"/>
                <a:gd name="csX5" fmla="*/ 24184 w 24183"/>
                <a:gd name="csY5" fmla="*/ 134879 h 146970"/>
                <a:gd name="csX6" fmla="*/ 12092 w 24183"/>
                <a:gd name="csY6" fmla="*/ 146971 h 1469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4183" h="146970">
                  <a:moveTo>
                    <a:pt x="12092" y="146971"/>
                  </a:moveTo>
                  <a:cubicBezTo>
                    <a:pt x="5432" y="146971"/>
                    <a:pt x="0" y="141539"/>
                    <a:pt x="0" y="134879"/>
                  </a:cubicBezTo>
                  <a:lnTo>
                    <a:pt x="0" y="12092"/>
                  </a:lnTo>
                  <a:cubicBezTo>
                    <a:pt x="0" y="5432"/>
                    <a:pt x="5432" y="0"/>
                    <a:pt x="12092" y="0"/>
                  </a:cubicBezTo>
                  <a:cubicBezTo>
                    <a:pt x="18752" y="0"/>
                    <a:pt x="24184" y="5432"/>
                    <a:pt x="24184" y="12092"/>
                  </a:cubicBezTo>
                  <a:lnTo>
                    <a:pt x="24184" y="134879"/>
                  </a:lnTo>
                  <a:cubicBezTo>
                    <a:pt x="24184" y="141539"/>
                    <a:pt x="18752" y="146971"/>
                    <a:pt x="12092" y="1469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22A51F3D-A64A-E183-014C-49FA5A26D415}"/>
                </a:ext>
              </a:extLst>
            </p:cNvPr>
            <p:cNvSpPr/>
            <p:nvPr/>
          </p:nvSpPr>
          <p:spPr>
            <a:xfrm>
              <a:off x="13139181" y="1501447"/>
              <a:ext cx="181685" cy="181647"/>
            </a:xfrm>
            <a:custGeom>
              <a:avLst/>
              <a:gdLst>
                <a:gd name="csX0" fmla="*/ 90822 w 181685"/>
                <a:gd name="csY0" fmla="*/ 181647 h 181647"/>
                <a:gd name="csX1" fmla="*/ 6920 w 181685"/>
                <a:gd name="csY1" fmla="*/ 125576 h 181647"/>
                <a:gd name="csX2" fmla="*/ 26602 w 181685"/>
                <a:gd name="csY2" fmla="*/ 26602 h 181647"/>
                <a:gd name="csX3" fmla="*/ 125614 w 181685"/>
                <a:gd name="csY3" fmla="*/ 6920 h 181647"/>
                <a:gd name="csX4" fmla="*/ 181685 w 181685"/>
                <a:gd name="csY4" fmla="*/ 90822 h 181647"/>
                <a:gd name="csX5" fmla="*/ 90825 w 181685"/>
                <a:gd name="csY5" fmla="*/ 181644 h 181647"/>
                <a:gd name="csX6" fmla="*/ 90822 w 181685"/>
                <a:gd name="csY6" fmla="*/ 24189 h 181647"/>
                <a:gd name="csX7" fmla="*/ 29281 w 181685"/>
                <a:gd name="csY7" fmla="*/ 65340 h 181647"/>
                <a:gd name="csX8" fmla="*/ 43718 w 181685"/>
                <a:gd name="csY8" fmla="*/ 137931 h 181647"/>
                <a:gd name="csX9" fmla="*/ 116346 w 181685"/>
                <a:gd name="csY9" fmla="*/ 152405 h 181647"/>
                <a:gd name="csX10" fmla="*/ 157497 w 181685"/>
                <a:gd name="csY10" fmla="*/ 90827 h 181647"/>
                <a:gd name="csX11" fmla="*/ 90822 w 181685"/>
                <a:gd name="csY11" fmla="*/ 24189 h 1816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81685" h="181647">
                  <a:moveTo>
                    <a:pt x="90822" y="181647"/>
                  </a:moveTo>
                  <a:cubicBezTo>
                    <a:pt x="54098" y="181647"/>
                    <a:pt x="20984" y="159509"/>
                    <a:pt x="6920" y="125576"/>
                  </a:cubicBezTo>
                  <a:cubicBezTo>
                    <a:pt x="-7145" y="91644"/>
                    <a:pt x="632" y="52576"/>
                    <a:pt x="26602" y="26602"/>
                  </a:cubicBezTo>
                  <a:cubicBezTo>
                    <a:pt x="52610" y="631"/>
                    <a:pt x="91640" y="-7145"/>
                    <a:pt x="125614" y="6920"/>
                  </a:cubicBezTo>
                  <a:cubicBezTo>
                    <a:pt x="159547" y="20984"/>
                    <a:pt x="181685" y="54098"/>
                    <a:pt x="181685" y="90822"/>
                  </a:cubicBezTo>
                  <a:cubicBezTo>
                    <a:pt x="181611" y="140976"/>
                    <a:pt x="140981" y="181606"/>
                    <a:pt x="90825" y="181644"/>
                  </a:cubicBezTo>
                  <a:close/>
                  <a:moveTo>
                    <a:pt x="90822" y="24189"/>
                  </a:moveTo>
                  <a:cubicBezTo>
                    <a:pt x="63884" y="24189"/>
                    <a:pt x="39587" y="40411"/>
                    <a:pt x="29281" y="65340"/>
                  </a:cubicBezTo>
                  <a:cubicBezTo>
                    <a:pt x="18975" y="90232"/>
                    <a:pt x="24668" y="118881"/>
                    <a:pt x="43718" y="137931"/>
                  </a:cubicBezTo>
                  <a:cubicBezTo>
                    <a:pt x="62768" y="157018"/>
                    <a:pt x="91454" y="162712"/>
                    <a:pt x="116346" y="152405"/>
                  </a:cubicBezTo>
                  <a:cubicBezTo>
                    <a:pt x="141237" y="142061"/>
                    <a:pt x="157497" y="117765"/>
                    <a:pt x="157497" y="90827"/>
                  </a:cubicBezTo>
                  <a:cubicBezTo>
                    <a:pt x="157422" y="54029"/>
                    <a:pt x="127619" y="24227"/>
                    <a:pt x="90822" y="2418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15EFFB2A-8C2C-CD3C-5E98-09623C504079}"/>
                </a:ext>
              </a:extLst>
            </p:cNvPr>
            <p:cNvSpPr/>
            <p:nvPr/>
          </p:nvSpPr>
          <p:spPr>
            <a:xfrm>
              <a:off x="13268509" y="1121704"/>
              <a:ext cx="359498" cy="359498"/>
            </a:xfrm>
            <a:custGeom>
              <a:avLst/>
              <a:gdLst>
                <a:gd name="csX0" fmla="*/ 179749 w 359498"/>
                <a:gd name="csY0" fmla="*/ 359498 h 359498"/>
                <a:gd name="csX1" fmla="*/ 52648 w 359498"/>
                <a:gd name="csY1" fmla="*/ 306851 h 359498"/>
                <a:gd name="csX2" fmla="*/ 0 w 359498"/>
                <a:gd name="csY2" fmla="*/ 179749 h 359498"/>
                <a:gd name="csX3" fmla="*/ 52648 w 359498"/>
                <a:gd name="csY3" fmla="*/ 52648 h 359498"/>
                <a:gd name="csX4" fmla="*/ 179749 w 359498"/>
                <a:gd name="csY4" fmla="*/ 0 h 359498"/>
                <a:gd name="csX5" fmla="*/ 306851 w 359498"/>
                <a:gd name="csY5" fmla="*/ 52648 h 359498"/>
                <a:gd name="csX6" fmla="*/ 359498 w 359498"/>
                <a:gd name="csY6" fmla="*/ 179787 h 359498"/>
                <a:gd name="csX7" fmla="*/ 359498 w 359498"/>
                <a:gd name="csY7" fmla="*/ 179750 h 359498"/>
                <a:gd name="csX8" fmla="*/ 306814 w 359498"/>
                <a:gd name="csY8" fmla="*/ 306814 h 359498"/>
                <a:gd name="csX9" fmla="*/ 179750 w 359498"/>
                <a:gd name="csY9" fmla="*/ 359498 h 359498"/>
                <a:gd name="csX10" fmla="*/ 179749 w 359498"/>
                <a:gd name="csY10" fmla="*/ 24190 h 359498"/>
                <a:gd name="csX11" fmla="*/ 179749 w 359498"/>
                <a:gd name="csY11" fmla="*/ 24227 h 359498"/>
                <a:gd name="csX12" fmla="*/ 69764 w 359498"/>
                <a:gd name="csY12" fmla="*/ 69768 h 359498"/>
                <a:gd name="csX13" fmla="*/ 24185 w 359498"/>
                <a:gd name="csY13" fmla="*/ 179753 h 359498"/>
                <a:gd name="csX14" fmla="*/ 69726 w 359498"/>
                <a:gd name="csY14" fmla="*/ 289776 h 359498"/>
                <a:gd name="csX15" fmla="*/ 179749 w 359498"/>
                <a:gd name="csY15" fmla="*/ 335317 h 359498"/>
                <a:gd name="csX16" fmla="*/ 289734 w 359498"/>
                <a:gd name="csY16" fmla="*/ 289776 h 359498"/>
                <a:gd name="csX17" fmla="*/ 335313 w 359498"/>
                <a:gd name="csY17" fmla="*/ 179753 h 359498"/>
                <a:gd name="csX18" fmla="*/ 335313 w 359498"/>
                <a:gd name="csY18" fmla="*/ 179790 h 359498"/>
                <a:gd name="csX19" fmla="*/ 289697 w 359498"/>
                <a:gd name="csY19" fmla="*/ 69843 h 359498"/>
                <a:gd name="csX20" fmla="*/ 179750 w 359498"/>
                <a:gd name="csY20" fmla="*/ 24190 h 3594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359498" h="359498">
                  <a:moveTo>
                    <a:pt x="179749" y="359498"/>
                  </a:moveTo>
                  <a:cubicBezTo>
                    <a:pt x="132087" y="359498"/>
                    <a:pt x="86359" y="340560"/>
                    <a:pt x="52648" y="306851"/>
                  </a:cubicBezTo>
                  <a:cubicBezTo>
                    <a:pt x="18938" y="273141"/>
                    <a:pt x="0" y="227414"/>
                    <a:pt x="0" y="179749"/>
                  </a:cubicBezTo>
                  <a:cubicBezTo>
                    <a:pt x="0" y="132084"/>
                    <a:pt x="18939" y="86359"/>
                    <a:pt x="52648" y="52648"/>
                  </a:cubicBezTo>
                  <a:cubicBezTo>
                    <a:pt x="86357" y="18938"/>
                    <a:pt x="132084" y="0"/>
                    <a:pt x="179749" y="0"/>
                  </a:cubicBezTo>
                  <a:cubicBezTo>
                    <a:pt x="227411" y="0"/>
                    <a:pt x="273139" y="18939"/>
                    <a:pt x="306851" y="52648"/>
                  </a:cubicBezTo>
                  <a:cubicBezTo>
                    <a:pt x="340561" y="86357"/>
                    <a:pt x="359498" y="132084"/>
                    <a:pt x="359498" y="179787"/>
                  </a:cubicBezTo>
                  <a:lnTo>
                    <a:pt x="359498" y="179750"/>
                  </a:lnTo>
                  <a:cubicBezTo>
                    <a:pt x="359461" y="227412"/>
                    <a:pt x="340485" y="273103"/>
                    <a:pt x="306814" y="306814"/>
                  </a:cubicBezTo>
                  <a:cubicBezTo>
                    <a:pt x="273104" y="340486"/>
                    <a:pt x="227414" y="359461"/>
                    <a:pt x="179750" y="359498"/>
                  </a:cubicBezTo>
                  <a:close/>
                  <a:moveTo>
                    <a:pt x="179749" y="24190"/>
                  </a:moveTo>
                  <a:lnTo>
                    <a:pt x="179749" y="24227"/>
                  </a:lnTo>
                  <a:cubicBezTo>
                    <a:pt x="138524" y="24190"/>
                    <a:pt x="98935" y="40598"/>
                    <a:pt x="69764" y="69768"/>
                  </a:cubicBezTo>
                  <a:cubicBezTo>
                    <a:pt x="40593" y="98937"/>
                    <a:pt x="24185" y="138489"/>
                    <a:pt x="24185" y="179753"/>
                  </a:cubicBezTo>
                  <a:cubicBezTo>
                    <a:pt x="24185" y="221017"/>
                    <a:pt x="40557" y="260604"/>
                    <a:pt x="69726" y="289776"/>
                  </a:cubicBezTo>
                  <a:cubicBezTo>
                    <a:pt x="98895" y="318949"/>
                    <a:pt x="138485" y="335317"/>
                    <a:pt x="179749" y="335317"/>
                  </a:cubicBezTo>
                  <a:cubicBezTo>
                    <a:pt x="221011" y="335354"/>
                    <a:pt x="260563" y="318946"/>
                    <a:pt x="289734" y="289776"/>
                  </a:cubicBezTo>
                  <a:cubicBezTo>
                    <a:pt x="318906" y="260607"/>
                    <a:pt x="335313" y="221017"/>
                    <a:pt x="335313" y="179753"/>
                  </a:cubicBezTo>
                  <a:lnTo>
                    <a:pt x="335313" y="179790"/>
                  </a:lnTo>
                  <a:cubicBezTo>
                    <a:pt x="335276" y="138528"/>
                    <a:pt x="318868" y="98976"/>
                    <a:pt x="289697" y="69843"/>
                  </a:cubicBezTo>
                  <a:cubicBezTo>
                    <a:pt x="260564" y="40673"/>
                    <a:pt x="221013" y="24264"/>
                    <a:pt x="179750" y="241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DA525C38-3E9A-B7EF-720D-49BF13740E77}"/>
                </a:ext>
              </a:extLst>
            </p:cNvPr>
            <p:cNvSpPr/>
            <p:nvPr/>
          </p:nvSpPr>
          <p:spPr>
            <a:xfrm>
              <a:off x="13338358" y="1198748"/>
              <a:ext cx="219880" cy="205473"/>
            </a:xfrm>
            <a:custGeom>
              <a:avLst/>
              <a:gdLst>
                <a:gd name="csX0" fmla="*/ 92080 w 219880"/>
                <a:gd name="csY0" fmla="*/ 205473 h 205473"/>
                <a:gd name="csX1" fmla="*/ 84527 w 219880"/>
                <a:gd name="csY1" fmla="*/ 202794 h 205473"/>
                <a:gd name="csX2" fmla="*/ 4532 w 219880"/>
                <a:gd name="csY2" fmla="*/ 138872 h 205473"/>
                <a:gd name="csX3" fmla="*/ 67 w 219880"/>
                <a:gd name="csY3" fmla="*/ 130798 h 205473"/>
                <a:gd name="csX4" fmla="*/ 2671 w 219880"/>
                <a:gd name="csY4" fmla="*/ 121906 h 205473"/>
                <a:gd name="csX5" fmla="*/ 38874 w 219880"/>
                <a:gd name="csY5" fmla="*/ 76588 h 205473"/>
                <a:gd name="csX6" fmla="*/ 55840 w 219880"/>
                <a:gd name="csY6" fmla="*/ 74728 h 205473"/>
                <a:gd name="csX7" fmla="*/ 80955 w 219880"/>
                <a:gd name="csY7" fmla="*/ 94745 h 205473"/>
                <a:gd name="csX8" fmla="*/ 152839 w 219880"/>
                <a:gd name="csY8" fmla="*/ 4518 h 205473"/>
                <a:gd name="csX9" fmla="*/ 169843 w 219880"/>
                <a:gd name="csY9" fmla="*/ 2657 h 205473"/>
                <a:gd name="csX10" fmla="*/ 215347 w 219880"/>
                <a:gd name="csY10" fmla="*/ 39009 h 205473"/>
                <a:gd name="csX11" fmla="*/ 217207 w 219880"/>
                <a:gd name="csY11" fmla="*/ 55975 h 205473"/>
                <a:gd name="csX12" fmla="*/ 101526 w 219880"/>
                <a:gd name="csY12" fmla="*/ 200859 h 205473"/>
                <a:gd name="csX13" fmla="*/ 93415 w 219880"/>
                <a:gd name="csY13" fmla="*/ 205324 h 205473"/>
                <a:gd name="csX14" fmla="*/ 92075 w 219880"/>
                <a:gd name="csY14" fmla="*/ 205473 h 205473"/>
                <a:gd name="csX15" fmla="*/ 29014 w 219880"/>
                <a:gd name="csY15" fmla="*/ 127561 h 205473"/>
                <a:gd name="csX16" fmla="*/ 90182 w 219880"/>
                <a:gd name="csY16" fmla="*/ 176377 h 205473"/>
                <a:gd name="csX17" fmla="*/ 190823 w 219880"/>
                <a:gd name="csY17" fmla="*/ 50323 h 205473"/>
                <a:gd name="csX18" fmla="*/ 164220 w 219880"/>
                <a:gd name="csY18" fmla="*/ 29077 h 205473"/>
                <a:gd name="csX19" fmla="*/ 92187 w 219880"/>
                <a:gd name="csY19" fmla="*/ 119267 h 205473"/>
                <a:gd name="csX20" fmla="*/ 92187 w 219880"/>
                <a:gd name="csY20" fmla="*/ 119230 h 205473"/>
                <a:gd name="csX21" fmla="*/ 84113 w 219880"/>
                <a:gd name="csY21" fmla="*/ 123695 h 205473"/>
                <a:gd name="csX22" fmla="*/ 75221 w 219880"/>
                <a:gd name="csY22" fmla="*/ 121091 h 205473"/>
                <a:gd name="csX23" fmla="*/ 50106 w 219880"/>
                <a:gd name="csY23" fmla="*/ 101036 h 20547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219880" h="205473">
                  <a:moveTo>
                    <a:pt x="92080" y="205473"/>
                  </a:moveTo>
                  <a:cubicBezTo>
                    <a:pt x="89326" y="205473"/>
                    <a:pt x="86684" y="204542"/>
                    <a:pt x="84527" y="202794"/>
                  </a:cubicBezTo>
                  <a:lnTo>
                    <a:pt x="4532" y="138872"/>
                  </a:lnTo>
                  <a:cubicBezTo>
                    <a:pt x="2039" y="136900"/>
                    <a:pt x="439" y="133961"/>
                    <a:pt x="67" y="130798"/>
                  </a:cubicBezTo>
                  <a:cubicBezTo>
                    <a:pt x="-268" y="127598"/>
                    <a:pt x="662" y="124399"/>
                    <a:pt x="2671" y="121906"/>
                  </a:cubicBezTo>
                  <a:lnTo>
                    <a:pt x="38874" y="76588"/>
                  </a:lnTo>
                  <a:cubicBezTo>
                    <a:pt x="43041" y="71379"/>
                    <a:pt x="50669" y="70523"/>
                    <a:pt x="55840" y="74728"/>
                  </a:cubicBezTo>
                  <a:lnTo>
                    <a:pt x="80955" y="94745"/>
                  </a:lnTo>
                  <a:lnTo>
                    <a:pt x="152839" y="4518"/>
                  </a:lnTo>
                  <a:cubicBezTo>
                    <a:pt x="157043" y="-691"/>
                    <a:pt x="164634" y="-1510"/>
                    <a:pt x="169843" y="2657"/>
                  </a:cubicBezTo>
                  <a:lnTo>
                    <a:pt x="215347" y="39009"/>
                  </a:lnTo>
                  <a:cubicBezTo>
                    <a:pt x="220556" y="43176"/>
                    <a:pt x="221411" y="50803"/>
                    <a:pt x="217207" y="55975"/>
                  </a:cubicBezTo>
                  <a:lnTo>
                    <a:pt x="101526" y="200859"/>
                  </a:lnTo>
                  <a:cubicBezTo>
                    <a:pt x="99517" y="203352"/>
                    <a:pt x="96615" y="204989"/>
                    <a:pt x="93415" y="205324"/>
                  </a:cubicBezTo>
                  <a:cubicBezTo>
                    <a:pt x="92968" y="205399"/>
                    <a:pt x="92522" y="205436"/>
                    <a:pt x="92075" y="205473"/>
                  </a:cubicBezTo>
                  <a:close/>
                  <a:moveTo>
                    <a:pt x="29014" y="127561"/>
                  </a:moveTo>
                  <a:lnTo>
                    <a:pt x="90182" y="176377"/>
                  </a:lnTo>
                  <a:lnTo>
                    <a:pt x="190823" y="50323"/>
                  </a:lnTo>
                  <a:lnTo>
                    <a:pt x="164220" y="29077"/>
                  </a:lnTo>
                  <a:lnTo>
                    <a:pt x="92187" y="119267"/>
                  </a:lnTo>
                  <a:lnTo>
                    <a:pt x="92187" y="119230"/>
                  </a:lnTo>
                  <a:cubicBezTo>
                    <a:pt x="90215" y="121760"/>
                    <a:pt x="87276" y="123360"/>
                    <a:pt x="84113" y="123695"/>
                  </a:cubicBezTo>
                  <a:cubicBezTo>
                    <a:pt x="80913" y="124067"/>
                    <a:pt x="77714" y="123100"/>
                    <a:pt x="75221" y="121091"/>
                  </a:cubicBezTo>
                  <a:lnTo>
                    <a:pt x="50106" y="10103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86" name="Freeform: Shape 185">
            <a:extLst>
              <a:ext uri="{FF2B5EF4-FFF2-40B4-BE49-F238E27FC236}">
                <a16:creationId xmlns:a16="http://schemas.microsoft.com/office/drawing/2014/main" id="{0CE437D0-4571-DCF4-1ADB-78FE73D96722}"/>
              </a:ext>
            </a:extLst>
          </p:cNvPr>
          <p:cNvSpPr/>
          <p:nvPr/>
        </p:nvSpPr>
        <p:spPr>
          <a:xfrm>
            <a:off x="5960626" y="2147602"/>
            <a:ext cx="274320" cy="297654"/>
          </a:xfrm>
          <a:custGeom>
            <a:avLst/>
            <a:gdLst>
              <a:gd name="csX0" fmla="*/ 579800 w 790050"/>
              <a:gd name="csY0" fmla="*/ 256208 h 857251"/>
              <a:gd name="csX1" fmla="*/ 733543 w 790050"/>
              <a:gd name="csY1" fmla="*/ 102465 h 857251"/>
              <a:gd name="csX2" fmla="*/ 741952 w 790050"/>
              <a:gd name="csY2" fmla="*/ 25707 h 857251"/>
              <a:gd name="csX3" fmla="*/ 665194 w 790050"/>
              <a:gd name="csY3" fmla="*/ 34116 h 857251"/>
              <a:gd name="csX4" fmla="*/ 507955 w 790050"/>
              <a:gd name="csY4" fmla="*/ 191355 h 857251"/>
              <a:gd name="csX5" fmla="*/ 311245 w 790050"/>
              <a:gd name="csY5" fmla="*/ 177364 h 857251"/>
              <a:gd name="csX6" fmla="*/ 177485 w 790050"/>
              <a:gd name="csY6" fmla="*/ 322287 h 857251"/>
              <a:gd name="csX7" fmla="*/ 207214 w 790050"/>
              <a:gd name="csY7" fmla="*/ 517254 h 857251"/>
              <a:gd name="csX8" fmla="*/ 237463 w 790050"/>
              <a:gd name="csY8" fmla="*/ 555577 h 857251"/>
              <a:gd name="csX9" fmla="*/ 291227 w 790050"/>
              <a:gd name="csY9" fmla="*/ 643981 h 857251"/>
              <a:gd name="csX10" fmla="*/ 273889 w 790050"/>
              <a:gd name="csY10" fmla="*/ 643981 h 857251"/>
              <a:gd name="csX11" fmla="*/ 266596 w 790050"/>
              <a:gd name="csY11" fmla="*/ 646994 h 857251"/>
              <a:gd name="csX12" fmla="*/ 263582 w 790050"/>
              <a:gd name="csY12" fmla="*/ 654250 h 857251"/>
              <a:gd name="csX13" fmla="*/ 263582 w 790050"/>
              <a:gd name="csY13" fmla="*/ 706526 h 857251"/>
              <a:gd name="csX14" fmla="*/ 299450 w 790050"/>
              <a:gd name="csY14" fmla="*/ 734022 h 857251"/>
              <a:gd name="csX15" fmla="*/ 299450 w 790050"/>
              <a:gd name="csY15" fmla="*/ 776215 h 857251"/>
              <a:gd name="csX16" fmla="*/ 328732 w 790050"/>
              <a:gd name="csY16" fmla="*/ 803785 h 857251"/>
              <a:gd name="csX17" fmla="*/ 394774 w 790050"/>
              <a:gd name="csY17" fmla="*/ 857251 h 857251"/>
              <a:gd name="csX18" fmla="*/ 460742 w 790050"/>
              <a:gd name="csY18" fmla="*/ 803822 h 857251"/>
              <a:gd name="csX19" fmla="*/ 490582 w 790050"/>
              <a:gd name="csY19" fmla="*/ 776177 h 857251"/>
              <a:gd name="csX20" fmla="*/ 490582 w 790050"/>
              <a:gd name="csY20" fmla="*/ 733985 h 857251"/>
              <a:gd name="csX21" fmla="*/ 526450 w 790050"/>
              <a:gd name="csY21" fmla="*/ 706489 h 857251"/>
              <a:gd name="csX22" fmla="*/ 526450 w 790050"/>
              <a:gd name="csY22" fmla="*/ 654250 h 857251"/>
              <a:gd name="csX23" fmla="*/ 523436 w 790050"/>
              <a:gd name="csY23" fmla="*/ 646994 h 857251"/>
              <a:gd name="csX24" fmla="*/ 516180 w 790050"/>
              <a:gd name="csY24" fmla="*/ 643981 h 857251"/>
              <a:gd name="csX25" fmla="*/ 498842 w 790050"/>
              <a:gd name="csY25" fmla="*/ 643981 h 857251"/>
              <a:gd name="csX26" fmla="*/ 552830 w 790050"/>
              <a:gd name="csY26" fmla="*/ 555316 h 857251"/>
              <a:gd name="csX27" fmla="*/ 582818 w 790050"/>
              <a:gd name="csY27" fmla="*/ 517216 h 857251"/>
              <a:gd name="csX28" fmla="*/ 622481 w 790050"/>
              <a:gd name="csY28" fmla="*/ 386247 h 857251"/>
              <a:gd name="csX29" fmla="*/ 579805 w 790050"/>
              <a:gd name="csY29" fmla="*/ 256212 h 857251"/>
              <a:gd name="csX30" fmla="*/ 431344 w 790050"/>
              <a:gd name="csY30" fmla="*/ 304651 h 857251"/>
              <a:gd name="csX31" fmla="*/ 463007 w 790050"/>
              <a:gd name="csY31" fmla="*/ 336314 h 857251"/>
              <a:gd name="csX32" fmla="*/ 411214 w 790050"/>
              <a:gd name="csY32" fmla="*/ 356481 h 857251"/>
              <a:gd name="csX33" fmla="*/ 481350 w 790050"/>
              <a:gd name="csY33" fmla="*/ 325673 h 857251"/>
              <a:gd name="csX34" fmla="*/ 441985 w 790050"/>
              <a:gd name="csY34" fmla="*/ 286308 h 857251"/>
              <a:gd name="csX35" fmla="*/ 639553 w 790050"/>
              <a:gd name="csY35" fmla="*/ 88741 h 857251"/>
              <a:gd name="csX36" fmla="*/ 678880 w 790050"/>
              <a:gd name="csY36" fmla="*/ 128106 h 857251"/>
              <a:gd name="csX37" fmla="*/ 679699 w 790050"/>
              <a:gd name="csY37" fmla="*/ 48591 h 857251"/>
              <a:gd name="csX38" fmla="*/ 727472 w 790050"/>
              <a:gd name="csY38" fmla="*/ 40182 h 857251"/>
              <a:gd name="csX39" fmla="*/ 719063 w 790050"/>
              <a:gd name="csY39" fmla="*/ 87956 h 857251"/>
              <a:gd name="csX40" fmla="*/ 693391 w 790050"/>
              <a:gd name="csY40" fmla="*/ 113628 h 857251"/>
              <a:gd name="csX41" fmla="*/ 654026 w 790050"/>
              <a:gd name="csY41" fmla="*/ 74301 h 857251"/>
              <a:gd name="csX42" fmla="*/ 394768 w 790050"/>
              <a:gd name="csY42" fmla="*/ 836747 h 857251"/>
              <a:gd name="csX43" fmla="*/ 351682 w 790050"/>
              <a:gd name="csY43" fmla="*/ 803856 h 857251"/>
              <a:gd name="csX44" fmla="*/ 437891 w 790050"/>
              <a:gd name="csY44" fmla="*/ 803893 h 857251"/>
              <a:gd name="csX45" fmla="*/ 394769 w 790050"/>
              <a:gd name="csY45" fmla="*/ 836747 h 857251"/>
              <a:gd name="csX46" fmla="*/ 470074 w 790050"/>
              <a:gd name="csY46" fmla="*/ 776210 h 857251"/>
              <a:gd name="csX47" fmla="*/ 459099 w 790050"/>
              <a:gd name="csY47" fmla="*/ 783391 h 857251"/>
              <a:gd name="csX48" fmla="*/ 330959 w 790050"/>
              <a:gd name="csY48" fmla="*/ 783391 h 857251"/>
              <a:gd name="csX49" fmla="*/ 319983 w 790050"/>
              <a:gd name="csY49" fmla="*/ 776210 h 857251"/>
              <a:gd name="csX50" fmla="*/ 319983 w 790050"/>
              <a:gd name="csY50" fmla="*/ 734166 h 857251"/>
              <a:gd name="csX51" fmla="*/ 470078 w 790050"/>
              <a:gd name="csY51" fmla="*/ 734166 h 857251"/>
              <a:gd name="csX52" fmla="*/ 505942 w 790050"/>
              <a:gd name="csY52" fmla="*/ 706484 h 857251"/>
              <a:gd name="csX53" fmla="*/ 486036 w 790050"/>
              <a:gd name="csY53" fmla="*/ 713666 h 857251"/>
              <a:gd name="csX54" fmla="*/ 304023 w 790050"/>
              <a:gd name="csY54" fmla="*/ 713703 h 857251"/>
              <a:gd name="csX55" fmla="*/ 284118 w 790050"/>
              <a:gd name="csY55" fmla="*/ 706522 h 857251"/>
              <a:gd name="csX56" fmla="*/ 284118 w 790050"/>
              <a:gd name="csY56" fmla="*/ 664477 h 857251"/>
              <a:gd name="csX57" fmla="*/ 505945 w 790050"/>
              <a:gd name="csY57" fmla="*/ 664477 h 857251"/>
              <a:gd name="csX58" fmla="*/ 565957 w 790050"/>
              <a:gd name="csY58" fmla="*/ 505678 h 857251"/>
              <a:gd name="csX59" fmla="*/ 537159 w 790050"/>
              <a:gd name="csY59" fmla="*/ 542178 h 857251"/>
              <a:gd name="csX60" fmla="*/ 478186 w 790050"/>
              <a:gd name="csY60" fmla="*/ 644010 h 857251"/>
              <a:gd name="csX61" fmla="*/ 405260 w 790050"/>
              <a:gd name="csY61" fmla="*/ 643973 h 857251"/>
              <a:gd name="csX62" fmla="*/ 405260 w 790050"/>
              <a:gd name="csY62" fmla="*/ 500060 h 857251"/>
              <a:gd name="csX63" fmla="*/ 487749 w 790050"/>
              <a:gd name="csY63" fmla="*/ 407898 h 857251"/>
              <a:gd name="csX64" fmla="*/ 477517 w 790050"/>
              <a:gd name="csY64" fmla="*/ 397963 h 857251"/>
              <a:gd name="csX65" fmla="*/ 467285 w 790050"/>
              <a:gd name="csY65" fmla="*/ 407898 h 857251"/>
              <a:gd name="csX66" fmla="*/ 395030 w 790050"/>
              <a:gd name="csY66" fmla="*/ 480153 h 857251"/>
              <a:gd name="csX67" fmla="*/ 322774 w 790050"/>
              <a:gd name="csY67" fmla="*/ 407898 h 857251"/>
              <a:gd name="csX68" fmla="*/ 312542 w 790050"/>
              <a:gd name="csY68" fmla="*/ 397963 h 857251"/>
              <a:gd name="csX69" fmla="*/ 302310 w 790050"/>
              <a:gd name="csY69" fmla="*/ 407898 h 857251"/>
              <a:gd name="csX70" fmla="*/ 384799 w 790050"/>
              <a:gd name="csY70" fmla="*/ 500060 h 857251"/>
              <a:gd name="csX71" fmla="*/ 384799 w 790050"/>
              <a:gd name="csY71" fmla="*/ 643973 h 857251"/>
              <a:gd name="csX72" fmla="*/ 311911 w 790050"/>
              <a:gd name="csY72" fmla="*/ 643973 h 857251"/>
              <a:gd name="csX73" fmla="*/ 253160 w 790050"/>
              <a:gd name="csY73" fmla="*/ 542360 h 857251"/>
              <a:gd name="csX74" fmla="*/ 224139 w 790050"/>
              <a:gd name="csY74" fmla="*/ 505674 h 857251"/>
              <a:gd name="csX75" fmla="*/ 196531 w 790050"/>
              <a:gd name="csY75" fmla="*/ 330052 h 857251"/>
              <a:gd name="csX76" fmla="*/ 315337 w 790050"/>
              <a:gd name="csY76" fmla="*/ 197816 h 857251"/>
              <a:gd name="csX77" fmla="*/ 492892 w 790050"/>
              <a:gd name="csY77" fmla="*/ 206411 h 857251"/>
              <a:gd name="csX78" fmla="*/ 420227 w 790050"/>
              <a:gd name="csY78" fmla="*/ 279076 h 857251"/>
              <a:gd name="csX79" fmla="*/ 417920 w 790050"/>
              <a:gd name="csY79" fmla="*/ 282611 h 857251"/>
              <a:gd name="csX80" fmla="*/ 383615 w 790050"/>
              <a:gd name="csY80" fmla="*/ 370754 h 857251"/>
              <a:gd name="csX81" fmla="*/ 383652 w 790050"/>
              <a:gd name="csY81" fmla="*/ 370754 h 857251"/>
              <a:gd name="csX82" fmla="*/ 385959 w 790050"/>
              <a:gd name="csY82" fmla="*/ 381730 h 857251"/>
              <a:gd name="csX83" fmla="*/ 396935 w 790050"/>
              <a:gd name="csY83" fmla="*/ 383999 h 857251"/>
              <a:gd name="csX84" fmla="*/ 485078 w 790050"/>
              <a:gd name="csY84" fmla="*/ 349694 h 857251"/>
              <a:gd name="csX85" fmla="*/ 488613 w 790050"/>
              <a:gd name="csY85" fmla="*/ 347387 h 857251"/>
              <a:gd name="csX86" fmla="*/ 565148 w 790050"/>
              <a:gd name="csY86" fmla="*/ 270852 h 857251"/>
              <a:gd name="csX87" fmla="*/ 602094 w 790050"/>
              <a:gd name="csY87" fmla="*/ 388124 h 857251"/>
              <a:gd name="csX88" fmla="*/ 565966 w 790050"/>
              <a:gd name="csY88" fmla="*/ 505662 h 857251"/>
              <a:gd name="csX89" fmla="*/ 385020 w 790050"/>
              <a:gd name="csY89" fmla="*/ 95808 h 857251"/>
              <a:gd name="csX90" fmla="*/ 385020 w 790050"/>
              <a:gd name="csY90" fmla="*/ 10232 h 857251"/>
              <a:gd name="csX91" fmla="*/ 395252 w 790050"/>
              <a:gd name="csY91" fmla="*/ 0 h 857251"/>
              <a:gd name="csX92" fmla="*/ 405520 w 790050"/>
              <a:gd name="csY92" fmla="*/ 10232 h 857251"/>
              <a:gd name="csX93" fmla="*/ 405520 w 790050"/>
              <a:gd name="csY93" fmla="*/ 95808 h 857251"/>
              <a:gd name="csX94" fmla="*/ 395252 w 790050"/>
              <a:gd name="csY94" fmla="*/ 106077 h 857251"/>
              <a:gd name="csX95" fmla="*/ 385020 w 790050"/>
              <a:gd name="csY95" fmla="*/ 95808 h 857251"/>
              <a:gd name="csX96" fmla="*/ 115862 w 790050"/>
              <a:gd name="csY96" fmla="*/ 130001 h 857251"/>
              <a:gd name="csX97" fmla="*/ 112774 w 790050"/>
              <a:gd name="csY97" fmla="*/ 122746 h 857251"/>
              <a:gd name="csX98" fmla="*/ 115751 w 790050"/>
              <a:gd name="csY98" fmla="*/ 115416 h 857251"/>
              <a:gd name="csX99" fmla="*/ 123080 w 790050"/>
              <a:gd name="csY99" fmla="*/ 112402 h 857251"/>
              <a:gd name="csX100" fmla="*/ 130373 w 790050"/>
              <a:gd name="csY100" fmla="*/ 115527 h 857251"/>
              <a:gd name="csX101" fmla="*/ 190872 w 790050"/>
              <a:gd name="csY101" fmla="*/ 176026 h 857251"/>
              <a:gd name="csX102" fmla="*/ 190537 w 790050"/>
              <a:gd name="csY102" fmla="*/ 190202 h 857251"/>
              <a:gd name="csX103" fmla="*/ 176398 w 790050"/>
              <a:gd name="csY103" fmla="*/ 190500 h 857251"/>
              <a:gd name="csX104" fmla="*/ 106077 w 790050"/>
              <a:gd name="csY104" fmla="*/ 394806 h 857251"/>
              <a:gd name="csX105" fmla="*/ 103101 w 790050"/>
              <a:gd name="csY105" fmla="*/ 402061 h 857251"/>
              <a:gd name="csX106" fmla="*/ 95845 w 790050"/>
              <a:gd name="csY106" fmla="*/ 405075 h 857251"/>
              <a:gd name="csX107" fmla="*/ 10269 w 790050"/>
              <a:gd name="csY107" fmla="*/ 405075 h 857251"/>
              <a:gd name="csX108" fmla="*/ 0 w 790050"/>
              <a:gd name="csY108" fmla="*/ 394806 h 857251"/>
              <a:gd name="csX109" fmla="*/ 10269 w 790050"/>
              <a:gd name="csY109" fmla="*/ 384574 h 857251"/>
              <a:gd name="csX110" fmla="*/ 95845 w 790050"/>
              <a:gd name="csY110" fmla="*/ 384574 h 857251"/>
              <a:gd name="csX111" fmla="*/ 106077 w 790050"/>
              <a:gd name="csY111" fmla="*/ 394769 h 857251"/>
              <a:gd name="csX112" fmla="*/ 190537 w 790050"/>
              <a:gd name="csY112" fmla="*/ 599107 h 857251"/>
              <a:gd name="csX113" fmla="*/ 193551 w 790050"/>
              <a:gd name="csY113" fmla="*/ 606363 h 857251"/>
              <a:gd name="csX114" fmla="*/ 190537 w 790050"/>
              <a:gd name="csY114" fmla="*/ 613618 h 857251"/>
              <a:gd name="csX115" fmla="*/ 130038 w 790050"/>
              <a:gd name="csY115" fmla="*/ 674117 h 857251"/>
              <a:gd name="csX116" fmla="*/ 122709 w 790050"/>
              <a:gd name="csY116" fmla="*/ 677354 h 857251"/>
              <a:gd name="csX117" fmla="*/ 115304 w 790050"/>
              <a:gd name="csY117" fmla="*/ 674340 h 857251"/>
              <a:gd name="csX118" fmla="*/ 112328 w 790050"/>
              <a:gd name="csY118" fmla="*/ 666936 h 857251"/>
              <a:gd name="csX119" fmla="*/ 115528 w 790050"/>
              <a:gd name="csY119" fmla="*/ 659644 h 857251"/>
              <a:gd name="csX120" fmla="*/ 176064 w 790050"/>
              <a:gd name="csY120" fmla="*/ 599107 h 857251"/>
              <a:gd name="csX121" fmla="*/ 190537 w 790050"/>
              <a:gd name="csY121" fmla="*/ 599107 h 857251"/>
              <a:gd name="csX122" fmla="*/ 790050 w 790050"/>
              <a:gd name="csY122" fmla="*/ 395291 h 857251"/>
              <a:gd name="csX123" fmla="*/ 779819 w 790050"/>
              <a:gd name="csY123" fmla="*/ 405486 h 857251"/>
              <a:gd name="csX124" fmla="*/ 694205 w 790050"/>
              <a:gd name="csY124" fmla="*/ 405486 h 857251"/>
              <a:gd name="csX125" fmla="*/ 684270 w 790050"/>
              <a:gd name="csY125" fmla="*/ 395254 h 857251"/>
              <a:gd name="csX126" fmla="*/ 694205 w 790050"/>
              <a:gd name="csY126" fmla="*/ 385022 h 857251"/>
              <a:gd name="csX127" fmla="*/ 779819 w 790050"/>
              <a:gd name="csY127" fmla="*/ 385022 h 857251"/>
              <a:gd name="csX128" fmla="*/ 790050 w 790050"/>
              <a:gd name="csY128" fmla="*/ 395291 h 857251"/>
              <a:gd name="csX129" fmla="*/ 674188 w 790050"/>
              <a:gd name="csY129" fmla="*/ 659982 h 857251"/>
              <a:gd name="csX130" fmla="*/ 677277 w 790050"/>
              <a:gd name="csY130" fmla="*/ 667274 h 857251"/>
              <a:gd name="csX131" fmla="*/ 674300 w 790050"/>
              <a:gd name="csY131" fmla="*/ 674604 h 857251"/>
              <a:gd name="csX132" fmla="*/ 666970 w 790050"/>
              <a:gd name="csY132" fmla="*/ 677618 h 857251"/>
              <a:gd name="csX133" fmla="*/ 659678 w 790050"/>
              <a:gd name="csY133" fmla="*/ 674492 h 857251"/>
              <a:gd name="csX134" fmla="*/ 599179 w 790050"/>
              <a:gd name="csY134" fmla="*/ 613993 h 857251"/>
              <a:gd name="csX135" fmla="*/ 599179 w 790050"/>
              <a:gd name="csY135" fmla="*/ 599483 h 857251"/>
              <a:gd name="csX136" fmla="*/ 613652 w 790050"/>
              <a:gd name="csY136" fmla="*/ 599483 h 85725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</a:cxnLst>
            <a:rect l="l" t="t" r="r" b="b"/>
            <a:pathLst>
              <a:path w="790050" h="857251">
                <a:moveTo>
                  <a:pt x="579800" y="256208"/>
                </a:moveTo>
                <a:lnTo>
                  <a:pt x="733543" y="102465"/>
                </a:lnTo>
                <a:cubicBezTo>
                  <a:pt x="757021" y="78988"/>
                  <a:pt x="760816" y="44534"/>
                  <a:pt x="741952" y="25707"/>
                </a:cubicBezTo>
                <a:cubicBezTo>
                  <a:pt x="723125" y="6880"/>
                  <a:pt x="688671" y="10638"/>
                  <a:pt x="665194" y="34116"/>
                </a:cubicBezTo>
                <a:lnTo>
                  <a:pt x="507955" y="191355"/>
                </a:lnTo>
                <a:cubicBezTo>
                  <a:pt x="447903" y="157049"/>
                  <a:pt x="375539" y="151878"/>
                  <a:pt x="311245" y="177364"/>
                </a:cubicBezTo>
                <a:cubicBezTo>
                  <a:pt x="246951" y="202851"/>
                  <a:pt x="197726" y="256168"/>
                  <a:pt x="177485" y="322287"/>
                </a:cubicBezTo>
                <a:cubicBezTo>
                  <a:pt x="157245" y="388441"/>
                  <a:pt x="168184" y="460180"/>
                  <a:pt x="207214" y="517254"/>
                </a:cubicBezTo>
                <a:cubicBezTo>
                  <a:pt x="215771" y="529830"/>
                  <a:pt x="226338" y="542332"/>
                  <a:pt x="237463" y="555577"/>
                </a:cubicBezTo>
                <a:cubicBezTo>
                  <a:pt x="261573" y="584264"/>
                  <a:pt x="286428" y="613843"/>
                  <a:pt x="291227" y="643981"/>
                </a:cubicBezTo>
                <a:lnTo>
                  <a:pt x="273889" y="643981"/>
                </a:lnTo>
                <a:cubicBezTo>
                  <a:pt x="271136" y="643981"/>
                  <a:pt x="268531" y="645060"/>
                  <a:pt x="266596" y="646994"/>
                </a:cubicBezTo>
                <a:cubicBezTo>
                  <a:pt x="264662" y="648892"/>
                  <a:pt x="263582" y="651496"/>
                  <a:pt x="263582" y="654250"/>
                </a:cubicBezTo>
                <a:lnTo>
                  <a:pt x="263582" y="706526"/>
                </a:lnTo>
                <a:cubicBezTo>
                  <a:pt x="263582" y="721260"/>
                  <a:pt x="278725" y="732571"/>
                  <a:pt x="299450" y="734022"/>
                </a:cubicBezTo>
                <a:lnTo>
                  <a:pt x="299450" y="776215"/>
                </a:lnTo>
                <a:cubicBezTo>
                  <a:pt x="300454" y="791693"/>
                  <a:pt x="313253" y="803710"/>
                  <a:pt x="328732" y="803785"/>
                </a:cubicBezTo>
                <a:cubicBezTo>
                  <a:pt x="343800" y="837345"/>
                  <a:pt x="368245" y="857251"/>
                  <a:pt x="394774" y="857251"/>
                </a:cubicBezTo>
                <a:cubicBezTo>
                  <a:pt x="421303" y="857251"/>
                  <a:pt x="445711" y="837346"/>
                  <a:pt x="460742" y="803822"/>
                </a:cubicBezTo>
                <a:cubicBezTo>
                  <a:pt x="476443" y="804008"/>
                  <a:pt x="489577" y="791878"/>
                  <a:pt x="490582" y="776177"/>
                </a:cubicBezTo>
                <a:lnTo>
                  <a:pt x="490582" y="733985"/>
                </a:lnTo>
                <a:cubicBezTo>
                  <a:pt x="511307" y="732533"/>
                  <a:pt x="526450" y="721185"/>
                  <a:pt x="526450" y="706489"/>
                </a:cubicBezTo>
                <a:lnTo>
                  <a:pt x="526450" y="654250"/>
                </a:lnTo>
                <a:cubicBezTo>
                  <a:pt x="526450" y="651534"/>
                  <a:pt x="525371" y="648929"/>
                  <a:pt x="523436" y="646994"/>
                </a:cubicBezTo>
                <a:cubicBezTo>
                  <a:pt x="521501" y="645060"/>
                  <a:pt x="518897" y="643981"/>
                  <a:pt x="516180" y="643981"/>
                </a:cubicBezTo>
                <a:lnTo>
                  <a:pt x="498842" y="643981"/>
                </a:lnTo>
                <a:cubicBezTo>
                  <a:pt x="503753" y="613955"/>
                  <a:pt x="528682" y="584189"/>
                  <a:pt x="552830" y="555316"/>
                </a:cubicBezTo>
                <a:cubicBezTo>
                  <a:pt x="563843" y="542145"/>
                  <a:pt x="574298" y="529681"/>
                  <a:pt x="582818" y="517216"/>
                </a:cubicBezTo>
                <a:cubicBezTo>
                  <a:pt x="609161" y="478669"/>
                  <a:pt x="623002" y="432942"/>
                  <a:pt x="622481" y="386247"/>
                </a:cubicBezTo>
                <a:cubicBezTo>
                  <a:pt x="621923" y="339553"/>
                  <a:pt x="607040" y="294160"/>
                  <a:pt x="579805" y="256212"/>
                </a:cubicBezTo>
                <a:close/>
                <a:moveTo>
                  <a:pt x="431344" y="304651"/>
                </a:moveTo>
                <a:lnTo>
                  <a:pt x="463007" y="336314"/>
                </a:lnTo>
                <a:lnTo>
                  <a:pt x="411214" y="356481"/>
                </a:lnTo>
                <a:close/>
                <a:moveTo>
                  <a:pt x="481350" y="325673"/>
                </a:moveTo>
                <a:lnTo>
                  <a:pt x="441985" y="286308"/>
                </a:lnTo>
                <a:lnTo>
                  <a:pt x="639553" y="88741"/>
                </a:lnTo>
                <a:lnTo>
                  <a:pt x="678880" y="128106"/>
                </a:lnTo>
                <a:close/>
                <a:moveTo>
                  <a:pt x="679699" y="48591"/>
                </a:moveTo>
                <a:cubicBezTo>
                  <a:pt x="694954" y="33336"/>
                  <a:pt x="716831" y="29541"/>
                  <a:pt x="727472" y="40182"/>
                </a:cubicBezTo>
                <a:cubicBezTo>
                  <a:pt x="738113" y="50823"/>
                  <a:pt x="734281" y="72739"/>
                  <a:pt x="719063" y="87956"/>
                </a:cubicBezTo>
                <a:lnTo>
                  <a:pt x="693391" y="113628"/>
                </a:lnTo>
                <a:lnTo>
                  <a:pt x="654026" y="74301"/>
                </a:lnTo>
                <a:close/>
                <a:moveTo>
                  <a:pt x="394768" y="836747"/>
                </a:moveTo>
                <a:cubicBezTo>
                  <a:pt x="378657" y="836747"/>
                  <a:pt x="363068" y="824655"/>
                  <a:pt x="351682" y="803856"/>
                </a:cubicBezTo>
                <a:lnTo>
                  <a:pt x="437891" y="803893"/>
                </a:lnTo>
                <a:cubicBezTo>
                  <a:pt x="426469" y="824692"/>
                  <a:pt x="410879" y="836747"/>
                  <a:pt x="394769" y="836747"/>
                </a:cubicBezTo>
                <a:close/>
                <a:moveTo>
                  <a:pt x="470074" y="776210"/>
                </a:moveTo>
                <a:cubicBezTo>
                  <a:pt x="470074" y="779596"/>
                  <a:pt x="465386" y="783391"/>
                  <a:pt x="459099" y="783391"/>
                </a:cubicBezTo>
                <a:lnTo>
                  <a:pt x="330959" y="783391"/>
                </a:lnTo>
                <a:cubicBezTo>
                  <a:pt x="324671" y="783391"/>
                  <a:pt x="319983" y="779596"/>
                  <a:pt x="319983" y="776210"/>
                </a:cubicBezTo>
                <a:lnTo>
                  <a:pt x="319983" y="734166"/>
                </a:lnTo>
                <a:lnTo>
                  <a:pt x="470078" y="734166"/>
                </a:lnTo>
                <a:close/>
                <a:moveTo>
                  <a:pt x="505942" y="706484"/>
                </a:moveTo>
                <a:cubicBezTo>
                  <a:pt x="505681" y="708159"/>
                  <a:pt x="498984" y="713666"/>
                  <a:pt x="486036" y="713666"/>
                </a:cubicBezTo>
                <a:lnTo>
                  <a:pt x="304023" y="713703"/>
                </a:lnTo>
                <a:cubicBezTo>
                  <a:pt x="291075" y="713703"/>
                  <a:pt x="284341" y="708196"/>
                  <a:pt x="284118" y="706522"/>
                </a:cubicBezTo>
                <a:lnTo>
                  <a:pt x="284118" y="664477"/>
                </a:lnTo>
                <a:lnTo>
                  <a:pt x="505945" y="664477"/>
                </a:lnTo>
                <a:close/>
                <a:moveTo>
                  <a:pt x="565957" y="505678"/>
                </a:moveTo>
                <a:cubicBezTo>
                  <a:pt x="557994" y="517325"/>
                  <a:pt x="547874" y="529380"/>
                  <a:pt x="537159" y="542178"/>
                </a:cubicBezTo>
                <a:cubicBezTo>
                  <a:pt x="511597" y="572688"/>
                  <a:pt x="482911" y="606993"/>
                  <a:pt x="478186" y="644010"/>
                </a:cubicBezTo>
                <a:lnTo>
                  <a:pt x="405260" y="643973"/>
                </a:lnTo>
                <a:lnTo>
                  <a:pt x="405260" y="500060"/>
                </a:lnTo>
                <a:cubicBezTo>
                  <a:pt x="452216" y="494776"/>
                  <a:pt x="487674" y="455151"/>
                  <a:pt x="487749" y="407898"/>
                </a:cubicBezTo>
                <a:cubicBezTo>
                  <a:pt x="487600" y="402391"/>
                  <a:pt x="483061" y="397963"/>
                  <a:pt x="477517" y="397963"/>
                </a:cubicBezTo>
                <a:cubicBezTo>
                  <a:pt x="471973" y="397963"/>
                  <a:pt x="467434" y="402391"/>
                  <a:pt x="467285" y="407898"/>
                </a:cubicBezTo>
                <a:cubicBezTo>
                  <a:pt x="467285" y="447821"/>
                  <a:pt x="434916" y="480153"/>
                  <a:pt x="395030" y="480153"/>
                </a:cubicBezTo>
                <a:cubicBezTo>
                  <a:pt x="355144" y="480153"/>
                  <a:pt x="322774" y="447821"/>
                  <a:pt x="322774" y="407898"/>
                </a:cubicBezTo>
                <a:cubicBezTo>
                  <a:pt x="322625" y="402391"/>
                  <a:pt x="318086" y="397963"/>
                  <a:pt x="312542" y="397963"/>
                </a:cubicBezTo>
                <a:cubicBezTo>
                  <a:pt x="306998" y="397963"/>
                  <a:pt x="302459" y="402391"/>
                  <a:pt x="302310" y="407898"/>
                </a:cubicBezTo>
                <a:cubicBezTo>
                  <a:pt x="302385" y="455150"/>
                  <a:pt x="337843" y="494776"/>
                  <a:pt x="384799" y="500060"/>
                </a:cubicBezTo>
                <a:lnTo>
                  <a:pt x="384799" y="643973"/>
                </a:lnTo>
                <a:lnTo>
                  <a:pt x="311911" y="643973"/>
                </a:lnTo>
                <a:cubicBezTo>
                  <a:pt x="307297" y="606841"/>
                  <a:pt x="278685" y="572721"/>
                  <a:pt x="253160" y="542360"/>
                </a:cubicBezTo>
                <a:cubicBezTo>
                  <a:pt x="242371" y="529523"/>
                  <a:pt x="232213" y="517431"/>
                  <a:pt x="224139" y="505674"/>
                </a:cubicBezTo>
                <a:cubicBezTo>
                  <a:pt x="188978" y="454254"/>
                  <a:pt x="178858" y="389773"/>
                  <a:pt x="196531" y="330052"/>
                </a:cubicBezTo>
                <a:cubicBezTo>
                  <a:pt x="214242" y="270372"/>
                  <a:pt x="257849" y="221781"/>
                  <a:pt x="315337" y="197816"/>
                </a:cubicBezTo>
                <a:cubicBezTo>
                  <a:pt x="372784" y="173818"/>
                  <a:pt x="438009" y="176980"/>
                  <a:pt x="492892" y="206411"/>
                </a:cubicBezTo>
                <a:lnTo>
                  <a:pt x="420227" y="279076"/>
                </a:lnTo>
                <a:cubicBezTo>
                  <a:pt x="419222" y="280081"/>
                  <a:pt x="418441" y="281271"/>
                  <a:pt x="417920" y="282611"/>
                </a:cubicBezTo>
                <a:lnTo>
                  <a:pt x="383615" y="370754"/>
                </a:lnTo>
                <a:lnTo>
                  <a:pt x="383652" y="370754"/>
                </a:lnTo>
                <a:cubicBezTo>
                  <a:pt x="382164" y="374549"/>
                  <a:pt x="383094" y="378828"/>
                  <a:pt x="385959" y="381730"/>
                </a:cubicBezTo>
                <a:cubicBezTo>
                  <a:pt x="388824" y="384595"/>
                  <a:pt x="393140" y="385488"/>
                  <a:pt x="396935" y="383999"/>
                </a:cubicBezTo>
                <a:lnTo>
                  <a:pt x="485078" y="349694"/>
                </a:lnTo>
                <a:cubicBezTo>
                  <a:pt x="486417" y="349173"/>
                  <a:pt x="487608" y="348392"/>
                  <a:pt x="488613" y="347387"/>
                </a:cubicBezTo>
                <a:lnTo>
                  <a:pt x="565148" y="270852"/>
                </a:lnTo>
                <a:cubicBezTo>
                  <a:pt x="589072" y="305306"/>
                  <a:pt x="601946" y="346197"/>
                  <a:pt x="602094" y="388124"/>
                </a:cubicBezTo>
                <a:cubicBezTo>
                  <a:pt x="602243" y="430051"/>
                  <a:pt x="589630" y="471058"/>
                  <a:pt x="565966" y="505662"/>
                </a:cubicBezTo>
                <a:close/>
                <a:moveTo>
                  <a:pt x="385020" y="95808"/>
                </a:moveTo>
                <a:lnTo>
                  <a:pt x="385020" y="10232"/>
                </a:lnTo>
                <a:cubicBezTo>
                  <a:pt x="385020" y="4576"/>
                  <a:pt x="389596" y="0"/>
                  <a:pt x="395252" y="0"/>
                </a:cubicBezTo>
                <a:cubicBezTo>
                  <a:pt x="400944" y="0"/>
                  <a:pt x="405520" y="4576"/>
                  <a:pt x="405520" y="10232"/>
                </a:cubicBezTo>
                <a:lnTo>
                  <a:pt x="405520" y="95808"/>
                </a:lnTo>
                <a:cubicBezTo>
                  <a:pt x="405520" y="101464"/>
                  <a:pt x="400944" y="106077"/>
                  <a:pt x="395252" y="106077"/>
                </a:cubicBezTo>
                <a:cubicBezTo>
                  <a:pt x="389596" y="106077"/>
                  <a:pt x="385020" y="101463"/>
                  <a:pt x="385020" y="95808"/>
                </a:cubicBezTo>
                <a:close/>
                <a:moveTo>
                  <a:pt x="115862" y="130001"/>
                </a:moveTo>
                <a:cubicBezTo>
                  <a:pt x="113890" y="128103"/>
                  <a:pt x="112774" y="125499"/>
                  <a:pt x="112774" y="122746"/>
                </a:cubicBezTo>
                <a:cubicBezTo>
                  <a:pt x="112737" y="119992"/>
                  <a:pt x="113816" y="117351"/>
                  <a:pt x="115751" y="115416"/>
                </a:cubicBezTo>
                <a:cubicBezTo>
                  <a:pt x="117723" y="113481"/>
                  <a:pt x="120364" y="112402"/>
                  <a:pt x="123080" y="112402"/>
                </a:cubicBezTo>
                <a:cubicBezTo>
                  <a:pt x="125834" y="112439"/>
                  <a:pt x="128475" y="113555"/>
                  <a:pt x="130373" y="115527"/>
                </a:cubicBezTo>
                <a:lnTo>
                  <a:pt x="190872" y="176026"/>
                </a:lnTo>
                <a:cubicBezTo>
                  <a:pt x="194555" y="180082"/>
                  <a:pt x="194407" y="186332"/>
                  <a:pt x="190537" y="190202"/>
                </a:cubicBezTo>
                <a:cubicBezTo>
                  <a:pt x="186668" y="194035"/>
                  <a:pt x="180417" y="194184"/>
                  <a:pt x="176398" y="190500"/>
                </a:cubicBezTo>
                <a:close/>
                <a:moveTo>
                  <a:pt x="106077" y="394806"/>
                </a:moveTo>
                <a:cubicBezTo>
                  <a:pt x="106077" y="397522"/>
                  <a:pt x="104998" y="400126"/>
                  <a:pt x="103101" y="402061"/>
                </a:cubicBezTo>
                <a:cubicBezTo>
                  <a:pt x="101166" y="403996"/>
                  <a:pt x="98561" y="405075"/>
                  <a:pt x="95845" y="405075"/>
                </a:cubicBezTo>
                <a:lnTo>
                  <a:pt x="10269" y="405075"/>
                </a:lnTo>
                <a:cubicBezTo>
                  <a:pt x="4613" y="405075"/>
                  <a:pt x="0" y="400461"/>
                  <a:pt x="0" y="394806"/>
                </a:cubicBezTo>
                <a:cubicBezTo>
                  <a:pt x="0" y="389151"/>
                  <a:pt x="4614" y="384574"/>
                  <a:pt x="10269" y="384574"/>
                </a:cubicBezTo>
                <a:lnTo>
                  <a:pt x="95845" y="384574"/>
                </a:lnTo>
                <a:cubicBezTo>
                  <a:pt x="101501" y="384574"/>
                  <a:pt x="106077" y="389113"/>
                  <a:pt x="106077" y="394769"/>
                </a:cubicBezTo>
                <a:close/>
                <a:moveTo>
                  <a:pt x="190537" y="599107"/>
                </a:moveTo>
                <a:cubicBezTo>
                  <a:pt x="192472" y="601042"/>
                  <a:pt x="193551" y="603647"/>
                  <a:pt x="193551" y="606363"/>
                </a:cubicBezTo>
                <a:cubicBezTo>
                  <a:pt x="193551" y="609079"/>
                  <a:pt x="192472" y="611683"/>
                  <a:pt x="190537" y="613618"/>
                </a:cubicBezTo>
                <a:lnTo>
                  <a:pt x="130038" y="674117"/>
                </a:lnTo>
                <a:cubicBezTo>
                  <a:pt x="128141" y="676126"/>
                  <a:pt x="125499" y="677317"/>
                  <a:pt x="122709" y="677354"/>
                </a:cubicBezTo>
                <a:cubicBezTo>
                  <a:pt x="119955" y="677391"/>
                  <a:pt x="117276" y="676312"/>
                  <a:pt x="115304" y="674340"/>
                </a:cubicBezTo>
                <a:cubicBezTo>
                  <a:pt x="113370" y="672368"/>
                  <a:pt x="112291" y="669726"/>
                  <a:pt x="112328" y="666936"/>
                </a:cubicBezTo>
                <a:cubicBezTo>
                  <a:pt x="112365" y="664183"/>
                  <a:pt x="113518" y="661541"/>
                  <a:pt x="115528" y="659644"/>
                </a:cubicBezTo>
                <a:lnTo>
                  <a:pt x="176064" y="599107"/>
                </a:lnTo>
                <a:cubicBezTo>
                  <a:pt x="180045" y="595126"/>
                  <a:pt x="186557" y="595126"/>
                  <a:pt x="190537" y="599107"/>
                </a:cubicBezTo>
                <a:close/>
                <a:moveTo>
                  <a:pt x="790050" y="395291"/>
                </a:moveTo>
                <a:cubicBezTo>
                  <a:pt x="790013" y="400910"/>
                  <a:pt x="785474" y="405486"/>
                  <a:pt x="779819" y="405486"/>
                </a:cubicBezTo>
                <a:lnTo>
                  <a:pt x="694205" y="405486"/>
                </a:lnTo>
                <a:cubicBezTo>
                  <a:pt x="688661" y="405337"/>
                  <a:pt x="684270" y="400798"/>
                  <a:pt x="684270" y="395254"/>
                </a:cubicBezTo>
                <a:cubicBezTo>
                  <a:pt x="684270" y="389710"/>
                  <a:pt x="688661" y="385171"/>
                  <a:pt x="694205" y="385022"/>
                </a:cubicBezTo>
                <a:lnTo>
                  <a:pt x="779819" y="385022"/>
                </a:lnTo>
                <a:cubicBezTo>
                  <a:pt x="785474" y="385022"/>
                  <a:pt x="790050" y="389636"/>
                  <a:pt x="790050" y="395291"/>
                </a:cubicBezTo>
                <a:close/>
                <a:moveTo>
                  <a:pt x="674188" y="659982"/>
                </a:moveTo>
                <a:cubicBezTo>
                  <a:pt x="676160" y="661916"/>
                  <a:pt x="677277" y="664521"/>
                  <a:pt x="677277" y="667274"/>
                </a:cubicBezTo>
                <a:cubicBezTo>
                  <a:pt x="677314" y="670027"/>
                  <a:pt x="676235" y="672669"/>
                  <a:pt x="674300" y="674604"/>
                </a:cubicBezTo>
                <a:cubicBezTo>
                  <a:pt x="672328" y="676539"/>
                  <a:pt x="669686" y="677618"/>
                  <a:pt x="666970" y="677618"/>
                </a:cubicBezTo>
                <a:cubicBezTo>
                  <a:pt x="664217" y="677581"/>
                  <a:pt x="661575" y="676464"/>
                  <a:pt x="659678" y="674492"/>
                </a:cubicBezTo>
                <a:lnTo>
                  <a:pt x="599179" y="613993"/>
                </a:lnTo>
                <a:cubicBezTo>
                  <a:pt x="595160" y="609975"/>
                  <a:pt x="595160" y="603501"/>
                  <a:pt x="599179" y="599483"/>
                </a:cubicBezTo>
                <a:cubicBezTo>
                  <a:pt x="603160" y="595502"/>
                  <a:pt x="609671" y="595502"/>
                  <a:pt x="613652" y="599483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B4D873F-BBE2-4220-A5B1-202C11E84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6" y="385555"/>
            <a:ext cx="11379600" cy="430887"/>
          </a:xfrm>
        </p:spPr>
        <p:txBody>
          <a:bodyPr vert="horz" rIns="0">
            <a:spAutoFit/>
          </a:bodyPr>
          <a:lstStyle/>
          <a:p>
            <a:r>
              <a:rPr lang="en-US" dirty="0"/>
              <a:t>A structured approach ensures high-quality presentation delivery</a:t>
            </a:r>
            <a:endParaRPr lang="en-IN" dirty="0"/>
          </a:p>
        </p:txBody>
      </p:sp>
      <p:sp>
        <p:nvSpPr>
          <p:cNvPr id="111" name="Arrow: Bent 110">
            <a:extLst>
              <a:ext uri="{FF2B5EF4-FFF2-40B4-BE49-F238E27FC236}">
                <a16:creationId xmlns:a16="http://schemas.microsoft.com/office/drawing/2014/main" id="{D67E741C-3A4C-C3EA-1852-E0E6E08D7C2D}"/>
              </a:ext>
            </a:extLst>
          </p:cNvPr>
          <p:cNvSpPr/>
          <p:nvPr/>
        </p:nvSpPr>
        <p:spPr>
          <a:xfrm rot="10800000">
            <a:off x="-2" y="5720503"/>
            <a:ext cx="2619662" cy="312236"/>
          </a:xfrm>
          <a:prstGeom prst="bentArrow">
            <a:avLst>
              <a:gd name="adj1" fmla="val 25000"/>
              <a:gd name="adj2" fmla="val 0"/>
              <a:gd name="adj3" fmla="val 0"/>
              <a:gd name="adj4" fmla="val 19345"/>
            </a:avLst>
          </a:prstGeom>
          <a:noFill/>
          <a:ln w="3175" cap="flat" cmpd="sng" algn="ctr">
            <a:solidFill>
              <a:srgbClr val="2E2E38">
                <a:lumMod val="20000"/>
                <a:lumOff val="8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/>
            <a:endParaRPr lang="en-IN" kern="0" dirty="0" err="1">
              <a:solidFill>
                <a:srgbClr val="2E2E38"/>
              </a:solidFill>
            </a:endParaRPr>
          </a:p>
        </p:txBody>
      </p:sp>
      <p:sp>
        <p:nvSpPr>
          <p:cNvPr id="112" name="Arrow: Bent 111">
            <a:extLst>
              <a:ext uri="{FF2B5EF4-FFF2-40B4-BE49-F238E27FC236}">
                <a16:creationId xmlns:a16="http://schemas.microsoft.com/office/drawing/2014/main" id="{CD009308-771E-C470-DB4F-D99EB96F741B}"/>
              </a:ext>
            </a:extLst>
          </p:cNvPr>
          <p:cNvSpPr/>
          <p:nvPr/>
        </p:nvSpPr>
        <p:spPr>
          <a:xfrm rot="10800000" flipH="1">
            <a:off x="9562455" y="5719768"/>
            <a:ext cx="2629546" cy="312236"/>
          </a:xfrm>
          <a:prstGeom prst="bentArrow">
            <a:avLst>
              <a:gd name="adj1" fmla="val 25000"/>
              <a:gd name="adj2" fmla="val 0"/>
              <a:gd name="adj3" fmla="val 0"/>
              <a:gd name="adj4" fmla="val 19345"/>
            </a:avLst>
          </a:prstGeom>
          <a:noFill/>
          <a:ln w="3175" cap="flat" cmpd="sng" algn="ctr">
            <a:solidFill>
              <a:srgbClr val="2E2E38">
                <a:lumMod val="20000"/>
                <a:lumOff val="8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/>
            <a:endParaRPr lang="en-IN" kern="0" dirty="0" err="1">
              <a:solidFill>
                <a:srgbClr val="2E2E38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04F6605-17AE-453C-D26D-2A66FF288B63}"/>
              </a:ext>
            </a:extLst>
          </p:cNvPr>
          <p:cNvSpPr/>
          <p:nvPr/>
        </p:nvSpPr>
        <p:spPr>
          <a:xfrm>
            <a:off x="409927" y="3170586"/>
            <a:ext cx="2205274" cy="3257176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91440" rIns="18288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828800">
              <a:spcBef>
                <a:spcPts val="600"/>
              </a:spcBef>
              <a:spcAft>
                <a:spcPts val="600"/>
              </a:spcAft>
            </a:pPr>
            <a:endParaRPr lang="en-GB" sz="3200" dirty="0" err="1">
              <a:solidFill>
                <a:srgbClr val="FFFFFF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4C98F9-B292-7BFA-EABF-5274BF25A01E}"/>
              </a:ext>
            </a:extLst>
          </p:cNvPr>
          <p:cNvSpPr/>
          <p:nvPr/>
        </p:nvSpPr>
        <p:spPr>
          <a:xfrm>
            <a:off x="2701568" y="3170586"/>
            <a:ext cx="2205274" cy="3257176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91440" rIns="18288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828800">
              <a:spcBef>
                <a:spcPts val="600"/>
              </a:spcBef>
              <a:spcAft>
                <a:spcPts val="600"/>
              </a:spcAft>
            </a:pPr>
            <a:endParaRPr lang="en-GB" sz="3200" dirty="0" err="1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87056A-3220-565E-1B45-FA9ADA11165F}"/>
              </a:ext>
            </a:extLst>
          </p:cNvPr>
          <p:cNvSpPr/>
          <p:nvPr/>
        </p:nvSpPr>
        <p:spPr>
          <a:xfrm>
            <a:off x="4995149" y="3170586"/>
            <a:ext cx="2205274" cy="3257176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91440" rIns="18288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828800">
              <a:spcBef>
                <a:spcPts val="600"/>
              </a:spcBef>
              <a:spcAft>
                <a:spcPts val="600"/>
              </a:spcAft>
            </a:pPr>
            <a:endParaRPr lang="en-GB" sz="3200" dirty="0" err="1">
              <a:solidFill>
                <a:srgbClr val="FFFFFF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A4233E-F640-F8D9-FC27-522D40979001}"/>
              </a:ext>
            </a:extLst>
          </p:cNvPr>
          <p:cNvSpPr/>
          <p:nvPr/>
        </p:nvSpPr>
        <p:spPr>
          <a:xfrm>
            <a:off x="7288731" y="3170586"/>
            <a:ext cx="2205274" cy="3257176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91440" rIns="18288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828800">
              <a:spcBef>
                <a:spcPts val="600"/>
              </a:spcBef>
              <a:spcAft>
                <a:spcPts val="600"/>
              </a:spcAft>
            </a:pPr>
            <a:endParaRPr lang="en-GB" sz="3200" dirty="0" err="1">
              <a:solidFill>
                <a:srgbClr val="FFFFFF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C073D25-5349-D41E-6534-E8C910993A93}"/>
              </a:ext>
            </a:extLst>
          </p:cNvPr>
          <p:cNvSpPr/>
          <p:nvPr/>
        </p:nvSpPr>
        <p:spPr>
          <a:xfrm>
            <a:off x="9583839" y="3170586"/>
            <a:ext cx="2205274" cy="3257176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91440" rIns="18288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828800">
              <a:spcBef>
                <a:spcPts val="600"/>
              </a:spcBef>
              <a:spcAft>
                <a:spcPts val="600"/>
              </a:spcAft>
            </a:pPr>
            <a:endParaRPr lang="en-GB" sz="3200" dirty="0" err="1">
              <a:solidFill>
                <a:srgbClr val="FFFFFF"/>
              </a:solidFill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7693933-70E5-C3A4-85D0-3B1A65E8B42A}"/>
              </a:ext>
            </a:extLst>
          </p:cNvPr>
          <p:cNvSpPr>
            <a:spLocks/>
          </p:cNvSpPr>
          <p:nvPr/>
        </p:nvSpPr>
        <p:spPr>
          <a:xfrm rot="5400000">
            <a:off x="5797744" y="-2765436"/>
            <a:ext cx="600086" cy="11379599"/>
          </a:xfrm>
          <a:prstGeom prst="roundRect">
            <a:avLst>
              <a:gd name="adj" fmla="val 15590"/>
            </a:avLst>
          </a:prstGeom>
          <a:solidFill>
            <a:schemeClr val="accent1"/>
          </a:solidFill>
          <a:ln w="6350" cap="sq">
            <a:noFill/>
            <a:miter lim="800000"/>
          </a:ln>
          <a:effectLst>
            <a:outerShdw blurRad="292100" algn="ctr" rotWithShape="0">
              <a:srgbClr val="000000">
                <a:alpha val="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3" name="Freeform: Shape 43">
            <a:extLst>
              <a:ext uri="{FF2B5EF4-FFF2-40B4-BE49-F238E27FC236}">
                <a16:creationId xmlns:a16="http://schemas.microsoft.com/office/drawing/2014/main" id="{88A483E9-7E89-D9FA-548C-5475D60F7275}"/>
              </a:ext>
            </a:extLst>
          </p:cNvPr>
          <p:cNvSpPr/>
          <p:nvPr/>
        </p:nvSpPr>
        <p:spPr>
          <a:xfrm rot="10800000" flipH="1">
            <a:off x="2527182" y="3048759"/>
            <a:ext cx="253672" cy="175647"/>
          </a:xfrm>
          <a:custGeom>
            <a:avLst/>
            <a:gdLst>
              <a:gd name="csX0" fmla="*/ 143473 w 286947"/>
              <a:gd name="csY0" fmla="*/ 204046 h 204046"/>
              <a:gd name="csX1" fmla="*/ 95648 w 286947"/>
              <a:gd name="csY1" fmla="*/ 156221 h 204046"/>
              <a:gd name="csX2" fmla="*/ 95648 w 286947"/>
              <a:gd name="csY2" fmla="*/ 95648 h 204046"/>
              <a:gd name="csX3" fmla="*/ 88132 w 286947"/>
              <a:gd name="csY3" fmla="*/ 58420 h 204046"/>
              <a:gd name="csX4" fmla="*/ 0 w 286947"/>
              <a:gd name="csY4" fmla="*/ 2 h 204046"/>
              <a:gd name="csX5" fmla="*/ 95649 w 286947"/>
              <a:gd name="csY5" fmla="*/ 2 h 204046"/>
              <a:gd name="csX6" fmla="*/ 95649 w 286947"/>
              <a:gd name="csY6" fmla="*/ 0 h 204046"/>
              <a:gd name="csX7" fmla="*/ 191298 w 286947"/>
              <a:gd name="csY7" fmla="*/ 0 h 204046"/>
              <a:gd name="csX8" fmla="*/ 191298 w 286947"/>
              <a:gd name="csY8" fmla="*/ 2 h 204046"/>
              <a:gd name="csX9" fmla="*/ 286947 w 286947"/>
              <a:gd name="csY9" fmla="*/ 2 h 204046"/>
              <a:gd name="csX10" fmla="*/ 191298 w 286947"/>
              <a:gd name="csY10" fmla="*/ 95651 h 204046"/>
              <a:gd name="csX11" fmla="*/ 191298 w 286947"/>
              <a:gd name="csY11" fmla="*/ 156221 h 204046"/>
              <a:gd name="csX12" fmla="*/ 143473 w 286947"/>
              <a:gd name="csY12" fmla="*/ 204046 h 2040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86947" h="204046">
                <a:moveTo>
                  <a:pt x="143473" y="204046"/>
                </a:moveTo>
                <a:cubicBezTo>
                  <a:pt x="117060" y="204046"/>
                  <a:pt x="95648" y="182634"/>
                  <a:pt x="95648" y="156221"/>
                </a:cubicBezTo>
                <a:lnTo>
                  <a:pt x="95648" y="95648"/>
                </a:lnTo>
                <a:lnTo>
                  <a:pt x="88132" y="58420"/>
                </a:lnTo>
                <a:cubicBezTo>
                  <a:pt x="73612" y="24090"/>
                  <a:pt x="39620" y="2"/>
                  <a:pt x="0" y="2"/>
                </a:cubicBezTo>
                <a:lnTo>
                  <a:pt x="95649" y="2"/>
                </a:lnTo>
                <a:lnTo>
                  <a:pt x="95649" y="0"/>
                </a:lnTo>
                <a:lnTo>
                  <a:pt x="191298" y="0"/>
                </a:lnTo>
                <a:lnTo>
                  <a:pt x="191298" y="2"/>
                </a:lnTo>
                <a:lnTo>
                  <a:pt x="286947" y="2"/>
                </a:lnTo>
                <a:cubicBezTo>
                  <a:pt x="234121" y="2"/>
                  <a:pt x="191298" y="42825"/>
                  <a:pt x="191298" y="95651"/>
                </a:cubicBezTo>
                <a:lnTo>
                  <a:pt x="191298" y="156221"/>
                </a:lnTo>
                <a:cubicBezTo>
                  <a:pt x="191298" y="182634"/>
                  <a:pt x="169886" y="204046"/>
                  <a:pt x="143473" y="204046"/>
                </a:cubicBezTo>
                <a:close/>
              </a:path>
            </a:pathLst>
          </a:custGeom>
          <a:solidFill>
            <a:srgbClr val="E9E9E9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1200" cap="none" spc="0" normalizeH="0" baseline="0" noProof="0" err="1">
              <a:ln>
                <a:noFill/>
              </a:ln>
              <a:solidFill>
                <a:srgbClr val="FBF7F4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A9CD115-A98F-96CB-F560-08194480C3F4}"/>
              </a:ext>
            </a:extLst>
          </p:cNvPr>
          <p:cNvSpPr txBox="1"/>
          <p:nvPr/>
        </p:nvSpPr>
        <p:spPr>
          <a:xfrm>
            <a:off x="1262960" y="2785864"/>
            <a:ext cx="495328" cy="276999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non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Brief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9" name="Freeform: Shape 43">
            <a:extLst>
              <a:ext uri="{FF2B5EF4-FFF2-40B4-BE49-F238E27FC236}">
                <a16:creationId xmlns:a16="http://schemas.microsoft.com/office/drawing/2014/main" id="{8A929604-A0E6-76CD-64F4-DC1963A1B4BA}"/>
              </a:ext>
            </a:extLst>
          </p:cNvPr>
          <p:cNvSpPr/>
          <p:nvPr/>
        </p:nvSpPr>
        <p:spPr>
          <a:xfrm rot="10800000" flipH="1">
            <a:off x="4821942" y="3048759"/>
            <a:ext cx="253672" cy="175647"/>
          </a:xfrm>
          <a:custGeom>
            <a:avLst/>
            <a:gdLst>
              <a:gd name="csX0" fmla="*/ 143473 w 286947"/>
              <a:gd name="csY0" fmla="*/ 204046 h 204046"/>
              <a:gd name="csX1" fmla="*/ 95648 w 286947"/>
              <a:gd name="csY1" fmla="*/ 156221 h 204046"/>
              <a:gd name="csX2" fmla="*/ 95648 w 286947"/>
              <a:gd name="csY2" fmla="*/ 95648 h 204046"/>
              <a:gd name="csX3" fmla="*/ 88132 w 286947"/>
              <a:gd name="csY3" fmla="*/ 58420 h 204046"/>
              <a:gd name="csX4" fmla="*/ 0 w 286947"/>
              <a:gd name="csY4" fmla="*/ 2 h 204046"/>
              <a:gd name="csX5" fmla="*/ 95649 w 286947"/>
              <a:gd name="csY5" fmla="*/ 2 h 204046"/>
              <a:gd name="csX6" fmla="*/ 95649 w 286947"/>
              <a:gd name="csY6" fmla="*/ 0 h 204046"/>
              <a:gd name="csX7" fmla="*/ 191298 w 286947"/>
              <a:gd name="csY7" fmla="*/ 0 h 204046"/>
              <a:gd name="csX8" fmla="*/ 191298 w 286947"/>
              <a:gd name="csY8" fmla="*/ 2 h 204046"/>
              <a:gd name="csX9" fmla="*/ 286947 w 286947"/>
              <a:gd name="csY9" fmla="*/ 2 h 204046"/>
              <a:gd name="csX10" fmla="*/ 191298 w 286947"/>
              <a:gd name="csY10" fmla="*/ 95651 h 204046"/>
              <a:gd name="csX11" fmla="*/ 191298 w 286947"/>
              <a:gd name="csY11" fmla="*/ 156221 h 204046"/>
              <a:gd name="csX12" fmla="*/ 143473 w 286947"/>
              <a:gd name="csY12" fmla="*/ 204046 h 2040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86947" h="204046">
                <a:moveTo>
                  <a:pt x="143473" y="204046"/>
                </a:moveTo>
                <a:cubicBezTo>
                  <a:pt x="117060" y="204046"/>
                  <a:pt x="95648" y="182634"/>
                  <a:pt x="95648" y="156221"/>
                </a:cubicBezTo>
                <a:lnTo>
                  <a:pt x="95648" y="95648"/>
                </a:lnTo>
                <a:lnTo>
                  <a:pt x="88132" y="58420"/>
                </a:lnTo>
                <a:cubicBezTo>
                  <a:pt x="73612" y="24090"/>
                  <a:pt x="39620" y="2"/>
                  <a:pt x="0" y="2"/>
                </a:cubicBezTo>
                <a:lnTo>
                  <a:pt x="95649" y="2"/>
                </a:lnTo>
                <a:lnTo>
                  <a:pt x="95649" y="0"/>
                </a:lnTo>
                <a:lnTo>
                  <a:pt x="191298" y="0"/>
                </a:lnTo>
                <a:lnTo>
                  <a:pt x="191298" y="2"/>
                </a:lnTo>
                <a:lnTo>
                  <a:pt x="286947" y="2"/>
                </a:lnTo>
                <a:cubicBezTo>
                  <a:pt x="234121" y="2"/>
                  <a:pt x="191298" y="42825"/>
                  <a:pt x="191298" y="95651"/>
                </a:cubicBezTo>
                <a:lnTo>
                  <a:pt x="191298" y="156221"/>
                </a:lnTo>
                <a:cubicBezTo>
                  <a:pt x="191298" y="182634"/>
                  <a:pt x="169886" y="204046"/>
                  <a:pt x="143473" y="204046"/>
                </a:cubicBezTo>
                <a:close/>
              </a:path>
            </a:pathLst>
          </a:custGeom>
          <a:solidFill>
            <a:srgbClr val="E9E9E9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1200" cap="none" spc="0" normalizeH="0" baseline="0" noProof="0" err="1">
              <a:ln>
                <a:noFill/>
              </a:ln>
              <a:solidFill>
                <a:srgbClr val="FBF7F4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41" name="Freeform: Shape 43">
            <a:extLst>
              <a:ext uri="{FF2B5EF4-FFF2-40B4-BE49-F238E27FC236}">
                <a16:creationId xmlns:a16="http://schemas.microsoft.com/office/drawing/2014/main" id="{E3530AD3-A4A6-F1CE-8035-C6C260AD47F5}"/>
              </a:ext>
            </a:extLst>
          </p:cNvPr>
          <p:cNvSpPr/>
          <p:nvPr/>
        </p:nvSpPr>
        <p:spPr>
          <a:xfrm rot="10800000" flipH="1">
            <a:off x="7116702" y="3048760"/>
            <a:ext cx="253672" cy="175647"/>
          </a:xfrm>
          <a:custGeom>
            <a:avLst/>
            <a:gdLst>
              <a:gd name="csX0" fmla="*/ 143473 w 286947"/>
              <a:gd name="csY0" fmla="*/ 204046 h 204046"/>
              <a:gd name="csX1" fmla="*/ 95648 w 286947"/>
              <a:gd name="csY1" fmla="*/ 156221 h 204046"/>
              <a:gd name="csX2" fmla="*/ 95648 w 286947"/>
              <a:gd name="csY2" fmla="*/ 95648 h 204046"/>
              <a:gd name="csX3" fmla="*/ 88132 w 286947"/>
              <a:gd name="csY3" fmla="*/ 58420 h 204046"/>
              <a:gd name="csX4" fmla="*/ 0 w 286947"/>
              <a:gd name="csY4" fmla="*/ 2 h 204046"/>
              <a:gd name="csX5" fmla="*/ 95649 w 286947"/>
              <a:gd name="csY5" fmla="*/ 2 h 204046"/>
              <a:gd name="csX6" fmla="*/ 95649 w 286947"/>
              <a:gd name="csY6" fmla="*/ 0 h 204046"/>
              <a:gd name="csX7" fmla="*/ 191298 w 286947"/>
              <a:gd name="csY7" fmla="*/ 0 h 204046"/>
              <a:gd name="csX8" fmla="*/ 191298 w 286947"/>
              <a:gd name="csY8" fmla="*/ 2 h 204046"/>
              <a:gd name="csX9" fmla="*/ 286947 w 286947"/>
              <a:gd name="csY9" fmla="*/ 2 h 204046"/>
              <a:gd name="csX10" fmla="*/ 191298 w 286947"/>
              <a:gd name="csY10" fmla="*/ 95651 h 204046"/>
              <a:gd name="csX11" fmla="*/ 191298 w 286947"/>
              <a:gd name="csY11" fmla="*/ 156221 h 204046"/>
              <a:gd name="csX12" fmla="*/ 143473 w 286947"/>
              <a:gd name="csY12" fmla="*/ 204046 h 2040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86947" h="204046">
                <a:moveTo>
                  <a:pt x="143473" y="204046"/>
                </a:moveTo>
                <a:cubicBezTo>
                  <a:pt x="117060" y="204046"/>
                  <a:pt x="95648" y="182634"/>
                  <a:pt x="95648" y="156221"/>
                </a:cubicBezTo>
                <a:lnTo>
                  <a:pt x="95648" y="95648"/>
                </a:lnTo>
                <a:lnTo>
                  <a:pt x="88132" y="58420"/>
                </a:lnTo>
                <a:cubicBezTo>
                  <a:pt x="73612" y="24090"/>
                  <a:pt x="39620" y="2"/>
                  <a:pt x="0" y="2"/>
                </a:cubicBezTo>
                <a:lnTo>
                  <a:pt x="95649" y="2"/>
                </a:lnTo>
                <a:lnTo>
                  <a:pt x="95649" y="0"/>
                </a:lnTo>
                <a:lnTo>
                  <a:pt x="191298" y="0"/>
                </a:lnTo>
                <a:lnTo>
                  <a:pt x="191298" y="2"/>
                </a:lnTo>
                <a:lnTo>
                  <a:pt x="286947" y="2"/>
                </a:lnTo>
                <a:cubicBezTo>
                  <a:pt x="234121" y="2"/>
                  <a:pt x="191298" y="42825"/>
                  <a:pt x="191298" y="95651"/>
                </a:cubicBezTo>
                <a:lnTo>
                  <a:pt x="191298" y="156221"/>
                </a:lnTo>
                <a:cubicBezTo>
                  <a:pt x="191298" y="182634"/>
                  <a:pt x="169886" y="204046"/>
                  <a:pt x="143473" y="204046"/>
                </a:cubicBezTo>
                <a:close/>
              </a:path>
            </a:pathLst>
          </a:custGeom>
          <a:solidFill>
            <a:srgbClr val="E9E9E9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1200" cap="none" spc="0" normalizeH="0" baseline="0" noProof="0" err="1">
              <a:ln>
                <a:noFill/>
              </a:ln>
              <a:solidFill>
                <a:srgbClr val="FBF7F4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80" name="Freeform: Shape 43">
            <a:extLst>
              <a:ext uri="{FF2B5EF4-FFF2-40B4-BE49-F238E27FC236}">
                <a16:creationId xmlns:a16="http://schemas.microsoft.com/office/drawing/2014/main" id="{EAA7E6AC-4470-8248-4378-E7E48FBB2DB0}"/>
              </a:ext>
            </a:extLst>
          </p:cNvPr>
          <p:cNvSpPr/>
          <p:nvPr/>
        </p:nvSpPr>
        <p:spPr>
          <a:xfrm rot="10800000" flipH="1">
            <a:off x="9411463" y="3048760"/>
            <a:ext cx="253672" cy="175647"/>
          </a:xfrm>
          <a:custGeom>
            <a:avLst/>
            <a:gdLst>
              <a:gd name="csX0" fmla="*/ 143473 w 286947"/>
              <a:gd name="csY0" fmla="*/ 204046 h 204046"/>
              <a:gd name="csX1" fmla="*/ 95648 w 286947"/>
              <a:gd name="csY1" fmla="*/ 156221 h 204046"/>
              <a:gd name="csX2" fmla="*/ 95648 w 286947"/>
              <a:gd name="csY2" fmla="*/ 95648 h 204046"/>
              <a:gd name="csX3" fmla="*/ 88132 w 286947"/>
              <a:gd name="csY3" fmla="*/ 58420 h 204046"/>
              <a:gd name="csX4" fmla="*/ 0 w 286947"/>
              <a:gd name="csY4" fmla="*/ 2 h 204046"/>
              <a:gd name="csX5" fmla="*/ 95649 w 286947"/>
              <a:gd name="csY5" fmla="*/ 2 h 204046"/>
              <a:gd name="csX6" fmla="*/ 95649 w 286947"/>
              <a:gd name="csY6" fmla="*/ 0 h 204046"/>
              <a:gd name="csX7" fmla="*/ 191298 w 286947"/>
              <a:gd name="csY7" fmla="*/ 0 h 204046"/>
              <a:gd name="csX8" fmla="*/ 191298 w 286947"/>
              <a:gd name="csY8" fmla="*/ 2 h 204046"/>
              <a:gd name="csX9" fmla="*/ 286947 w 286947"/>
              <a:gd name="csY9" fmla="*/ 2 h 204046"/>
              <a:gd name="csX10" fmla="*/ 191298 w 286947"/>
              <a:gd name="csY10" fmla="*/ 95651 h 204046"/>
              <a:gd name="csX11" fmla="*/ 191298 w 286947"/>
              <a:gd name="csY11" fmla="*/ 156221 h 204046"/>
              <a:gd name="csX12" fmla="*/ 143473 w 286947"/>
              <a:gd name="csY12" fmla="*/ 204046 h 2040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86947" h="204046">
                <a:moveTo>
                  <a:pt x="143473" y="204046"/>
                </a:moveTo>
                <a:cubicBezTo>
                  <a:pt x="117060" y="204046"/>
                  <a:pt x="95648" y="182634"/>
                  <a:pt x="95648" y="156221"/>
                </a:cubicBezTo>
                <a:lnTo>
                  <a:pt x="95648" y="95648"/>
                </a:lnTo>
                <a:lnTo>
                  <a:pt x="88132" y="58420"/>
                </a:lnTo>
                <a:cubicBezTo>
                  <a:pt x="73612" y="24090"/>
                  <a:pt x="39620" y="2"/>
                  <a:pt x="0" y="2"/>
                </a:cubicBezTo>
                <a:lnTo>
                  <a:pt x="95649" y="2"/>
                </a:lnTo>
                <a:lnTo>
                  <a:pt x="95649" y="0"/>
                </a:lnTo>
                <a:lnTo>
                  <a:pt x="191298" y="0"/>
                </a:lnTo>
                <a:lnTo>
                  <a:pt x="191298" y="2"/>
                </a:lnTo>
                <a:lnTo>
                  <a:pt x="286947" y="2"/>
                </a:lnTo>
                <a:cubicBezTo>
                  <a:pt x="234121" y="2"/>
                  <a:pt x="191298" y="42825"/>
                  <a:pt x="191298" y="95651"/>
                </a:cubicBezTo>
                <a:lnTo>
                  <a:pt x="191298" y="156221"/>
                </a:lnTo>
                <a:cubicBezTo>
                  <a:pt x="191298" y="182634"/>
                  <a:pt x="169886" y="204046"/>
                  <a:pt x="143473" y="204046"/>
                </a:cubicBezTo>
                <a:close/>
              </a:path>
            </a:pathLst>
          </a:custGeom>
          <a:solidFill>
            <a:srgbClr val="E9E9E9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1200" cap="none" spc="0" normalizeH="0" baseline="0" noProof="0" err="1">
              <a:ln>
                <a:noFill/>
              </a:ln>
              <a:solidFill>
                <a:srgbClr val="FBF7F4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432E7AE-D78D-2F55-42C1-ADA3B390A2BA}"/>
              </a:ext>
            </a:extLst>
          </p:cNvPr>
          <p:cNvSpPr txBox="1"/>
          <p:nvPr/>
        </p:nvSpPr>
        <p:spPr>
          <a:xfrm>
            <a:off x="3056911" y="2785864"/>
            <a:ext cx="1494588" cy="276999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Structure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88D06CA-B78A-5B2E-1375-DB34CCA420E3}"/>
              </a:ext>
            </a:extLst>
          </p:cNvPr>
          <p:cNvSpPr txBox="1"/>
          <p:nvPr/>
        </p:nvSpPr>
        <p:spPr>
          <a:xfrm>
            <a:off x="5323781" y="2785864"/>
            <a:ext cx="1548010" cy="276999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Design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C2AA3AF-8B3B-4725-2779-1F869AFBA6E3}"/>
              </a:ext>
            </a:extLst>
          </p:cNvPr>
          <p:cNvSpPr txBox="1"/>
          <p:nvPr/>
        </p:nvSpPr>
        <p:spPr>
          <a:xfrm>
            <a:off x="7596973" y="2785864"/>
            <a:ext cx="1588791" cy="276999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Review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4B1A5CF-7231-A26F-3B45-83BBB430D622}"/>
              </a:ext>
            </a:extLst>
          </p:cNvPr>
          <p:cNvSpPr txBox="1"/>
          <p:nvPr/>
        </p:nvSpPr>
        <p:spPr>
          <a:xfrm>
            <a:off x="9937656" y="2785864"/>
            <a:ext cx="1494588" cy="276999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Deliver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94" name="Arrow: U-Turn 93">
            <a:extLst>
              <a:ext uri="{FF2B5EF4-FFF2-40B4-BE49-F238E27FC236}">
                <a16:creationId xmlns:a16="http://schemas.microsoft.com/office/drawing/2014/main" id="{9E0DA9AD-4346-A83B-8F3C-8453DE0AF9F2}"/>
              </a:ext>
            </a:extLst>
          </p:cNvPr>
          <p:cNvSpPr/>
          <p:nvPr/>
        </p:nvSpPr>
        <p:spPr>
          <a:xfrm rot="10800000" flipV="1">
            <a:off x="2619438" y="5285678"/>
            <a:ext cx="55431" cy="548640"/>
          </a:xfrm>
          <a:prstGeom prst="uturnArrow">
            <a:avLst>
              <a:gd name="adj1" fmla="val 25000"/>
              <a:gd name="adj2" fmla="val 0"/>
              <a:gd name="adj3" fmla="val 0"/>
              <a:gd name="adj4" fmla="val 50000"/>
              <a:gd name="adj5" fmla="val 100000"/>
            </a:avLst>
          </a:prstGeom>
          <a:noFill/>
          <a:ln w="3175" cap="flat" cmpd="sng" algn="ctr">
            <a:solidFill>
              <a:srgbClr val="2E2E38">
                <a:lumMod val="20000"/>
                <a:lumOff val="8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/>
            <a:endParaRPr lang="en-IN" kern="0" dirty="0" err="1">
              <a:solidFill>
                <a:srgbClr val="2E2E38"/>
              </a:solidFill>
            </a:endParaRPr>
          </a:p>
        </p:txBody>
      </p:sp>
      <p:sp>
        <p:nvSpPr>
          <p:cNvPr id="96" name="Arrow: U-Turn 95">
            <a:extLst>
              <a:ext uri="{FF2B5EF4-FFF2-40B4-BE49-F238E27FC236}">
                <a16:creationId xmlns:a16="http://schemas.microsoft.com/office/drawing/2014/main" id="{06C1BE50-9E5B-5F6E-8CC2-CB97AA83252C}"/>
              </a:ext>
            </a:extLst>
          </p:cNvPr>
          <p:cNvSpPr/>
          <p:nvPr/>
        </p:nvSpPr>
        <p:spPr>
          <a:xfrm rot="10800000" flipV="1">
            <a:off x="4906179" y="5285678"/>
            <a:ext cx="55431" cy="548640"/>
          </a:xfrm>
          <a:prstGeom prst="uturnArrow">
            <a:avLst>
              <a:gd name="adj1" fmla="val 25000"/>
              <a:gd name="adj2" fmla="val 0"/>
              <a:gd name="adj3" fmla="val 0"/>
              <a:gd name="adj4" fmla="val 50000"/>
              <a:gd name="adj5" fmla="val 100000"/>
            </a:avLst>
          </a:prstGeom>
          <a:noFill/>
          <a:ln w="3175" cap="flat" cmpd="sng" algn="ctr">
            <a:solidFill>
              <a:srgbClr val="2E2E38">
                <a:lumMod val="20000"/>
                <a:lumOff val="8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/>
            <a:endParaRPr lang="en-IN" kern="0" dirty="0" err="1">
              <a:solidFill>
                <a:srgbClr val="2E2E38"/>
              </a:solidFill>
            </a:endParaRPr>
          </a:p>
        </p:txBody>
      </p:sp>
      <p:sp>
        <p:nvSpPr>
          <p:cNvPr id="107" name="Arrow: U-Turn 106">
            <a:extLst>
              <a:ext uri="{FF2B5EF4-FFF2-40B4-BE49-F238E27FC236}">
                <a16:creationId xmlns:a16="http://schemas.microsoft.com/office/drawing/2014/main" id="{A980A0F3-E366-2453-82F9-85DE631AE302}"/>
              </a:ext>
            </a:extLst>
          </p:cNvPr>
          <p:cNvSpPr/>
          <p:nvPr/>
        </p:nvSpPr>
        <p:spPr>
          <a:xfrm rot="10800000" flipV="1">
            <a:off x="9507024" y="5285678"/>
            <a:ext cx="55431" cy="548640"/>
          </a:xfrm>
          <a:prstGeom prst="uturnArrow">
            <a:avLst>
              <a:gd name="adj1" fmla="val 25000"/>
              <a:gd name="adj2" fmla="val 0"/>
              <a:gd name="adj3" fmla="val 0"/>
              <a:gd name="adj4" fmla="val 50000"/>
              <a:gd name="adj5" fmla="val 100000"/>
            </a:avLst>
          </a:prstGeom>
          <a:noFill/>
          <a:ln w="3175" cap="flat" cmpd="sng" algn="ctr">
            <a:solidFill>
              <a:srgbClr val="2E2E38">
                <a:lumMod val="20000"/>
                <a:lumOff val="8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/>
            <a:endParaRPr lang="en-IN" kern="0" dirty="0" err="1">
              <a:solidFill>
                <a:srgbClr val="2E2E38"/>
              </a:solidFill>
            </a:endParaRPr>
          </a:p>
        </p:txBody>
      </p:sp>
      <p:sp>
        <p:nvSpPr>
          <p:cNvPr id="108" name="Arrow: U-Turn 107">
            <a:extLst>
              <a:ext uri="{FF2B5EF4-FFF2-40B4-BE49-F238E27FC236}">
                <a16:creationId xmlns:a16="http://schemas.microsoft.com/office/drawing/2014/main" id="{A169A912-CE18-CEBA-ACE2-DE2592DC57C0}"/>
              </a:ext>
            </a:extLst>
          </p:cNvPr>
          <p:cNvSpPr/>
          <p:nvPr/>
        </p:nvSpPr>
        <p:spPr>
          <a:xfrm flipV="1">
            <a:off x="2675755" y="5484099"/>
            <a:ext cx="2230271" cy="548640"/>
          </a:xfrm>
          <a:prstGeom prst="uturnArrow">
            <a:avLst>
              <a:gd name="adj1" fmla="val 25000"/>
              <a:gd name="adj2" fmla="val 0"/>
              <a:gd name="adj3" fmla="val 0"/>
              <a:gd name="adj4" fmla="val 8333"/>
              <a:gd name="adj5" fmla="val 100000"/>
            </a:avLst>
          </a:prstGeom>
          <a:noFill/>
          <a:ln w="3175" cap="flat" cmpd="sng" algn="ctr">
            <a:solidFill>
              <a:srgbClr val="2E2E38">
                <a:lumMod val="20000"/>
                <a:lumOff val="8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/>
            <a:endParaRPr lang="en-IN" kern="0" dirty="0" err="1">
              <a:solidFill>
                <a:srgbClr val="2E2E38"/>
              </a:solidFill>
            </a:endParaRPr>
          </a:p>
        </p:txBody>
      </p:sp>
      <p:sp>
        <p:nvSpPr>
          <p:cNvPr id="109" name="Arrow: U-Turn 108">
            <a:extLst>
              <a:ext uri="{FF2B5EF4-FFF2-40B4-BE49-F238E27FC236}">
                <a16:creationId xmlns:a16="http://schemas.microsoft.com/office/drawing/2014/main" id="{F0112098-EE9F-2EDB-8E1C-22A6D25DB721}"/>
              </a:ext>
            </a:extLst>
          </p:cNvPr>
          <p:cNvSpPr/>
          <p:nvPr/>
        </p:nvSpPr>
        <p:spPr>
          <a:xfrm flipV="1">
            <a:off x="4962271" y="5484099"/>
            <a:ext cx="2244329" cy="548640"/>
          </a:xfrm>
          <a:prstGeom prst="uturnArrow">
            <a:avLst>
              <a:gd name="adj1" fmla="val 25000"/>
              <a:gd name="adj2" fmla="val 0"/>
              <a:gd name="adj3" fmla="val 0"/>
              <a:gd name="adj4" fmla="val 8333"/>
              <a:gd name="adj5" fmla="val 100000"/>
            </a:avLst>
          </a:prstGeom>
          <a:noFill/>
          <a:ln w="3175" cap="flat" cmpd="sng" algn="ctr">
            <a:solidFill>
              <a:srgbClr val="2E2E38">
                <a:lumMod val="20000"/>
                <a:lumOff val="8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/>
            <a:endParaRPr lang="en-IN" kern="0" dirty="0" err="1">
              <a:solidFill>
                <a:srgbClr val="2E2E38"/>
              </a:solidFill>
            </a:endParaRPr>
          </a:p>
        </p:txBody>
      </p:sp>
      <p:sp>
        <p:nvSpPr>
          <p:cNvPr id="113" name="Arrow: U-Turn 112">
            <a:extLst>
              <a:ext uri="{FF2B5EF4-FFF2-40B4-BE49-F238E27FC236}">
                <a16:creationId xmlns:a16="http://schemas.microsoft.com/office/drawing/2014/main" id="{AE2B3681-CAF9-3F4C-2663-041B7EF0C257}"/>
              </a:ext>
            </a:extLst>
          </p:cNvPr>
          <p:cNvSpPr/>
          <p:nvPr/>
        </p:nvSpPr>
        <p:spPr>
          <a:xfrm rot="10800000" flipV="1">
            <a:off x="7206602" y="5285678"/>
            <a:ext cx="55431" cy="548640"/>
          </a:xfrm>
          <a:prstGeom prst="uturnArrow">
            <a:avLst>
              <a:gd name="adj1" fmla="val 25000"/>
              <a:gd name="adj2" fmla="val 0"/>
              <a:gd name="adj3" fmla="val 0"/>
              <a:gd name="adj4" fmla="val 50000"/>
              <a:gd name="adj5" fmla="val 100000"/>
            </a:avLst>
          </a:prstGeom>
          <a:noFill/>
          <a:ln w="3175" cap="flat" cmpd="sng" algn="ctr">
            <a:solidFill>
              <a:srgbClr val="2E2E38">
                <a:lumMod val="20000"/>
                <a:lumOff val="8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/>
            <a:endParaRPr lang="en-IN" kern="0" dirty="0" err="1">
              <a:solidFill>
                <a:srgbClr val="2E2E38"/>
              </a:solidFill>
            </a:endParaRPr>
          </a:p>
        </p:txBody>
      </p:sp>
      <p:sp>
        <p:nvSpPr>
          <p:cNvPr id="114" name="Arrow: U-Turn 113">
            <a:extLst>
              <a:ext uri="{FF2B5EF4-FFF2-40B4-BE49-F238E27FC236}">
                <a16:creationId xmlns:a16="http://schemas.microsoft.com/office/drawing/2014/main" id="{C6240E43-9620-723F-4535-B978B93B2FEB}"/>
              </a:ext>
            </a:extLst>
          </p:cNvPr>
          <p:cNvSpPr/>
          <p:nvPr/>
        </p:nvSpPr>
        <p:spPr>
          <a:xfrm flipV="1">
            <a:off x="7262695" y="5484099"/>
            <a:ext cx="2244329" cy="548640"/>
          </a:xfrm>
          <a:prstGeom prst="uturnArrow">
            <a:avLst>
              <a:gd name="adj1" fmla="val 25000"/>
              <a:gd name="adj2" fmla="val 0"/>
              <a:gd name="adj3" fmla="val 0"/>
              <a:gd name="adj4" fmla="val 8333"/>
              <a:gd name="adj5" fmla="val 100000"/>
            </a:avLst>
          </a:prstGeom>
          <a:noFill/>
          <a:ln w="3175" cap="flat" cmpd="sng" algn="ctr">
            <a:solidFill>
              <a:srgbClr val="2E2E38">
                <a:lumMod val="20000"/>
                <a:lumOff val="8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/>
            <a:endParaRPr lang="en-IN" kern="0" dirty="0" err="1">
              <a:solidFill>
                <a:srgbClr val="2E2E38"/>
              </a:solidFill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792CB745-8EC1-ADC8-64C3-22B74D00C5E9}"/>
              </a:ext>
            </a:extLst>
          </p:cNvPr>
          <p:cNvSpPr/>
          <p:nvPr/>
        </p:nvSpPr>
        <p:spPr>
          <a:xfrm>
            <a:off x="1341528" y="6058430"/>
            <a:ext cx="330220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>
            <a:spAutoFit/>
          </a:bodyPr>
          <a:lstStyle/>
          <a:p>
            <a:pPr algn="ctr" defTabSz="1008126">
              <a:buClrTx/>
            </a:pPr>
            <a:r>
              <a:rPr lang="en-US" sz="2400" b="1" kern="1200" dirty="0">
                <a:ln w="6350">
                  <a:solidFill>
                    <a:schemeClr val="accent1"/>
                  </a:solidFill>
                </a:ln>
                <a:solidFill>
                  <a:schemeClr val="bg1"/>
                </a:solidFill>
              </a:rPr>
              <a:t>01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DD9F64C3-6CD6-A0B3-5CF5-1FADEF63135B}"/>
              </a:ext>
            </a:extLst>
          </p:cNvPr>
          <p:cNvSpPr/>
          <p:nvPr/>
        </p:nvSpPr>
        <p:spPr>
          <a:xfrm>
            <a:off x="3636288" y="6058430"/>
            <a:ext cx="330220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>
            <a:spAutoFit/>
          </a:bodyPr>
          <a:lstStyle/>
          <a:p>
            <a:pPr algn="ctr" defTabSz="1008126">
              <a:buClrTx/>
            </a:pPr>
            <a:r>
              <a:rPr lang="en-US" sz="2400" b="1" kern="1200" dirty="0">
                <a:ln w="6350">
                  <a:solidFill>
                    <a:schemeClr val="accent1"/>
                  </a:solidFill>
                </a:ln>
                <a:solidFill>
                  <a:schemeClr val="bg1"/>
                </a:solidFill>
              </a:rPr>
              <a:t>02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4E9364FA-E3B3-3831-B137-DD75316702E1}"/>
              </a:ext>
            </a:extLst>
          </p:cNvPr>
          <p:cNvSpPr/>
          <p:nvPr/>
        </p:nvSpPr>
        <p:spPr>
          <a:xfrm>
            <a:off x="5931048" y="6058430"/>
            <a:ext cx="330220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>
            <a:spAutoFit/>
          </a:bodyPr>
          <a:lstStyle/>
          <a:p>
            <a:pPr algn="ctr" defTabSz="1008126">
              <a:buClrTx/>
            </a:pPr>
            <a:r>
              <a:rPr lang="en-US" sz="2400" b="1" kern="1200" dirty="0">
                <a:ln w="6350">
                  <a:solidFill>
                    <a:schemeClr val="accent1"/>
                  </a:solidFill>
                </a:ln>
                <a:solidFill>
                  <a:schemeClr val="bg1"/>
                </a:solidFill>
              </a:rPr>
              <a:t>03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7DF97E8D-8259-A65E-42C9-F6B62DE0D1D2}"/>
              </a:ext>
            </a:extLst>
          </p:cNvPr>
          <p:cNvSpPr/>
          <p:nvPr/>
        </p:nvSpPr>
        <p:spPr>
          <a:xfrm>
            <a:off x="8225808" y="6058430"/>
            <a:ext cx="330220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>
            <a:spAutoFit/>
          </a:bodyPr>
          <a:lstStyle/>
          <a:p>
            <a:pPr algn="ctr" defTabSz="1008126">
              <a:buClrTx/>
            </a:pPr>
            <a:r>
              <a:rPr lang="en-US" sz="2400" b="1" kern="1200" dirty="0">
                <a:ln w="6350">
                  <a:solidFill>
                    <a:schemeClr val="accent1"/>
                  </a:solidFill>
                </a:ln>
                <a:solidFill>
                  <a:schemeClr val="bg1"/>
                </a:solidFill>
              </a:rPr>
              <a:t>04</a:t>
            </a:r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83EA9142-F6EC-CEE4-88DB-3DA7AFE5F639}"/>
              </a:ext>
            </a:extLst>
          </p:cNvPr>
          <p:cNvCxnSpPr>
            <a:cxnSpLocks/>
          </p:cNvCxnSpPr>
          <p:nvPr/>
        </p:nvCxnSpPr>
        <p:spPr>
          <a:xfrm>
            <a:off x="1251493" y="6028239"/>
            <a:ext cx="510289" cy="0"/>
          </a:xfrm>
          <a:prstGeom prst="line">
            <a:avLst/>
          </a:prstGeom>
          <a:ln w="38100" cap="rnd">
            <a:solidFill>
              <a:schemeClr val="accent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F2F1F8E9-004C-DD94-E4C7-A4AE49EFEE05}"/>
              </a:ext>
            </a:extLst>
          </p:cNvPr>
          <p:cNvCxnSpPr>
            <a:cxnSpLocks/>
          </p:cNvCxnSpPr>
          <p:nvPr/>
        </p:nvCxnSpPr>
        <p:spPr>
          <a:xfrm>
            <a:off x="3546253" y="6028239"/>
            <a:ext cx="510289" cy="0"/>
          </a:xfrm>
          <a:prstGeom prst="line">
            <a:avLst/>
          </a:prstGeom>
          <a:ln w="38100" cap="rnd">
            <a:solidFill>
              <a:schemeClr val="accent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2DC849D1-0CC5-5B8C-5DB3-03A2F739A533}"/>
              </a:ext>
            </a:extLst>
          </p:cNvPr>
          <p:cNvCxnSpPr>
            <a:cxnSpLocks/>
          </p:cNvCxnSpPr>
          <p:nvPr/>
        </p:nvCxnSpPr>
        <p:spPr>
          <a:xfrm>
            <a:off x="5841013" y="6028239"/>
            <a:ext cx="510289" cy="0"/>
          </a:xfrm>
          <a:prstGeom prst="line">
            <a:avLst/>
          </a:prstGeom>
          <a:ln w="38100" cap="rnd">
            <a:solidFill>
              <a:schemeClr val="accent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3B2D1300-B04E-95D4-F3FC-377170CB94C5}"/>
              </a:ext>
            </a:extLst>
          </p:cNvPr>
          <p:cNvCxnSpPr>
            <a:cxnSpLocks/>
          </p:cNvCxnSpPr>
          <p:nvPr/>
        </p:nvCxnSpPr>
        <p:spPr>
          <a:xfrm>
            <a:off x="8135773" y="6028239"/>
            <a:ext cx="510289" cy="0"/>
          </a:xfrm>
          <a:prstGeom prst="line">
            <a:avLst/>
          </a:prstGeom>
          <a:ln w="38100" cap="rnd">
            <a:solidFill>
              <a:schemeClr val="accent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Rectangle 122">
            <a:extLst>
              <a:ext uri="{FF2B5EF4-FFF2-40B4-BE49-F238E27FC236}">
                <a16:creationId xmlns:a16="http://schemas.microsoft.com/office/drawing/2014/main" id="{BE9954FF-2F52-97EE-9A7F-A91DF3427D36}"/>
              </a:ext>
            </a:extLst>
          </p:cNvPr>
          <p:cNvSpPr/>
          <p:nvPr/>
        </p:nvSpPr>
        <p:spPr>
          <a:xfrm>
            <a:off x="10520569" y="6076536"/>
            <a:ext cx="330220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>
            <a:spAutoFit/>
          </a:bodyPr>
          <a:lstStyle/>
          <a:p>
            <a:pPr algn="ctr" defTabSz="1008126">
              <a:buClrTx/>
            </a:pPr>
            <a:r>
              <a:rPr lang="en-US" sz="2400" b="1" kern="1200" dirty="0">
                <a:ln w="6350">
                  <a:solidFill>
                    <a:schemeClr val="accent1"/>
                  </a:solidFill>
                </a:ln>
                <a:solidFill>
                  <a:schemeClr val="bg1"/>
                </a:solidFill>
              </a:rPr>
              <a:t>05</a:t>
            </a:r>
          </a:p>
        </p:txBody>
      </p: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FD15182D-3662-85C7-B73F-A6CB5FD68E11}"/>
              </a:ext>
            </a:extLst>
          </p:cNvPr>
          <p:cNvCxnSpPr>
            <a:cxnSpLocks/>
          </p:cNvCxnSpPr>
          <p:nvPr/>
        </p:nvCxnSpPr>
        <p:spPr>
          <a:xfrm>
            <a:off x="10430535" y="6028239"/>
            <a:ext cx="510289" cy="0"/>
          </a:xfrm>
          <a:prstGeom prst="line">
            <a:avLst/>
          </a:prstGeom>
          <a:ln w="38100" cap="rnd">
            <a:solidFill>
              <a:schemeClr val="accent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Rectangle 161">
            <a:extLst>
              <a:ext uri="{FF2B5EF4-FFF2-40B4-BE49-F238E27FC236}">
                <a16:creationId xmlns:a16="http://schemas.microsoft.com/office/drawing/2014/main" id="{47B4E9A7-B55C-CAF4-22EB-7B0A3F320857}"/>
              </a:ext>
            </a:extLst>
          </p:cNvPr>
          <p:cNvSpPr/>
          <p:nvPr/>
        </p:nvSpPr>
        <p:spPr>
          <a:xfrm>
            <a:off x="512908" y="3385803"/>
            <a:ext cx="1997787" cy="2046714"/>
          </a:xfrm>
          <a:prstGeom prst="rect">
            <a:avLst/>
          </a:prstGeom>
          <a:noFill/>
          <a:effectLst>
            <a:outerShdw blurRad="63500" algn="ctr" rotWithShape="0">
              <a:prstClr val="black">
                <a:alpha val="8000"/>
              </a:prstClr>
            </a:outerShdw>
          </a:effectLst>
        </p:spPr>
        <p:txBody>
          <a:bodyPr wrap="square" lIns="0" tIns="0" rIns="0" bIns="0" anchor="t">
            <a:spAutoFit/>
          </a:bodyPr>
          <a:lstStyle/>
          <a:p>
            <a:pPr marL="180000" marR="0" lvl="0" indent="-180000" defTabSz="914400" eaLnBrk="1" fontAlgn="auto" latinLnBrk="0" hangingPunct="1">
              <a:lnSpc>
                <a:spcPct val="100000"/>
              </a:lnSpc>
              <a:spcAft>
                <a:spcPts val="600"/>
              </a:spcAft>
              <a:buClrTx/>
              <a:buSzPct val="12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Understand client objectives, expectations, and target audience</a:t>
            </a:r>
          </a:p>
          <a:p>
            <a:pPr marL="180000" marR="0" lvl="0" indent="-180000" defTabSz="914400" eaLnBrk="1" fontAlgn="auto" latinLnBrk="0" hangingPunct="1">
              <a:lnSpc>
                <a:spcPct val="100000"/>
              </a:lnSpc>
              <a:spcAft>
                <a:spcPts val="600"/>
              </a:spcAft>
              <a:buClrTx/>
              <a:buSzPct val="12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Identify key requirements, timelines, and </a:t>
            </a:r>
            <a:b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</a:b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brand guidelines</a:t>
            </a: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CE0B31A2-DEEC-7EE9-6ABF-CCFDE469CA7C}"/>
              </a:ext>
            </a:extLst>
          </p:cNvPr>
          <p:cNvSpPr/>
          <p:nvPr/>
        </p:nvSpPr>
        <p:spPr>
          <a:xfrm>
            <a:off x="9686820" y="3385803"/>
            <a:ext cx="1997787" cy="2292935"/>
          </a:xfrm>
          <a:prstGeom prst="rect">
            <a:avLst/>
          </a:prstGeom>
          <a:noFill/>
          <a:effectLst>
            <a:outerShdw blurRad="63500" algn="ctr" rotWithShape="0">
              <a:prstClr val="black">
                <a:alpha val="8000"/>
              </a:prstClr>
            </a:outerShdw>
          </a:effectLst>
        </p:spPr>
        <p:txBody>
          <a:bodyPr wrap="square" lIns="0" tIns="0" rIns="0" bIns="0" anchor="t">
            <a:spAutoFit/>
          </a:bodyPr>
          <a:lstStyle/>
          <a:p>
            <a:pPr marL="180000" marR="0" lvl="0" indent="-180000" defTabSz="914400" eaLnBrk="1" fontAlgn="auto" latinLnBrk="0" hangingPunct="1">
              <a:lnSpc>
                <a:spcPct val="100000"/>
              </a:lnSpc>
              <a:spcAft>
                <a:spcPts val="600"/>
              </a:spcAft>
              <a:buClrTx/>
              <a:buSzPct val="12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Finalize polished, executive-ready presentations </a:t>
            </a:r>
            <a:b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</a:b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on time</a:t>
            </a:r>
          </a:p>
          <a:p>
            <a:pPr marL="180000" marR="0" lvl="0" indent="-180000" defTabSz="914400" eaLnBrk="1" fontAlgn="auto" latinLnBrk="0" hangingPunct="1">
              <a:lnSpc>
                <a:spcPct val="100000"/>
              </a:lnSpc>
              <a:spcAft>
                <a:spcPts val="600"/>
              </a:spcAft>
              <a:buClrTx/>
              <a:buSzPct val="12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Ensure all deliverables </a:t>
            </a:r>
            <a:b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</a:b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meet client expectations and quality standards</a:t>
            </a: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0B8F9BF4-E1C8-5FBC-3042-8CAA44B0538A}"/>
              </a:ext>
            </a:extLst>
          </p:cNvPr>
          <p:cNvSpPr/>
          <p:nvPr/>
        </p:nvSpPr>
        <p:spPr>
          <a:xfrm>
            <a:off x="2804549" y="3385803"/>
            <a:ext cx="1997787" cy="1800493"/>
          </a:xfrm>
          <a:prstGeom prst="rect">
            <a:avLst/>
          </a:prstGeom>
          <a:noFill/>
          <a:effectLst>
            <a:outerShdw blurRad="63500" algn="ctr" rotWithShape="0">
              <a:prstClr val="black">
                <a:alpha val="8000"/>
              </a:prstClr>
            </a:outerShdw>
          </a:effectLst>
        </p:spPr>
        <p:txBody>
          <a:bodyPr wrap="square" lIns="0" tIns="0" rIns="0" bIns="0" anchor="t">
            <a:spAutoFit/>
          </a:bodyPr>
          <a:lstStyle/>
          <a:p>
            <a:pPr marL="180000" marR="0" lvl="0" indent="-180000" defTabSz="914400" eaLnBrk="1" fontAlgn="auto" latinLnBrk="0" hangingPunct="1">
              <a:lnSpc>
                <a:spcPct val="100000"/>
              </a:lnSpc>
              <a:spcAft>
                <a:spcPts val="600"/>
              </a:spcAft>
              <a:buClrTx/>
              <a:buSzPct val="12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Organize complex information into a clear, logical flow</a:t>
            </a:r>
          </a:p>
          <a:p>
            <a:pPr marL="180000" marR="0" lvl="0" indent="-180000" defTabSz="914400" eaLnBrk="1" fontAlgn="auto" latinLnBrk="0" hangingPunct="1">
              <a:lnSpc>
                <a:spcPct val="100000"/>
              </a:lnSpc>
              <a:spcAft>
                <a:spcPts val="600"/>
              </a:spcAft>
              <a:buClrTx/>
              <a:buSzPct val="12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Define key messages and establish a compelling storyline</a:t>
            </a: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682B366E-0FB2-B68D-03FD-284898EDEE8A}"/>
              </a:ext>
            </a:extLst>
          </p:cNvPr>
          <p:cNvSpPr/>
          <p:nvPr/>
        </p:nvSpPr>
        <p:spPr>
          <a:xfrm>
            <a:off x="7393238" y="3385803"/>
            <a:ext cx="1997787" cy="2292935"/>
          </a:xfrm>
          <a:prstGeom prst="rect">
            <a:avLst/>
          </a:prstGeom>
          <a:noFill/>
          <a:effectLst>
            <a:outerShdw blurRad="63500" algn="ctr" rotWithShape="0">
              <a:prstClr val="black">
                <a:alpha val="8000"/>
              </a:prstClr>
            </a:outerShdw>
          </a:effectLst>
        </p:spPr>
        <p:txBody>
          <a:bodyPr wrap="square" lIns="0" tIns="0" rIns="0" bIns="0" anchor="t">
            <a:spAutoFit/>
          </a:bodyPr>
          <a:lstStyle/>
          <a:p>
            <a:pPr marL="180000" marR="0" lvl="0" indent="-180000" defTabSz="914400" eaLnBrk="1" fontAlgn="auto" latinLnBrk="0" hangingPunct="1">
              <a:lnSpc>
                <a:spcPct val="100000"/>
              </a:lnSpc>
              <a:spcAft>
                <a:spcPts val="600"/>
              </a:spcAft>
              <a:buClrTx/>
              <a:buSzPct val="12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Ensure accuracy, consistency, and adherence to brand standards</a:t>
            </a:r>
          </a:p>
          <a:p>
            <a:pPr marL="180000" marR="0" lvl="0" indent="-180000" defTabSz="914400" eaLnBrk="1" fontAlgn="auto" latinLnBrk="0" hangingPunct="1">
              <a:lnSpc>
                <a:spcPct val="100000"/>
              </a:lnSpc>
              <a:spcAft>
                <a:spcPts val="600"/>
              </a:spcAft>
              <a:buClrTx/>
              <a:buSzPct val="12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Refine content, formatting, alignment, </a:t>
            </a:r>
            <a:b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</a:b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and overall presentation quality</a:t>
            </a: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62EFB1A9-C2F8-9891-F5D1-2D5E31464D4D}"/>
              </a:ext>
            </a:extLst>
          </p:cNvPr>
          <p:cNvSpPr/>
          <p:nvPr/>
        </p:nvSpPr>
        <p:spPr>
          <a:xfrm>
            <a:off x="5099656" y="3385803"/>
            <a:ext cx="1997787" cy="2046714"/>
          </a:xfrm>
          <a:prstGeom prst="rect">
            <a:avLst/>
          </a:prstGeom>
          <a:noFill/>
          <a:effectLst>
            <a:outerShdw blurRad="63500" algn="ctr" rotWithShape="0">
              <a:prstClr val="black">
                <a:alpha val="8000"/>
              </a:prstClr>
            </a:outerShdw>
          </a:effectLst>
        </p:spPr>
        <p:txBody>
          <a:bodyPr wrap="square" lIns="0" tIns="0" rIns="0" bIns="0" anchor="t">
            <a:spAutoFit/>
          </a:bodyPr>
          <a:lstStyle/>
          <a:p>
            <a:pPr marL="180000" marR="0" lvl="0" indent="-180000" defTabSz="914400" eaLnBrk="1" fontAlgn="auto" latinLnBrk="0" hangingPunct="1">
              <a:lnSpc>
                <a:spcPct val="100000"/>
              </a:lnSpc>
              <a:spcAft>
                <a:spcPts val="600"/>
              </a:spcAft>
              <a:buClrTx/>
              <a:buSzPct val="12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Transform content into visually engaging, professional slides</a:t>
            </a:r>
          </a:p>
          <a:p>
            <a:pPr marL="180000" marR="0" lvl="0" indent="-180000" defTabSz="914400" eaLnBrk="1" fontAlgn="auto" latinLnBrk="0" hangingPunct="1">
              <a:lnSpc>
                <a:spcPct val="100000"/>
              </a:lnSpc>
              <a:spcAft>
                <a:spcPts val="600"/>
              </a:spcAft>
              <a:buClrTx/>
              <a:buSzPct val="12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Apply effective layouts, infographics, charts, and visual hierarchy</a:t>
            </a:r>
          </a:p>
        </p:txBody>
      </p: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FC3EEDDD-7426-2CDA-E78D-D9E27A3BDD16}"/>
              </a:ext>
            </a:extLst>
          </p:cNvPr>
          <p:cNvCxnSpPr>
            <a:cxnSpLocks/>
          </p:cNvCxnSpPr>
          <p:nvPr/>
        </p:nvCxnSpPr>
        <p:spPr>
          <a:xfrm>
            <a:off x="407986" y="1598019"/>
            <a:ext cx="11379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4980F388-B45D-CBB4-16AE-2E00ADFCA542}"/>
              </a:ext>
            </a:extLst>
          </p:cNvPr>
          <p:cNvSpPr txBox="1"/>
          <p:nvPr/>
        </p:nvSpPr>
        <p:spPr>
          <a:xfrm>
            <a:off x="3629265" y="1472568"/>
            <a:ext cx="4937043" cy="250903"/>
          </a:xfrm>
          <a:prstGeom prst="rect">
            <a:avLst/>
          </a:prstGeom>
          <a:solidFill>
            <a:schemeClr val="bg1"/>
          </a:solidFill>
          <a:ln>
            <a:noFill/>
            <a:miter lim="800000"/>
          </a:ln>
        </p:spPr>
        <p:txBody>
          <a:bodyPr wrap="none" lIns="72000" tIns="0" rIns="7200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ea typeface="+mn-ea"/>
                <a:cs typeface="Arial" panose="020B0604020202020204" pitchFamily="34" charset="0"/>
                <a:sym typeface="Theinhardt Pan Medium" panose="020B0604020101020102" pitchFamily="34" charset="0"/>
              </a:rPr>
              <a:t>5 aspects of high-quality presentation delivery</a:t>
            </a:r>
          </a:p>
        </p:txBody>
      </p:sp>
    </p:spTree>
    <p:extLst>
      <p:ext uri="{BB962C8B-B14F-4D97-AF65-F5344CB8AC3E}">
        <p14:creationId xmlns:p14="http://schemas.microsoft.com/office/powerpoint/2010/main" val="33745906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C28D8-05FE-ADA4-28DA-5DBAF5D65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6" name="thinkcell data - do not delete" hidden="1">
            <a:extLst>
              <a:ext uri="{FF2B5EF4-FFF2-40B4-BE49-F238E27FC236}">
                <a16:creationId xmlns:a16="http://schemas.microsoft.com/office/drawing/2014/main" id="{5FF13BE5-9845-A743-7673-D82A525236F9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473" imgH="473" progId="TCLayout.ActiveDocument.1">
                  <p:embed/>
                </p:oleObj>
              </mc:Choice>
              <mc:Fallback>
                <p:oleObj name="thinkcell Slide" r:id="rId3" imgW="473" imgH="473" progId="TCLayout.ActiveDocument.1">
                  <p:embed/>
                  <p:pic>
                    <p:nvPicPr>
                      <p:cNvPr id="56" name="thinkcell data - do not delete" hidden="1">
                        <a:extLst>
                          <a:ext uri="{FF2B5EF4-FFF2-40B4-BE49-F238E27FC236}">
                            <a16:creationId xmlns:a16="http://schemas.microsoft.com/office/drawing/2014/main" id="{EB00808B-C38A-CB84-B9FC-2BCD422E63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0020EDB8-3F1E-288B-2D97-3A57D33C4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6" y="385555"/>
            <a:ext cx="11379600" cy="430887"/>
          </a:xfrm>
        </p:spPr>
        <p:txBody>
          <a:bodyPr vert="horz" rIns="0">
            <a:spAutoFit/>
          </a:bodyPr>
          <a:lstStyle/>
          <a:p>
            <a:r>
              <a:rPr lang="en-US" dirty="0"/>
              <a:t>The Evolution of a Business Presentation</a:t>
            </a:r>
            <a:endParaRPr lang="en-IN" dirty="0"/>
          </a:p>
        </p:txBody>
      </p:sp>
      <p:sp>
        <p:nvSpPr>
          <p:cNvPr id="4" name="Freeform 6">
            <a:extLst>
              <a:ext uri="{FF2B5EF4-FFF2-40B4-BE49-F238E27FC236}">
                <a16:creationId xmlns:a16="http://schemas.microsoft.com/office/drawing/2014/main" id="{1A2706BE-BBF1-3B34-0A87-095EF06888B0}"/>
              </a:ext>
            </a:extLst>
          </p:cNvPr>
          <p:cNvSpPr>
            <a:spLocks/>
          </p:cNvSpPr>
          <p:nvPr/>
        </p:nvSpPr>
        <p:spPr bwMode="auto">
          <a:xfrm rot="2076258">
            <a:off x="3920130" y="3131817"/>
            <a:ext cx="1442459" cy="2032960"/>
          </a:xfrm>
          <a:custGeom>
            <a:avLst/>
            <a:gdLst>
              <a:gd name="T0" fmla="*/ 400 w 471"/>
              <a:gd name="T1" fmla="*/ 145 h 663"/>
              <a:gd name="T2" fmla="*/ 374 w 471"/>
              <a:gd name="T3" fmla="*/ 108 h 663"/>
              <a:gd name="T4" fmla="*/ 56 w 471"/>
              <a:gd name="T5" fmla="*/ 5 h 663"/>
              <a:gd name="T6" fmla="*/ 16 w 471"/>
              <a:gd name="T7" fmla="*/ 27 h 663"/>
              <a:gd name="T8" fmla="*/ 0 w 471"/>
              <a:gd name="T9" fmla="*/ 172 h 663"/>
              <a:gd name="T10" fmla="*/ 219 w 471"/>
              <a:gd name="T11" fmla="*/ 651 h 663"/>
              <a:gd name="T12" fmla="*/ 264 w 471"/>
              <a:gd name="T13" fmla="*/ 645 h 663"/>
              <a:gd name="T14" fmla="*/ 460 w 471"/>
              <a:gd name="T15" fmla="*/ 375 h 663"/>
              <a:gd name="T16" fmla="*/ 456 w 471"/>
              <a:gd name="T17" fmla="*/ 325 h 663"/>
              <a:gd name="T18" fmla="*/ 399 w 471"/>
              <a:gd name="T19" fmla="*/ 172 h 663"/>
              <a:gd name="T20" fmla="*/ 400 w 471"/>
              <a:gd name="T21" fmla="*/ 145 h 6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471" h="663">
                <a:moveTo>
                  <a:pt x="400" y="145"/>
                </a:moveTo>
                <a:cubicBezTo>
                  <a:pt x="402" y="130"/>
                  <a:pt x="391" y="114"/>
                  <a:pt x="374" y="108"/>
                </a:cubicBezTo>
                <a:cubicBezTo>
                  <a:pt x="56" y="5"/>
                  <a:pt x="56" y="5"/>
                  <a:pt x="56" y="5"/>
                </a:cubicBezTo>
                <a:cubicBezTo>
                  <a:pt x="39" y="0"/>
                  <a:pt x="21" y="9"/>
                  <a:pt x="16" y="27"/>
                </a:cubicBezTo>
                <a:cubicBezTo>
                  <a:pt x="5" y="74"/>
                  <a:pt x="0" y="122"/>
                  <a:pt x="0" y="172"/>
                </a:cubicBezTo>
                <a:cubicBezTo>
                  <a:pt x="0" y="364"/>
                  <a:pt x="85" y="535"/>
                  <a:pt x="219" y="651"/>
                </a:cubicBezTo>
                <a:cubicBezTo>
                  <a:pt x="233" y="663"/>
                  <a:pt x="254" y="660"/>
                  <a:pt x="264" y="645"/>
                </a:cubicBezTo>
                <a:cubicBezTo>
                  <a:pt x="460" y="375"/>
                  <a:pt x="460" y="375"/>
                  <a:pt x="460" y="375"/>
                </a:cubicBezTo>
                <a:cubicBezTo>
                  <a:pt x="471" y="360"/>
                  <a:pt x="468" y="339"/>
                  <a:pt x="456" y="325"/>
                </a:cubicBezTo>
                <a:cubicBezTo>
                  <a:pt x="420" y="284"/>
                  <a:pt x="399" y="231"/>
                  <a:pt x="399" y="172"/>
                </a:cubicBezTo>
                <a:cubicBezTo>
                  <a:pt x="399" y="163"/>
                  <a:pt x="399" y="154"/>
                  <a:pt x="400" y="145"/>
                </a:cubicBezTo>
                <a:close/>
              </a:path>
            </a:pathLst>
          </a:custGeom>
          <a:solidFill>
            <a:schemeClr val="accent1"/>
          </a:solidFill>
          <a:ln w="3175"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UA" sz="36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reeform 7">
            <a:extLst>
              <a:ext uri="{FF2B5EF4-FFF2-40B4-BE49-F238E27FC236}">
                <a16:creationId xmlns:a16="http://schemas.microsoft.com/office/drawing/2014/main" id="{8FFCD719-66F6-FF66-631B-4A367AA63A19}"/>
              </a:ext>
            </a:extLst>
          </p:cNvPr>
          <p:cNvSpPr>
            <a:spLocks/>
          </p:cNvSpPr>
          <p:nvPr/>
        </p:nvSpPr>
        <p:spPr bwMode="auto">
          <a:xfrm rot="2076258">
            <a:off x="4122375" y="4836848"/>
            <a:ext cx="2124789" cy="1303441"/>
          </a:xfrm>
          <a:custGeom>
            <a:avLst/>
            <a:gdLst>
              <a:gd name="T0" fmla="*/ 255 w 694"/>
              <a:gd name="T1" fmla="*/ 7 h 425"/>
              <a:gd name="T2" fmla="*/ 207 w 694"/>
              <a:gd name="T3" fmla="*/ 19 h 425"/>
              <a:gd name="T4" fmla="*/ 11 w 694"/>
              <a:gd name="T5" fmla="*/ 288 h 425"/>
              <a:gd name="T6" fmla="*/ 19 w 694"/>
              <a:gd name="T7" fmla="*/ 333 h 425"/>
              <a:gd name="T8" fmla="*/ 347 w 694"/>
              <a:gd name="T9" fmla="*/ 425 h 425"/>
              <a:gd name="T10" fmla="*/ 675 w 694"/>
              <a:gd name="T11" fmla="*/ 333 h 425"/>
              <a:gd name="T12" fmla="*/ 683 w 694"/>
              <a:gd name="T13" fmla="*/ 288 h 425"/>
              <a:gd name="T14" fmla="*/ 487 w 694"/>
              <a:gd name="T15" fmla="*/ 19 h 425"/>
              <a:gd name="T16" fmla="*/ 439 w 694"/>
              <a:gd name="T17" fmla="*/ 7 h 425"/>
              <a:gd name="T18" fmla="*/ 347 w 694"/>
              <a:gd name="T19" fmla="*/ 26 h 425"/>
              <a:gd name="T20" fmla="*/ 255 w 694"/>
              <a:gd name="T21" fmla="*/ 7 h 4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694" h="425">
                <a:moveTo>
                  <a:pt x="255" y="7"/>
                </a:moveTo>
                <a:cubicBezTo>
                  <a:pt x="239" y="0"/>
                  <a:pt x="217" y="4"/>
                  <a:pt x="207" y="19"/>
                </a:cubicBezTo>
                <a:cubicBezTo>
                  <a:pt x="11" y="288"/>
                  <a:pt x="11" y="288"/>
                  <a:pt x="11" y="288"/>
                </a:cubicBezTo>
                <a:cubicBezTo>
                  <a:pt x="0" y="303"/>
                  <a:pt x="3" y="323"/>
                  <a:pt x="19" y="333"/>
                </a:cubicBezTo>
                <a:cubicBezTo>
                  <a:pt x="115" y="391"/>
                  <a:pt x="227" y="425"/>
                  <a:pt x="347" y="425"/>
                </a:cubicBezTo>
                <a:cubicBezTo>
                  <a:pt x="467" y="425"/>
                  <a:pt x="579" y="391"/>
                  <a:pt x="675" y="333"/>
                </a:cubicBezTo>
                <a:cubicBezTo>
                  <a:pt x="691" y="323"/>
                  <a:pt x="694" y="303"/>
                  <a:pt x="683" y="288"/>
                </a:cubicBezTo>
                <a:cubicBezTo>
                  <a:pt x="487" y="19"/>
                  <a:pt x="487" y="19"/>
                  <a:pt x="487" y="19"/>
                </a:cubicBezTo>
                <a:cubicBezTo>
                  <a:pt x="477" y="4"/>
                  <a:pt x="455" y="0"/>
                  <a:pt x="439" y="7"/>
                </a:cubicBezTo>
                <a:cubicBezTo>
                  <a:pt x="410" y="19"/>
                  <a:pt x="380" y="26"/>
                  <a:pt x="347" y="26"/>
                </a:cubicBezTo>
                <a:cubicBezTo>
                  <a:pt x="314" y="26"/>
                  <a:pt x="284" y="19"/>
                  <a:pt x="255" y="7"/>
                </a:cubicBezTo>
                <a:close/>
              </a:path>
            </a:pathLst>
          </a:custGeom>
          <a:solidFill>
            <a:schemeClr val="accent1"/>
          </a:solidFill>
          <a:ln w="3175"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UA" sz="36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reeform 8">
            <a:extLst>
              <a:ext uri="{FF2B5EF4-FFF2-40B4-BE49-F238E27FC236}">
                <a16:creationId xmlns:a16="http://schemas.microsoft.com/office/drawing/2014/main" id="{AF161715-651D-7651-562C-8BCC36B67A0C}"/>
              </a:ext>
            </a:extLst>
          </p:cNvPr>
          <p:cNvSpPr>
            <a:spLocks/>
          </p:cNvSpPr>
          <p:nvPr/>
        </p:nvSpPr>
        <p:spPr bwMode="auto">
          <a:xfrm rot="2076258">
            <a:off x="5909424" y="4504360"/>
            <a:ext cx="1442459" cy="2032960"/>
          </a:xfrm>
          <a:custGeom>
            <a:avLst/>
            <a:gdLst>
              <a:gd name="T0" fmla="*/ 415 w 471"/>
              <a:gd name="T1" fmla="*/ 5 h 663"/>
              <a:gd name="T2" fmla="*/ 98 w 471"/>
              <a:gd name="T3" fmla="*/ 108 h 663"/>
              <a:gd name="T4" fmla="*/ 71 w 471"/>
              <a:gd name="T5" fmla="*/ 145 h 663"/>
              <a:gd name="T6" fmla="*/ 72 w 471"/>
              <a:gd name="T7" fmla="*/ 172 h 663"/>
              <a:gd name="T8" fmla="*/ 15 w 471"/>
              <a:gd name="T9" fmla="*/ 325 h 663"/>
              <a:gd name="T10" fmla="*/ 11 w 471"/>
              <a:gd name="T11" fmla="*/ 375 h 663"/>
              <a:gd name="T12" fmla="*/ 207 w 471"/>
              <a:gd name="T13" fmla="*/ 645 h 663"/>
              <a:gd name="T14" fmla="*/ 252 w 471"/>
              <a:gd name="T15" fmla="*/ 651 h 663"/>
              <a:gd name="T16" fmla="*/ 471 w 471"/>
              <a:gd name="T17" fmla="*/ 172 h 663"/>
              <a:gd name="T18" fmla="*/ 455 w 471"/>
              <a:gd name="T19" fmla="*/ 27 h 663"/>
              <a:gd name="T20" fmla="*/ 415 w 471"/>
              <a:gd name="T21" fmla="*/ 5 h 6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471" h="663">
                <a:moveTo>
                  <a:pt x="415" y="5"/>
                </a:moveTo>
                <a:cubicBezTo>
                  <a:pt x="98" y="108"/>
                  <a:pt x="98" y="108"/>
                  <a:pt x="98" y="108"/>
                </a:cubicBezTo>
                <a:cubicBezTo>
                  <a:pt x="80" y="114"/>
                  <a:pt x="69" y="130"/>
                  <a:pt x="71" y="145"/>
                </a:cubicBezTo>
                <a:cubicBezTo>
                  <a:pt x="72" y="154"/>
                  <a:pt x="72" y="163"/>
                  <a:pt x="72" y="172"/>
                </a:cubicBezTo>
                <a:cubicBezTo>
                  <a:pt x="72" y="231"/>
                  <a:pt x="51" y="284"/>
                  <a:pt x="15" y="325"/>
                </a:cubicBezTo>
                <a:cubicBezTo>
                  <a:pt x="3" y="339"/>
                  <a:pt x="0" y="360"/>
                  <a:pt x="11" y="375"/>
                </a:cubicBezTo>
                <a:cubicBezTo>
                  <a:pt x="207" y="645"/>
                  <a:pt x="207" y="645"/>
                  <a:pt x="207" y="645"/>
                </a:cubicBezTo>
                <a:cubicBezTo>
                  <a:pt x="217" y="660"/>
                  <a:pt x="238" y="663"/>
                  <a:pt x="252" y="651"/>
                </a:cubicBezTo>
                <a:cubicBezTo>
                  <a:pt x="386" y="535"/>
                  <a:pt x="471" y="364"/>
                  <a:pt x="471" y="172"/>
                </a:cubicBezTo>
                <a:cubicBezTo>
                  <a:pt x="471" y="122"/>
                  <a:pt x="466" y="74"/>
                  <a:pt x="455" y="27"/>
                </a:cubicBezTo>
                <a:cubicBezTo>
                  <a:pt x="450" y="9"/>
                  <a:pt x="432" y="0"/>
                  <a:pt x="415" y="5"/>
                </a:cubicBezTo>
                <a:close/>
              </a:path>
            </a:pathLst>
          </a:custGeom>
          <a:solidFill>
            <a:schemeClr val="accent1"/>
          </a:solidFill>
          <a:ln w="3175"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UA" sz="36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Freeform 9">
            <a:extLst>
              <a:ext uri="{FF2B5EF4-FFF2-40B4-BE49-F238E27FC236}">
                <a16:creationId xmlns:a16="http://schemas.microsoft.com/office/drawing/2014/main" id="{33A62BC3-03D0-748A-F566-2B2573D62A48}"/>
              </a:ext>
            </a:extLst>
          </p:cNvPr>
          <p:cNvSpPr>
            <a:spLocks/>
          </p:cNvSpPr>
          <p:nvPr/>
        </p:nvSpPr>
        <p:spPr bwMode="auto">
          <a:xfrm rot="2076258">
            <a:off x="6432827" y="3226823"/>
            <a:ext cx="1749826" cy="1643968"/>
          </a:xfrm>
          <a:custGeom>
            <a:avLst/>
            <a:gdLst>
              <a:gd name="T0" fmla="*/ 227 w 571"/>
              <a:gd name="T1" fmla="*/ 531 h 536"/>
              <a:gd name="T2" fmla="*/ 544 w 571"/>
              <a:gd name="T3" fmla="*/ 428 h 536"/>
              <a:gd name="T4" fmla="*/ 564 w 571"/>
              <a:gd name="T5" fmla="*/ 387 h 536"/>
              <a:gd name="T6" fmla="*/ 33 w 571"/>
              <a:gd name="T7" fmla="*/ 1 h 536"/>
              <a:gd name="T8" fmla="*/ 0 w 571"/>
              <a:gd name="T9" fmla="*/ 32 h 536"/>
              <a:gd name="T10" fmla="*/ 0 w 571"/>
              <a:gd name="T11" fmla="*/ 366 h 536"/>
              <a:gd name="T12" fmla="*/ 33 w 571"/>
              <a:gd name="T13" fmla="*/ 404 h 536"/>
              <a:gd name="T14" fmla="*/ 181 w 571"/>
              <a:gd name="T15" fmla="*/ 511 h 536"/>
              <a:gd name="T16" fmla="*/ 227 w 571"/>
              <a:gd name="T17" fmla="*/ 531 h 5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71" h="536">
                <a:moveTo>
                  <a:pt x="227" y="531"/>
                </a:moveTo>
                <a:cubicBezTo>
                  <a:pt x="544" y="428"/>
                  <a:pt x="544" y="428"/>
                  <a:pt x="544" y="428"/>
                </a:cubicBezTo>
                <a:cubicBezTo>
                  <a:pt x="562" y="422"/>
                  <a:pt x="571" y="403"/>
                  <a:pt x="564" y="387"/>
                </a:cubicBezTo>
                <a:cubicBezTo>
                  <a:pt x="475" y="174"/>
                  <a:pt x="273" y="20"/>
                  <a:pt x="33" y="1"/>
                </a:cubicBezTo>
                <a:cubicBezTo>
                  <a:pt x="15" y="0"/>
                  <a:pt x="0" y="14"/>
                  <a:pt x="0" y="32"/>
                </a:cubicBezTo>
                <a:cubicBezTo>
                  <a:pt x="0" y="366"/>
                  <a:pt x="0" y="366"/>
                  <a:pt x="0" y="366"/>
                </a:cubicBezTo>
                <a:cubicBezTo>
                  <a:pt x="0" y="384"/>
                  <a:pt x="15" y="400"/>
                  <a:pt x="33" y="404"/>
                </a:cubicBezTo>
                <a:cubicBezTo>
                  <a:pt x="96" y="418"/>
                  <a:pt x="149" y="458"/>
                  <a:pt x="181" y="511"/>
                </a:cubicBezTo>
                <a:cubicBezTo>
                  <a:pt x="190" y="527"/>
                  <a:pt x="210" y="536"/>
                  <a:pt x="227" y="531"/>
                </a:cubicBezTo>
                <a:close/>
              </a:path>
            </a:pathLst>
          </a:custGeom>
          <a:solidFill>
            <a:schemeClr val="accent1"/>
          </a:solidFill>
          <a:ln w="3175"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UA" sz="36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22186A52-5974-BB2B-82E8-35FCEC48AC0F}"/>
              </a:ext>
            </a:extLst>
          </p:cNvPr>
          <p:cNvSpPr>
            <a:spLocks/>
          </p:cNvSpPr>
          <p:nvPr/>
        </p:nvSpPr>
        <p:spPr bwMode="auto">
          <a:xfrm rot="2076258">
            <a:off x="4903439" y="2171160"/>
            <a:ext cx="1748552" cy="1643968"/>
          </a:xfrm>
          <a:custGeom>
            <a:avLst/>
            <a:gdLst>
              <a:gd name="T0" fmla="*/ 571 w 571"/>
              <a:gd name="T1" fmla="*/ 366 h 536"/>
              <a:gd name="T2" fmla="*/ 571 w 571"/>
              <a:gd name="T3" fmla="*/ 32 h 536"/>
              <a:gd name="T4" fmla="*/ 538 w 571"/>
              <a:gd name="T5" fmla="*/ 1 h 536"/>
              <a:gd name="T6" fmla="*/ 7 w 571"/>
              <a:gd name="T7" fmla="*/ 387 h 536"/>
              <a:gd name="T8" fmla="*/ 27 w 571"/>
              <a:gd name="T9" fmla="*/ 428 h 536"/>
              <a:gd name="T10" fmla="*/ 344 w 571"/>
              <a:gd name="T11" fmla="*/ 531 h 536"/>
              <a:gd name="T12" fmla="*/ 390 w 571"/>
              <a:gd name="T13" fmla="*/ 511 h 536"/>
              <a:gd name="T14" fmla="*/ 538 w 571"/>
              <a:gd name="T15" fmla="*/ 404 h 536"/>
              <a:gd name="T16" fmla="*/ 571 w 571"/>
              <a:gd name="T17" fmla="*/ 366 h 5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71" h="536">
                <a:moveTo>
                  <a:pt x="571" y="366"/>
                </a:moveTo>
                <a:cubicBezTo>
                  <a:pt x="571" y="32"/>
                  <a:pt x="571" y="32"/>
                  <a:pt x="571" y="32"/>
                </a:cubicBezTo>
                <a:cubicBezTo>
                  <a:pt x="571" y="14"/>
                  <a:pt x="556" y="0"/>
                  <a:pt x="538" y="1"/>
                </a:cubicBezTo>
                <a:cubicBezTo>
                  <a:pt x="298" y="20"/>
                  <a:pt x="96" y="174"/>
                  <a:pt x="7" y="387"/>
                </a:cubicBezTo>
                <a:cubicBezTo>
                  <a:pt x="0" y="403"/>
                  <a:pt x="9" y="422"/>
                  <a:pt x="27" y="428"/>
                </a:cubicBezTo>
                <a:cubicBezTo>
                  <a:pt x="344" y="531"/>
                  <a:pt x="344" y="531"/>
                  <a:pt x="344" y="531"/>
                </a:cubicBezTo>
                <a:cubicBezTo>
                  <a:pt x="361" y="536"/>
                  <a:pt x="381" y="527"/>
                  <a:pt x="390" y="511"/>
                </a:cubicBezTo>
                <a:cubicBezTo>
                  <a:pt x="422" y="458"/>
                  <a:pt x="475" y="418"/>
                  <a:pt x="538" y="404"/>
                </a:cubicBezTo>
                <a:cubicBezTo>
                  <a:pt x="556" y="400"/>
                  <a:pt x="571" y="384"/>
                  <a:pt x="571" y="366"/>
                </a:cubicBezTo>
                <a:close/>
              </a:path>
            </a:pathLst>
          </a:custGeom>
          <a:solidFill>
            <a:schemeClr val="accent1"/>
          </a:solidFill>
          <a:ln w="3175"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UA" sz="36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A43857C4-A754-7FE4-52C4-7AC26E6FB47A}"/>
              </a:ext>
            </a:extLst>
          </p:cNvPr>
          <p:cNvSpPr/>
          <p:nvPr/>
        </p:nvSpPr>
        <p:spPr>
          <a:xfrm>
            <a:off x="8281548" y="2725468"/>
            <a:ext cx="3387600" cy="308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  <a:ea typeface="Aptos" pitchFamily="34" charset="-122"/>
                <a:cs typeface="Aptos" pitchFamily="34" charset="-120"/>
              </a:rPr>
              <a:t>Insight delivery</a:t>
            </a:r>
            <a:endParaRPr lang="en-US" sz="2000" dirty="0">
              <a:solidFill>
                <a:schemeClr val="accent1"/>
              </a:solidFill>
            </a:endParaRPr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38113F29-E860-BB9D-E112-4A1480A1481D}"/>
              </a:ext>
            </a:extLst>
          </p:cNvPr>
          <p:cNvSpPr/>
          <p:nvPr/>
        </p:nvSpPr>
        <p:spPr>
          <a:xfrm>
            <a:off x="8281548" y="3175884"/>
            <a:ext cx="3387600" cy="11079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buSzPct val="120000"/>
            </a:pPr>
            <a:r>
              <a:rPr lang="en-US" dirty="0">
                <a:solidFill>
                  <a:schemeClr val="tx2"/>
                </a:solidFill>
                <a:ea typeface="Aptos" pitchFamily="34" charset="-122"/>
                <a:cs typeface="Aptos" pitchFamily="34" charset="-120"/>
              </a:rPr>
              <a:t>Highlight key findings and communicate meaningful business insights that support decision-making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78681D7D-24A2-D061-D5F2-9705413DACF7}"/>
              </a:ext>
            </a:extLst>
          </p:cNvPr>
          <p:cNvSpPr/>
          <p:nvPr/>
        </p:nvSpPr>
        <p:spPr>
          <a:xfrm>
            <a:off x="719425" y="2792923"/>
            <a:ext cx="3387600" cy="308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  <a:ea typeface="Aptos" pitchFamily="34" charset="-122"/>
                <a:cs typeface="Aptos" pitchFamily="34" charset="-120"/>
              </a:rPr>
              <a:t>Information</a:t>
            </a:r>
            <a:endParaRPr lang="en-US" sz="2000" dirty="0">
              <a:solidFill>
                <a:schemeClr val="accent1"/>
              </a:solidFill>
            </a:endParaRPr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06228689-A56D-85C3-CD10-608246448FAF}"/>
              </a:ext>
            </a:extLst>
          </p:cNvPr>
          <p:cNvSpPr/>
          <p:nvPr/>
        </p:nvSpPr>
        <p:spPr>
          <a:xfrm>
            <a:off x="719425" y="3243339"/>
            <a:ext cx="3387600" cy="830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buSzPct val="120000"/>
            </a:pPr>
            <a:r>
              <a:rPr lang="en-US" dirty="0">
                <a:solidFill>
                  <a:schemeClr val="tx2"/>
                </a:solidFill>
                <a:ea typeface="Aptos" pitchFamily="34" charset="-122"/>
                <a:cs typeface="Aptos" pitchFamily="34" charset="-120"/>
              </a:rPr>
              <a:t>Gather raw business content, data, and ideas that form the foundation of a presentation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59FC68FA-F713-8DB2-E9D3-04D8DA473A1B}"/>
              </a:ext>
            </a:extLst>
          </p:cNvPr>
          <p:cNvSpPr/>
          <p:nvPr/>
        </p:nvSpPr>
        <p:spPr>
          <a:xfrm>
            <a:off x="674204" y="5098969"/>
            <a:ext cx="3387600" cy="308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  <a:ea typeface="Aptos" pitchFamily="34" charset="-122"/>
                <a:cs typeface="Aptos" pitchFamily="34" charset="-120"/>
              </a:rPr>
              <a:t>Content clarity</a:t>
            </a:r>
            <a:endParaRPr lang="en-US" sz="2000" dirty="0">
              <a:solidFill>
                <a:schemeClr val="accent1"/>
              </a:solidFill>
            </a:endParaRPr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0EE10614-0BEB-555C-8D9F-740B1A14DA4F}"/>
              </a:ext>
            </a:extLst>
          </p:cNvPr>
          <p:cNvSpPr/>
          <p:nvPr/>
        </p:nvSpPr>
        <p:spPr>
          <a:xfrm>
            <a:off x="674204" y="5549385"/>
            <a:ext cx="3532217" cy="830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buSzPct val="120000"/>
            </a:pPr>
            <a:r>
              <a:rPr lang="en-US" dirty="0">
                <a:solidFill>
                  <a:schemeClr val="tx2"/>
                </a:solidFill>
                <a:ea typeface="Aptos" pitchFamily="34" charset="-122"/>
                <a:cs typeface="Aptos" pitchFamily="34" charset="-120"/>
              </a:rPr>
              <a:t>Simplify complex information, eliminate unnecessary details, and establish clear communication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4" name="Text 9">
            <a:extLst>
              <a:ext uri="{FF2B5EF4-FFF2-40B4-BE49-F238E27FC236}">
                <a16:creationId xmlns:a16="http://schemas.microsoft.com/office/drawing/2014/main" id="{750A93C5-0F2E-D241-907A-E96A7E795C2E}"/>
              </a:ext>
            </a:extLst>
          </p:cNvPr>
          <p:cNvSpPr/>
          <p:nvPr/>
        </p:nvSpPr>
        <p:spPr>
          <a:xfrm>
            <a:off x="3724696" y="1378745"/>
            <a:ext cx="4742608" cy="3079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  <a:ea typeface="Aptos" pitchFamily="34" charset="-122"/>
                <a:cs typeface="Aptos" pitchFamily="34" charset="-120"/>
              </a:rPr>
              <a:t>Strategic impact</a:t>
            </a:r>
            <a:endParaRPr lang="en-US" sz="2000" dirty="0">
              <a:solidFill>
                <a:schemeClr val="accent1"/>
              </a:solidFill>
            </a:endParaRPr>
          </a:p>
        </p:txBody>
      </p:sp>
      <p:sp>
        <p:nvSpPr>
          <p:cNvPr id="37" name="Text 10">
            <a:extLst>
              <a:ext uri="{FF2B5EF4-FFF2-40B4-BE49-F238E27FC236}">
                <a16:creationId xmlns:a16="http://schemas.microsoft.com/office/drawing/2014/main" id="{6692370B-2C77-8C6A-C405-7E4F1751155F}"/>
              </a:ext>
            </a:extLst>
          </p:cNvPr>
          <p:cNvSpPr/>
          <p:nvPr/>
        </p:nvSpPr>
        <p:spPr>
          <a:xfrm>
            <a:off x="3724696" y="1782770"/>
            <a:ext cx="4742608" cy="5540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buSzPct val="120000"/>
            </a:pPr>
            <a:r>
              <a:rPr lang="en-US" dirty="0">
                <a:solidFill>
                  <a:schemeClr val="tx2"/>
                </a:solidFill>
                <a:ea typeface="Aptos" pitchFamily="34" charset="-122"/>
                <a:cs typeface="Aptos" pitchFamily="34" charset="-120"/>
              </a:rPr>
              <a:t>Influence business decisions and inspire action through compelling executive presentations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9" name="Text 9">
            <a:extLst>
              <a:ext uri="{FF2B5EF4-FFF2-40B4-BE49-F238E27FC236}">
                <a16:creationId xmlns:a16="http://schemas.microsoft.com/office/drawing/2014/main" id="{E52BB71B-8649-7E1B-DBFD-605E243E06AA}"/>
              </a:ext>
            </a:extLst>
          </p:cNvPr>
          <p:cNvSpPr/>
          <p:nvPr/>
        </p:nvSpPr>
        <p:spPr>
          <a:xfrm>
            <a:off x="7948882" y="5084004"/>
            <a:ext cx="3838704" cy="308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  <a:ea typeface="Aptos" pitchFamily="34" charset="-122"/>
                <a:cs typeface="Aptos" pitchFamily="34" charset="-120"/>
              </a:rPr>
              <a:t>Visual storytelling</a:t>
            </a:r>
            <a:endParaRPr lang="en-US" sz="2000" dirty="0">
              <a:solidFill>
                <a:schemeClr val="accent1"/>
              </a:solidFill>
            </a:endParaRPr>
          </a:p>
        </p:txBody>
      </p:sp>
      <p:sp>
        <p:nvSpPr>
          <p:cNvPr id="41" name="Text 10">
            <a:extLst>
              <a:ext uri="{FF2B5EF4-FFF2-40B4-BE49-F238E27FC236}">
                <a16:creationId xmlns:a16="http://schemas.microsoft.com/office/drawing/2014/main" id="{4C41731B-EF10-EC30-1C08-1C8CB6814B41}"/>
              </a:ext>
            </a:extLst>
          </p:cNvPr>
          <p:cNvSpPr/>
          <p:nvPr/>
        </p:nvSpPr>
        <p:spPr>
          <a:xfrm>
            <a:off x="7948882" y="5534384"/>
            <a:ext cx="3838704" cy="831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buSzPct val="120000"/>
            </a:pPr>
            <a:r>
              <a:rPr lang="en-US" dirty="0">
                <a:solidFill>
                  <a:schemeClr val="tx2"/>
                </a:solidFill>
                <a:ea typeface="Aptos" pitchFamily="34" charset="-122"/>
                <a:cs typeface="Aptos" pitchFamily="34" charset="-120"/>
              </a:rPr>
              <a:t>Connect information through structured narratives, engaging visuals, and logical content flow</a:t>
            </a:r>
            <a:endParaRPr lang="en-US" dirty="0">
              <a:solidFill>
                <a:schemeClr val="tx2"/>
              </a:solidFill>
            </a:endParaRP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24710F6A-DAA5-EA5B-53C5-99D430BEE7CE}"/>
              </a:ext>
            </a:extLst>
          </p:cNvPr>
          <p:cNvGrpSpPr/>
          <p:nvPr/>
        </p:nvGrpSpPr>
        <p:grpSpPr>
          <a:xfrm>
            <a:off x="6903276" y="3725931"/>
            <a:ext cx="587516" cy="473042"/>
            <a:chOff x="12803726" y="1121704"/>
            <a:chExt cx="824281" cy="663669"/>
          </a:xfrm>
          <a:solidFill>
            <a:schemeClr val="bg2"/>
          </a:solidFill>
        </p:grpSpPr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88A63CB4-43F9-43DA-CCC4-7B2CEA1601C2}"/>
                </a:ext>
              </a:extLst>
            </p:cNvPr>
            <p:cNvSpPr/>
            <p:nvPr/>
          </p:nvSpPr>
          <p:spPr>
            <a:xfrm>
              <a:off x="12803726" y="1163201"/>
              <a:ext cx="622210" cy="622172"/>
            </a:xfrm>
            <a:custGeom>
              <a:avLst/>
              <a:gdLst>
                <a:gd name="csX0" fmla="*/ 546978 w 622210"/>
                <a:gd name="csY0" fmla="*/ 622172 h 622172"/>
                <a:gd name="csX1" fmla="*/ 75195 w 622210"/>
                <a:gd name="csY1" fmla="*/ 622172 h 622172"/>
                <a:gd name="csX2" fmla="*/ 0 w 622210"/>
                <a:gd name="csY2" fmla="*/ 546977 h 622172"/>
                <a:gd name="csX3" fmla="*/ 0 w 622210"/>
                <a:gd name="csY3" fmla="*/ 75232 h 622172"/>
                <a:gd name="csX4" fmla="*/ 75195 w 622210"/>
                <a:gd name="csY4" fmla="*/ 0 h 622172"/>
                <a:gd name="csX5" fmla="*/ 534186 w 622210"/>
                <a:gd name="csY5" fmla="*/ 0 h 622172"/>
                <a:gd name="csX6" fmla="*/ 546315 w 622210"/>
                <a:gd name="csY6" fmla="*/ 12092 h 622172"/>
                <a:gd name="csX7" fmla="*/ 534186 w 622210"/>
                <a:gd name="csY7" fmla="*/ 24184 h 622172"/>
                <a:gd name="csX8" fmla="*/ 75195 w 622210"/>
                <a:gd name="csY8" fmla="*/ 24184 h 622172"/>
                <a:gd name="csX9" fmla="*/ 24184 w 622210"/>
                <a:gd name="csY9" fmla="*/ 75232 h 622172"/>
                <a:gd name="csX10" fmla="*/ 24184 w 622210"/>
                <a:gd name="csY10" fmla="*/ 546977 h 622172"/>
                <a:gd name="csX11" fmla="*/ 75195 w 622210"/>
                <a:gd name="csY11" fmla="*/ 597988 h 622172"/>
                <a:gd name="csX12" fmla="*/ 546978 w 622210"/>
                <a:gd name="csY12" fmla="*/ 597988 h 622172"/>
                <a:gd name="csX13" fmla="*/ 598026 w 622210"/>
                <a:gd name="csY13" fmla="*/ 546977 h 622172"/>
                <a:gd name="csX14" fmla="*/ 598026 w 622210"/>
                <a:gd name="csY14" fmla="*/ 302337 h 622172"/>
                <a:gd name="csX15" fmla="*/ 610081 w 622210"/>
                <a:gd name="csY15" fmla="*/ 290282 h 622172"/>
                <a:gd name="csX16" fmla="*/ 622210 w 622210"/>
                <a:gd name="csY16" fmla="*/ 302337 h 622172"/>
                <a:gd name="csX17" fmla="*/ 622210 w 622210"/>
                <a:gd name="csY17" fmla="*/ 546977 h 622172"/>
                <a:gd name="csX18" fmla="*/ 546978 w 622210"/>
                <a:gd name="csY18" fmla="*/ 622172 h 6221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622210" h="622172">
                  <a:moveTo>
                    <a:pt x="546978" y="622172"/>
                  </a:moveTo>
                  <a:lnTo>
                    <a:pt x="75195" y="622172"/>
                  </a:lnTo>
                  <a:cubicBezTo>
                    <a:pt x="33709" y="622135"/>
                    <a:pt x="37" y="588499"/>
                    <a:pt x="0" y="546977"/>
                  </a:cubicBezTo>
                  <a:lnTo>
                    <a:pt x="0" y="75232"/>
                  </a:lnTo>
                  <a:cubicBezTo>
                    <a:pt x="37" y="33709"/>
                    <a:pt x="33710" y="37"/>
                    <a:pt x="75195" y="0"/>
                  </a:cubicBezTo>
                  <a:lnTo>
                    <a:pt x="534186" y="0"/>
                  </a:lnTo>
                  <a:cubicBezTo>
                    <a:pt x="540883" y="0"/>
                    <a:pt x="546315" y="5432"/>
                    <a:pt x="546315" y="12092"/>
                  </a:cubicBezTo>
                  <a:cubicBezTo>
                    <a:pt x="546315" y="18752"/>
                    <a:pt x="540883" y="24184"/>
                    <a:pt x="534186" y="24184"/>
                  </a:cubicBezTo>
                  <a:lnTo>
                    <a:pt x="75195" y="24184"/>
                  </a:lnTo>
                  <a:cubicBezTo>
                    <a:pt x="47030" y="24221"/>
                    <a:pt x="24221" y="47029"/>
                    <a:pt x="24184" y="75232"/>
                  </a:cubicBezTo>
                  <a:lnTo>
                    <a:pt x="24184" y="546977"/>
                  </a:lnTo>
                  <a:cubicBezTo>
                    <a:pt x="24221" y="575142"/>
                    <a:pt x="47029" y="597988"/>
                    <a:pt x="75195" y="597988"/>
                  </a:cubicBezTo>
                  <a:lnTo>
                    <a:pt x="546978" y="597988"/>
                  </a:lnTo>
                  <a:cubicBezTo>
                    <a:pt x="575143" y="597951"/>
                    <a:pt x="597952" y="575143"/>
                    <a:pt x="598026" y="546977"/>
                  </a:cubicBezTo>
                  <a:lnTo>
                    <a:pt x="598026" y="302337"/>
                  </a:lnTo>
                  <a:cubicBezTo>
                    <a:pt x="598026" y="295677"/>
                    <a:pt x="603421" y="290282"/>
                    <a:pt x="610081" y="290282"/>
                  </a:cubicBezTo>
                  <a:cubicBezTo>
                    <a:pt x="616778" y="290282"/>
                    <a:pt x="622210" y="295677"/>
                    <a:pt x="622210" y="302337"/>
                  </a:cubicBezTo>
                  <a:lnTo>
                    <a:pt x="622210" y="546977"/>
                  </a:lnTo>
                  <a:cubicBezTo>
                    <a:pt x="622136" y="588500"/>
                    <a:pt x="588500" y="622135"/>
                    <a:pt x="546978" y="62217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0D04AA0D-930E-CB31-6E11-80549CEC6A7E}"/>
                </a:ext>
              </a:extLst>
            </p:cNvPr>
            <p:cNvSpPr/>
            <p:nvPr/>
          </p:nvSpPr>
          <p:spPr>
            <a:xfrm>
              <a:off x="13018000" y="1163200"/>
              <a:ext cx="193625" cy="260147"/>
            </a:xfrm>
            <a:custGeom>
              <a:avLst/>
              <a:gdLst>
                <a:gd name="csX0" fmla="*/ 12092 w 193625"/>
                <a:gd name="csY0" fmla="*/ 260147 h 260147"/>
                <a:gd name="csX1" fmla="*/ 3535 w 193625"/>
                <a:gd name="csY1" fmla="*/ 256612 h 260147"/>
                <a:gd name="csX2" fmla="*/ 0 w 193625"/>
                <a:gd name="csY2" fmla="*/ 248055 h 260147"/>
                <a:gd name="csX3" fmla="*/ 0 w 193625"/>
                <a:gd name="csY3" fmla="*/ 12092 h 260147"/>
                <a:gd name="csX4" fmla="*/ 12092 w 193625"/>
                <a:gd name="csY4" fmla="*/ 0 h 260147"/>
                <a:gd name="csX5" fmla="*/ 181570 w 193625"/>
                <a:gd name="csY5" fmla="*/ 0 h 260147"/>
                <a:gd name="csX6" fmla="*/ 193625 w 193625"/>
                <a:gd name="csY6" fmla="*/ 12092 h 260147"/>
                <a:gd name="csX7" fmla="*/ 193625 w 193625"/>
                <a:gd name="csY7" fmla="*/ 248055 h 260147"/>
                <a:gd name="csX8" fmla="*/ 186779 w 193625"/>
                <a:gd name="csY8" fmla="*/ 258956 h 260147"/>
                <a:gd name="csX9" fmla="*/ 173979 w 193625"/>
                <a:gd name="csY9" fmla="*/ 257468 h 260147"/>
                <a:gd name="csX10" fmla="*/ 96961 w 193625"/>
                <a:gd name="csY10" fmla="*/ 195778 h 260147"/>
                <a:gd name="csX11" fmla="*/ 19645 w 193625"/>
                <a:gd name="csY11" fmla="*/ 257468 h 260147"/>
                <a:gd name="csX12" fmla="*/ 19645 w 193625"/>
                <a:gd name="csY12" fmla="*/ 257505 h 260147"/>
                <a:gd name="csX13" fmla="*/ 12092 w 193625"/>
                <a:gd name="csY13" fmla="*/ 260147 h 260147"/>
                <a:gd name="csX14" fmla="*/ 24184 w 193625"/>
                <a:gd name="csY14" fmla="*/ 24184 h 260147"/>
                <a:gd name="csX15" fmla="*/ 24184 w 193625"/>
                <a:gd name="csY15" fmla="*/ 222942 h 260147"/>
                <a:gd name="csX16" fmla="*/ 89446 w 193625"/>
                <a:gd name="csY16" fmla="*/ 170852 h 260147"/>
                <a:gd name="csX17" fmla="*/ 104514 w 193625"/>
                <a:gd name="csY17" fmla="*/ 170852 h 260147"/>
                <a:gd name="csX18" fmla="*/ 169441 w 193625"/>
                <a:gd name="csY18" fmla="*/ 222867 h 260147"/>
                <a:gd name="csX19" fmla="*/ 169441 w 193625"/>
                <a:gd name="csY19" fmla="*/ 24185 h 2601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193625" h="260147">
                  <a:moveTo>
                    <a:pt x="12092" y="260147"/>
                  </a:moveTo>
                  <a:cubicBezTo>
                    <a:pt x="8892" y="260147"/>
                    <a:pt x="5804" y="258882"/>
                    <a:pt x="3535" y="256612"/>
                  </a:cubicBezTo>
                  <a:cubicBezTo>
                    <a:pt x="1265" y="254343"/>
                    <a:pt x="0" y="251255"/>
                    <a:pt x="0" y="248055"/>
                  </a:cubicBezTo>
                  <a:lnTo>
                    <a:pt x="0" y="12092"/>
                  </a:lnTo>
                  <a:cubicBezTo>
                    <a:pt x="0" y="5432"/>
                    <a:pt x="5432" y="0"/>
                    <a:pt x="12092" y="0"/>
                  </a:cubicBezTo>
                  <a:lnTo>
                    <a:pt x="181570" y="0"/>
                  </a:lnTo>
                  <a:cubicBezTo>
                    <a:pt x="188230" y="0"/>
                    <a:pt x="193625" y="5432"/>
                    <a:pt x="193625" y="12092"/>
                  </a:cubicBezTo>
                  <a:lnTo>
                    <a:pt x="193625" y="248055"/>
                  </a:lnTo>
                  <a:cubicBezTo>
                    <a:pt x="193625" y="252706"/>
                    <a:pt x="190983" y="256947"/>
                    <a:pt x="186779" y="258956"/>
                  </a:cubicBezTo>
                  <a:cubicBezTo>
                    <a:pt x="182612" y="260965"/>
                    <a:pt x="177626" y="260370"/>
                    <a:pt x="173979" y="257468"/>
                  </a:cubicBezTo>
                  <a:lnTo>
                    <a:pt x="96961" y="195778"/>
                  </a:lnTo>
                  <a:lnTo>
                    <a:pt x="19645" y="257468"/>
                  </a:lnTo>
                  <a:lnTo>
                    <a:pt x="19645" y="257505"/>
                  </a:lnTo>
                  <a:cubicBezTo>
                    <a:pt x="17487" y="259217"/>
                    <a:pt x="14845" y="260147"/>
                    <a:pt x="12092" y="260147"/>
                  </a:cubicBezTo>
                  <a:close/>
                  <a:moveTo>
                    <a:pt x="24184" y="24184"/>
                  </a:moveTo>
                  <a:lnTo>
                    <a:pt x="24184" y="222942"/>
                  </a:lnTo>
                  <a:lnTo>
                    <a:pt x="89446" y="170852"/>
                  </a:lnTo>
                  <a:cubicBezTo>
                    <a:pt x="93836" y="167318"/>
                    <a:pt x="100124" y="167318"/>
                    <a:pt x="104514" y="170852"/>
                  </a:cubicBezTo>
                  <a:lnTo>
                    <a:pt x="169441" y="222867"/>
                  </a:lnTo>
                  <a:lnTo>
                    <a:pt x="169441" y="2418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483470E3-D1CD-0E49-DFFC-1554125F682C}"/>
                </a:ext>
              </a:extLst>
            </p:cNvPr>
            <p:cNvSpPr/>
            <p:nvPr/>
          </p:nvSpPr>
          <p:spPr>
            <a:xfrm>
              <a:off x="12908759" y="1518778"/>
              <a:ext cx="24183" cy="146970"/>
            </a:xfrm>
            <a:custGeom>
              <a:avLst/>
              <a:gdLst>
                <a:gd name="csX0" fmla="*/ 12129 w 24183"/>
                <a:gd name="csY0" fmla="*/ 146971 h 146970"/>
                <a:gd name="csX1" fmla="*/ 0 w 24183"/>
                <a:gd name="csY1" fmla="*/ 134879 h 146970"/>
                <a:gd name="csX2" fmla="*/ 0 w 24183"/>
                <a:gd name="csY2" fmla="*/ 12092 h 146970"/>
                <a:gd name="csX3" fmla="*/ 12129 w 24183"/>
                <a:gd name="csY3" fmla="*/ 0 h 146970"/>
                <a:gd name="csX4" fmla="*/ 24184 w 24183"/>
                <a:gd name="csY4" fmla="*/ 12092 h 146970"/>
                <a:gd name="csX5" fmla="*/ 24184 w 24183"/>
                <a:gd name="csY5" fmla="*/ 134879 h 146970"/>
                <a:gd name="csX6" fmla="*/ 12129 w 24183"/>
                <a:gd name="csY6" fmla="*/ 146971 h 1469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4183" h="146970">
                  <a:moveTo>
                    <a:pt x="12129" y="146971"/>
                  </a:moveTo>
                  <a:cubicBezTo>
                    <a:pt x="5432" y="146971"/>
                    <a:pt x="0" y="141539"/>
                    <a:pt x="0" y="134879"/>
                  </a:cubicBezTo>
                  <a:lnTo>
                    <a:pt x="0" y="12092"/>
                  </a:lnTo>
                  <a:cubicBezTo>
                    <a:pt x="0" y="5432"/>
                    <a:pt x="5432" y="0"/>
                    <a:pt x="12129" y="0"/>
                  </a:cubicBezTo>
                  <a:cubicBezTo>
                    <a:pt x="18789" y="0"/>
                    <a:pt x="24184" y="5432"/>
                    <a:pt x="24184" y="12092"/>
                  </a:cubicBezTo>
                  <a:lnTo>
                    <a:pt x="24184" y="134879"/>
                  </a:lnTo>
                  <a:cubicBezTo>
                    <a:pt x="24184" y="141539"/>
                    <a:pt x="18789" y="146971"/>
                    <a:pt x="12129" y="1469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7AC620E-70F4-0478-3874-388F10F532FE}"/>
                </a:ext>
              </a:extLst>
            </p:cNvPr>
            <p:cNvSpPr/>
            <p:nvPr/>
          </p:nvSpPr>
          <p:spPr>
            <a:xfrm>
              <a:off x="13023991" y="1518778"/>
              <a:ext cx="24183" cy="146970"/>
            </a:xfrm>
            <a:custGeom>
              <a:avLst/>
              <a:gdLst>
                <a:gd name="csX0" fmla="*/ 12092 w 24183"/>
                <a:gd name="csY0" fmla="*/ 146971 h 146970"/>
                <a:gd name="csX1" fmla="*/ 0 w 24183"/>
                <a:gd name="csY1" fmla="*/ 134879 h 146970"/>
                <a:gd name="csX2" fmla="*/ 0 w 24183"/>
                <a:gd name="csY2" fmla="*/ 12092 h 146970"/>
                <a:gd name="csX3" fmla="*/ 12092 w 24183"/>
                <a:gd name="csY3" fmla="*/ 0 h 146970"/>
                <a:gd name="csX4" fmla="*/ 24184 w 24183"/>
                <a:gd name="csY4" fmla="*/ 12092 h 146970"/>
                <a:gd name="csX5" fmla="*/ 24184 w 24183"/>
                <a:gd name="csY5" fmla="*/ 134879 h 146970"/>
                <a:gd name="csX6" fmla="*/ 12092 w 24183"/>
                <a:gd name="csY6" fmla="*/ 146971 h 1469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4183" h="146970">
                  <a:moveTo>
                    <a:pt x="12092" y="146971"/>
                  </a:moveTo>
                  <a:cubicBezTo>
                    <a:pt x="5432" y="146971"/>
                    <a:pt x="0" y="141539"/>
                    <a:pt x="0" y="134879"/>
                  </a:cubicBezTo>
                  <a:lnTo>
                    <a:pt x="0" y="12092"/>
                  </a:lnTo>
                  <a:cubicBezTo>
                    <a:pt x="0" y="5432"/>
                    <a:pt x="5432" y="0"/>
                    <a:pt x="12092" y="0"/>
                  </a:cubicBezTo>
                  <a:cubicBezTo>
                    <a:pt x="18752" y="0"/>
                    <a:pt x="24184" y="5432"/>
                    <a:pt x="24184" y="12092"/>
                  </a:cubicBezTo>
                  <a:lnTo>
                    <a:pt x="24184" y="134879"/>
                  </a:lnTo>
                  <a:cubicBezTo>
                    <a:pt x="24184" y="141539"/>
                    <a:pt x="18752" y="146971"/>
                    <a:pt x="12092" y="1469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A61E9DA9-DE7E-2183-9DF1-5685C1DCBBA8}"/>
                </a:ext>
              </a:extLst>
            </p:cNvPr>
            <p:cNvSpPr/>
            <p:nvPr/>
          </p:nvSpPr>
          <p:spPr>
            <a:xfrm>
              <a:off x="13139181" y="1501447"/>
              <a:ext cx="181685" cy="181647"/>
            </a:xfrm>
            <a:custGeom>
              <a:avLst/>
              <a:gdLst>
                <a:gd name="csX0" fmla="*/ 90822 w 181685"/>
                <a:gd name="csY0" fmla="*/ 181647 h 181647"/>
                <a:gd name="csX1" fmla="*/ 6920 w 181685"/>
                <a:gd name="csY1" fmla="*/ 125576 h 181647"/>
                <a:gd name="csX2" fmla="*/ 26602 w 181685"/>
                <a:gd name="csY2" fmla="*/ 26602 h 181647"/>
                <a:gd name="csX3" fmla="*/ 125614 w 181685"/>
                <a:gd name="csY3" fmla="*/ 6920 h 181647"/>
                <a:gd name="csX4" fmla="*/ 181685 w 181685"/>
                <a:gd name="csY4" fmla="*/ 90822 h 181647"/>
                <a:gd name="csX5" fmla="*/ 90825 w 181685"/>
                <a:gd name="csY5" fmla="*/ 181644 h 181647"/>
                <a:gd name="csX6" fmla="*/ 90822 w 181685"/>
                <a:gd name="csY6" fmla="*/ 24189 h 181647"/>
                <a:gd name="csX7" fmla="*/ 29281 w 181685"/>
                <a:gd name="csY7" fmla="*/ 65340 h 181647"/>
                <a:gd name="csX8" fmla="*/ 43718 w 181685"/>
                <a:gd name="csY8" fmla="*/ 137931 h 181647"/>
                <a:gd name="csX9" fmla="*/ 116346 w 181685"/>
                <a:gd name="csY9" fmla="*/ 152405 h 181647"/>
                <a:gd name="csX10" fmla="*/ 157497 w 181685"/>
                <a:gd name="csY10" fmla="*/ 90827 h 181647"/>
                <a:gd name="csX11" fmla="*/ 90822 w 181685"/>
                <a:gd name="csY11" fmla="*/ 24189 h 1816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81685" h="181647">
                  <a:moveTo>
                    <a:pt x="90822" y="181647"/>
                  </a:moveTo>
                  <a:cubicBezTo>
                    <a:pt x="54098" y="181647"/>
                    <a:pt x="20984" y="159509"/>
                    <a:pt x="6920" y="125576"/>
                  </a:cubicBezTo>
                  <a:cubicBezTo>
                    <a:pt x="-7145" y="91644"/>
                    <a:pt x="632" y="52576"/>
                    <a:pt x="26602" y="26602"/>
                  </a:cubicBezTo>
                  <a:cubicBezTo>
                    <a:pt x="52610" y="631"/>
                    <a:pt x="91640" y="-7145"/>
                    <a:pt x="125614" y="6920"/>
                  </a:cubicBezTo>
                  <a:cubicBezTo>
                    <a:pt x="159547" y="20984"/>
                    <a:pt x="181685" y="54098"/>
                    <a:pt x="181685" y="90822"/>
                  </a:cubicBezTo>
                  <a:cubicBezTo>
                    <a:pt x="181611" y="140976"/>
                    <a:pt x="140981" y="181606"/>
                    <a:pt x="90825" y="181644"/>
                  </a:cubicBezTo>
                  <a:close/>
                  <a:moveTo>
                    <a:pt x="90822" y="24189"/>
                  </a:moveTo>
                  <a:cubicBezTo>
                    <a:pt x="63884" y="24189"/>
                    <a:pt x="39587" y="40411"/>
                    <a:pt x="29281" y="65340"/>
                  </a:cubicBezTo>
                  <a:cubicBezTo>
                    <a:pt x="18975" y="90232"/>
                    <a:pt x="24668" y="118881"/>
                    <a:pt x="43718" y="137931"/>
                  </a:cubicBezTo>
                  <a:cubicBezTo>
                    <a:pt x="62768" y="157018"/>
                    <a:pt x="91454" y="162712"/>
                    <a:pt x="116346" y="152405"/>
                  </a:cubicBezTo>
                  <a:cubicBezTo>
                    <a:pt x="141237" y="142061"/>
                    <a:pt x="157497" y="117765"/>
                    <a:pt x="157497" y="90827"/>
                  </a:cubicBezTo>
                  <a:cubicBezTo>
                    <a:pt x="157422" y="54029"/>
                    <a:pt x="127619" y="24227"/>
                    <a:pt x="90822" y="2418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BA6FD5E1-C1AE-C56E-4BC4-C2592F149768}"/>
                </a:ext>
              </a:extLst>
            </p:cNvPr>
            <p:cNvSpPr/>
            <p:nvPr/>
          </p:nvSpPr>
          <p:spPr>
            <a:xfrm>
              <a:off x="13268509" y="1121704"/>
              <a:ext cx="359498" cy="359498"/>
            </a:xfrm>
            <a:custGeom>
              <a:avLst/>
              <a:gdLst>
                <a:gd name="csX0" fmla="*/ 179749 w 359498"/>
                <a:gd name="csY0" fmla="*/ 359498 h 359498"/>
                <a:gd name="csX1" fmla="*/ 52648 w 359498"/>
                <a:gd name="csY1" fmla="*/ 306851 h 359498"/>
                <a:gd name="csX2" fmla="*/ 0 w 359498"/>
                <a:gd name="csY2" fmla="*/ 179749 h 359498"/>
                <a:gd name="csX3" fmla="*/ 52648 w 359498"/>
                <a:gd name="csY3" fmla="*/ 52648 h 359498"/>
                <a:gd name="csX4" fmla="*/ 179749 w 359498"/>
                <a:gd name="csY4" fmla="*/ 0 h 359498"/>
                <a:gd name="csX5" fmla="*/ 306851 w 359498"/>
                <a:gd name="csY5" fmla="*/ 52648 h 359498"/>
                <a:gd name="csX6" fmla="*/ 359498 w 359498"/>
                <a:gd name="csY6" fmla="*/ 179787 h 359498"/>
                <a:gd name="csX7" fmla="*/ 359498 w 359498"/>
                <a:gd name="csY7" fmla="*/ 179750 h 359498"/>
                <a:gd name="csX8" fmla="*/ 306814 w 359498"/>
                <a:gd name="csY8" fmla="*/ 306814 h 359498"/>
                <a:gd name="csX9" fmla="*/ 179750 w 359498"/>
                <a:gd name="csY9" fmla="*/ 359498 h 359498"/>
                <a:gd name="csX10" fmla="*/ 179749 w 359498"/>
                <a:gd name="csY10" fmla="*/ 24190 h 359498"/>
                <a:gd name="csX11" fmla="*/ 179749 w 359498"/>
                <a:gd name="csY11" fmla="*/ 24227 h 359498"/>
                <a:gd name="csX12" fmla="*/ 69764 w 359498"/>
                <a:gd name="csY12" fmla="*/ 69768 h 359498"/>
                <a:gd name="csX13" fmla="*/ 24185 w 359498"/>
                <a:gd name="csY13" fmla="*/ 179753 h 359498"/>
                <a:gd name="csX14" fmla="*/ 69726 w 359498"/>
                <a:gd name="csY14" fmla="*/ 289776 h 359498"/>
                <a:gd name="csX15" fmla="*/ 179749 w 359498"/>
                <a:gd name="csY15" fmla="*/ 335317 h 359498"/>
                <a:gd name="csX16" fmla="*/ 289734 w 359498"/>
                <a:gd name="csY16" fmla="*/ 289776 h 359498"/>
                <a:gd name="csX17" fmla="*/ 335313 w 359498"/>
                <a:gd name="csY17" fmla="*/ 179753 h 359498"/>
                <a:gd name="csX18" fmla="*/ 335313 w 359498"/>
                <a:gd name="csY18" fmla="*/ 179790 h 359498"/>
                <a:gd name="csX19" fmla="*/ 289697 w 359498"/>
                <a:gd name="csY19" fmla="*/ 69843 h 359498"/>
                <a:gd name="csX20" fmla="*/ 179750 w 359498"/>
                <a:gd name="csY20" fmla="*/ 24190 h 3594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359498" h="359498">
                  <a:moveTo>
                    <a:pt x="179749" y="359498"/>
                  </a:moveTo>
                  <a:cubicBezTo>
                    <a:pt x="132087" y="359498"/>
                    <a:pt x="86359" y="340560"/>
                    <a:pt x="52648" y="306851"/>
                  </a:cubicBezTo>
                  <a:cubicBezTo>
                    <a:pt x="18938" y="273141"/>
                    <a:pt x="0" y="227414"/>
                    <a:pt x="0" y="179749"/>
                  </a:cubicBezTo>
                  <a:cubicBezTo>
                    <a:pt x="0" y="132084"/>
                    <a:pt x="18939" y="86359"/>
                    <a:pt x="52648" y="52648"/>
                  </a:cubicBezTo>
                  <a:cubicBezTo>
                    <a:pt x="86357" y="18938"/>
                    <a:pt x="132084" y="0"/>
                    <a:pt x="179749" y="0"/>
                  </a:cubicBezTo>
                  <a:cubicBezTo>
                    <a:pt x="227411" y="0"/>
                    <a:pt x="273139" y="18939"/>
                    <a:pt x="306851" y="52648"/>
                  </a:cubicBezTo>
                  <a:cubicBezTo>
                    <a:pt x="340561" y="86357"/>
                    <a:pt x="359498" y="132084"/>
                    <a:pt x="359498" y="179787"/>
                  </a:cubicBezTo>
                  <a:lnTo>
                    <a:pt x="359498" y="179750"/>
                  </a:lnTo>
                  <a:cubicBezTo>
                    <a:pt x="359461" y="227412"/>
                    <a:pt x="340485" y="273103"/>
                    <a:pt x="306814" y="306814"/>
                  </a:cubicBezTo>
                  <a:cubicBezTo>
                    <a:pt x="273104" y="340486"/>
                    <a:pt x="227414" y="359461"/>
                    <a:pt x="179750" y="359498"/>
                  </a:cubicBezTo>
                  <a:close/>
                  <a:moveTo>
                    <a:pt x="179749" y="24190"/>
                  </a:moveTo>
                  <a:lnTo>
                    <a:pt x="179749" y="24227"/>
                  </a:lnTo>
                  <a:cubicBezTo>
                    <a:pt x="138524" y="24190"/>
                    <a:pt x="98935" y="40598"/>
                    <a:pt x="69764" y="69768"/>
                  </a:cubicBezTo>
                  <a:cubicBezTo>
                    <a:pt x="40593" y="98937"/>
                    <a:pt x="24185" y="138489"/>
                    <a:pt x="24185" y="179753"/>
                  </a:cubicBezTo>
                  <a:cubicBezTo>
                    <a:pt x="24185" y="221017"/>
                    <a:pt x="40557" y="260604"/>
                    <a:pt x="69726" y="289776"/>
                  </a:cubicBezTo>
                  <a:cubicBezTo>
                    <a:pt x="98895" y="318949"/>
                    <a:pt x="138485" y="335317"/>
                    <a:pt x="179749" y="335317"/>
                  </a:cubicBezTo>
                  <a:cubicBezTo>
                    <a:pt x="221011" y="335354"/>
                    <a:pt x="260563" y="318946"/>
                    <a:pt x="289734" y="289776"/>
                  </a:cubicBezTo>
                  <a:cubicBezTo>
                    <a:pt x="318906" y="260607"/>
                    <a:pt x="335313" y="221017"/>
                    <a:pt x="335313" y="179753"/>
                  </a:cubicBezTo>
                  <a:lnTo>
                    <a:pt x="335313" y="179790"/>
                  </a:lnTo>
                  <a:cubicBezTo>
                    <a:pt x="335276" y="138528"/>
                    <a:pt x="318868" y="98976"/>
                    <a:pt x="289697" y="69843"/>
                  </a:cubicBezTo>
                  <a:cubicBezTo>
                    <a:pt x="260564" y="40673"/>
                    <a:pt x="221013" y="24264"/>
                    <a:pt x="179750" y="241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486F6E0A-D2BB-7F20-B5B9-B59D404FA898}"/>
                </a:ext>
              </a:extLst>
            </p:cNvPr>
            <p:cNvSpPr/>
            <p:nvPr/>
          </p:nvSpPr>
          <p:spPr>
            <a:xfrm>
              <a:off x="13338358" y="1198748"/>
              <a:ext cx="219880" cy="205473"/>
            </a:xfrm>
            <a:custGeom>
              <a:avLst/>
              <a:gdLst>
                <a:gd name="csX0" fmla="*/ 92080 w 219880"/>
                <a:gd name="csY0" fmla="*/ 205473 h 205473"/>
                <a:gd name="csX1" fmla="*/ 84527 w 219880"/>
                <a:gd name="csY1" fmla="*/ 202794 h 205473"/>
                <a:gd name="csX2" fmla="*/ 4532 w 219880"/>
                <a:gd name="csY2" fmla="*/ 138872 h 205473"/>
                <a:gd name="csX3" fmla="*/ 67 w 219880"/>
                <a:gd name="csY3" fmla="*/ 130798 h 205473"/>
                <a:gd name="csX4" fmla="*/ 2671 w 219880"/>
                <a:gd name="csY4" fmla="*/ 121906 h 205473"/>
                <a:gd name="csX5" fmla="*/ 38874 w 219880"/>
                <a:gd name="csY5" fmla="*/ 76588 h 205473"/>
                <a:gd name="csX6" fmla="*/ 55840 w 219880"/>
                <a:gd name="csY6" fmla="*/ 74728 h 205473"/>
                <a:gd name="csX7" fmla="*/ 80955 w 219880"/>
                <a:gd name="csY7" fmla="*/ 94745 h 205473"/>
                <a:gd name="csX8" fmla="*/ 152839 w 219880"/>
                <a:gd name="csY8" fmla="*/ 4518 h 205473"/>
                <a:gd name="csX9" fmla="*/ 169843 w 219880"/>
                <a:gd name="csY9" fmla="*/ 2657 h 205473"/>
                <a:gd name="csX10" fmla="*/ 215347 w 219880"/>
                <a:gd name="csY10" fmla="*/ 39009 h 205473"/>
                <a:gd name="csX11" fmla="*/ 217207 w 219880"/>
                <a:gd name="csY11" fmla="*/ 55975 h 205473"/>
                <a:gd name="csX12" fmla="*/ 101526 w 219880"/>
                <a:gd name="csY12" fmla="*/ 200859 h 205473"/>
                <a:gd name="csX13" fmla="*/ 93415 w 219880"/>
                <a:gd name="csY13" fmla="*/ 205324 h 205473"/>
                <a:gd name="csX14" fmla="*/ 92075 w 219880"/>
                <a:gd name="csY14" fmla="*/ 205473 h 205473"/>
                <a:gd name="csX15" fmla="*/ 29014 w 219880"/>
                <a:gd name="csY15" fmla="*/ 127561 h 205473"/>
                <a:gd name="csX16" fmla="*/ 90182 w 219880"/>
                <a:gd name="csY16" fmla="*/ 176377 h 205473"/>
                <a:gd name="csX17" fmla="*/ 190823 w 219880"/>
                <a:gd name="csY17" fmla="*/ 50323 h 205473"/>
                <a:gd name="csX18" fmla="*/ 164220 w 219880"/>
                <a:gd name="csY18" fmla="*/ 29077 h 205473"/>
                <a:gd name="csX19" fmla="*/ 92187 w 219880"/>
                <a:gd name="csY19" fmla="*/ 119267 h 205473"/>
                <a:gd name="csX20" fmla="*/ 92187 w 219880"/>
                <a:gd name="csY20" fmla="*/ 119230 h 205473"/>
                <a:gd name="csX21" fmla="*/ 84113 w 219880"/>
                <a:gd name="csY21" fmla="*/ 123695 h 205473"/>
                <a:gd name="csX22" fmla="*/ 75221 w 219880"/>
                <a:gd name="csY22" fmla="*/ 121091 h 205473"/>
                <a:gd name="csX23" fmla="*/ 50106 w 219880"/>
                <a:gd name="csY23" fmla="*/ 101036 h 20547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219880" h="205473">
                  <a:moveTo>
                    <a:pt x="92080" y="205473"/>
                  </a:moveTo>
                  <a:cubicBezTo>
                    <a:pt x="89326" y="205473"/>
                    <a:pt x="86684" y="204542"/>
                    <a:pt x="84527" y="202794"/>
                  </a:cubicBezTo>
                  <a:lnTo>
                    <a:pt x="4532" y="138872"/>
                  </a:lnTo>
                  <a:cubicBezTo>
                    <a:pt x="2039" y="136900"/>
                    <a:pt x="439" y="133961"/>
                    <a:pt x="67" y="130798"/>
                  </a:cubicBezTo>
                  <a:cubicBezTo>
                    <a:pt x="-268" y="127598"/>
                    <a:pt x="662" y="124399"/>
                    <a:pt x="2671" y="121906"/>
                  </a:cubicBezTo>
                  <a:lnTo>
                    <a:pt x="38874" y="76588"/>
                  </a:lnTo>
                  <a:cubicBezTo>
                    <a:pt x="43041" y="71379"/>
                    <a:pt x="50669" y="70523"/>
                    <a:pt x="55840" y="74728"/>
                  </a:cubicBezTo>
                  <a:lnTo>
                    <a:pt x="80955" y="94745"/>
                  </a:lnTo>
                  <a:lnTo>
                    <a:pt x="152839" y="4518"/>
                  </a:lnTo>
                  <a:cubicBezTo>
                    <a:pt x="157043" y="-691"/>
                    <a:pt x="164634" y="-1510"/>
                    <a:pt x="169843" y="2657"/>
                  </a:cubicBezTo>
                  <a:lnTo>
                    <a:pt x="215347" y="39009"/>
                  </a:lnTo>
                  <a:cubicBezTo>
                    <a:pt x="220556" y="43176"/>
                    <a:pt x="221411" y="50803"/>
                    <a:pt x="217207" y="55975"/>
                  </a:cubicBezTo>
                  <a:lnTo>
                    <a:pt x="101526" y="200859"/>
                  </a:lnTo>
                  <a:cubicBezTo>
                    <a:pt x="99517" y="203352"/>
                    <a:pt x="96615" y="204989"/>
                    <a:pt x="93415" y="205324"/>
                  </a:cubicBezTo>
                  <a:cubicBezTo>
                    <a:pt x="92968" y="205399"/>
                    <a:pt x="92522" y="205436"/>
                    <a:pt x="92075" y="205473"/>
                  </a:cubicBezTo>
                  <a:close/>
                  <a:moveTo>
                    <a:pt x="29014" y="127561"/>
                  </a:moveTo>
                  <a:lnTo>
                    <a:pt x="90182" y="176377"/>
                  </a:lnTo>
                  <a:lnTo>
                    <a:pt x="190823" y="50323"/>
                  </a:lnTo>
                  <a:lnTo>
                    <a:pt x="164220" y="29077"/>
                  </a:lnTo>
                  <a:lnTo>
                    <a:pt x="92187" y="119267"/>
                  </a:lnTo>
                  <a:lnTo>
                    <a:pt x="92187" y="119230"/>
                  </a:lnTo>
                  <a:cubicBezTo>
                    <a:pt x="90215" y="121760"/>
                    <a:pt x="87276" y="123360"/>
                    <a:pt x="84113" y="123695"/>
                  </a:cubicBezTo>
                  <a:cubicBezTo>
                    <a:pt x="80913" y="124067"/>
                    <a:pt x="77714" y="123100"/>
                    <a:pt x="75221" y="121091"/>
                  </a:cubicBezTo>
                  <a:lnTo>
                    <a:pt x="50106" y="10103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CDBFF970-ECC1-58F4-8B1C-8AB9230CD0AC}"/>
              </a:ext>
            </a:extLst>
          </p:cNvPr>
          <p:cNvSpPr/>
          <p:nvPr/>
        </p:nvSpPr>
        <p:spPr>
          <a:xfrm>
            <a:off x="6372727" y="5162969"/>
            <a:ext cx="600148" cy="651198"/>
          </a:xfrm>
          <a:custGeom>
            <a:avLst/>
            <a:gdLst>
              <a:gd name="csX0" fmla="*/ 579800 w 790050"/>
              <a:gd name="csY0" fmla="*/ 256208 h 857251"/>
              <a:gd name="csX1" fmla="*/ 733543 w 790050"/>
              <a:gd name="csY1" fmla="*/ 102465 h 857251"/>
              <a:gd name="csX2" fmla="*/ 741952 w 790050"/>
              <a:gd name="csY2" fmla="*/ 25707 h 857251"/>
              <a:gd name="csX3" fmla="*/ 665194 w 790050"/>
              <a:gd name="csY3" fmla="*/ 34116 h 857251"/>
              <a:gd name="csX4" fmla="*/ 507955 w 790050"/>
              <a:gd name="csY4" fmla="*/ 191355 h 857251"/>
              <a:gd name="csX5" fmla="*/ 311245 w 790050"/>
              <a:gd name="csY5" fmla="*/ 177364 h 857251"/>
              <a:gd name="csX6" fmla="*/ 177485 w 790050"/>
              <a:gd name="csY6" fmla="*/ 322287 h 857251"/>
              <a:gd name="csX7" fmla="*/ 207214 w 790050"/>
              <a:gd name="csY7" fmla="*/ 517254 h 857251"/>
              <a:gd name="csX8" fmla="*/ 237463 w 790050"/>
              <a:gd name="csY8" fmla="*/ 555577 h 857251"/>
              <a:gd name="csX9" fmla="*/ 291227 w 790050"/>
              <a:gd name="csY9" fmla="*/ 643981 h 857251"/>
              <a:gd name="csX10" fmla="*/ 273889 w 790050"/>
              <a:gd name="csY10" fmla="*/ 643981 h 857251"/>
              <a:gd name="csX11" fmla="*/ 266596 w 790050"/>
              <a:gd name="csY11" fmla="*/ 646994 h 857251"/>
              <a:gd name="csX12" fmla="*/ 263582 w 790050"/>
              <a:gd name="csY12" fmla="*/ 654250 h 857251"/>
              <a:gd name="csX13" fmla="*/ 263582 w 790050"/>
              <a:gd name="csY13" fmla="*/ 706526 h 857251"/>
              <a:gd name="csX14" fmla="*/ 299450 w 790050"/>
              <a:gd name="csY14" fmla="*/ 734022 h 857251"/>
              <a:gd name="csX15" fmla="*/ 299450 w 790050"/>
              <a:gd name="csY15" fmla="*/ 776215 h 857251"/>
              <a:gd name="csX16" fmla="*/ 328732 w 790050"/>
              <a:gd name="csY16" fmla="*/ 803785 h 857251"/>
              <a:gd name="csX17" fmla="*/ 394774 w 790050"/>
              <a:gd name="csY17" fmla="*/ 857251 h 857251"/>
              <a:gd name="csX18" fmla="*/ 460742 w 790050"/>
              <a:gd name="csY18" fmla="*/ 803822 h 857251"/>
              <a:gd name="csX19" fmla="*/ 490582 w 790050"/>
              <a:gd name="csY19" fmla="*/ 776177 h 857251"/>
              <a:gd name="csX20" fmla="*/ 490582 w 790050"/>
              <a:gd name="csY20" fmla="*/ 733985 h 857251"/>
              <a:gd name="csX21" fmla="*/ 526450 w 790050"/>
              <a:gd name="csY21" fmla="*/ 706489 h 857251"/>
              <a:gd name="csX22" fmla="*/ 526450 w 790050"/>
              <a:gd name="csY22" fmla="*/ 654250 h 857251"/>
              <a:gd name="csX23" fmla="*/ 523436 w 790050"/>
              <a:gd name="csY23" fmla="*/ 646994 h 857251"/>
              <a:gd name="csX24" fmla="*/ 516180 w 790050"/>
              <a:gd name="csY24" fmla="*/ 643981 h 857251"/>
              <a:gd name="csX25" fmla="*/ 498842 w 790050"/>
              <a:gd name="csY25" fmla="*/ 643981 h 857251"/>
              <a:gd name="csX26" fmla="*/ 552830 w 790050"/>
              <a:gd name="csY26" fmla="*/ 555316 h 857251"/>
              <a:gd name="csX27" fmla="*/ 582818 w 790050"/>
              <a:gd name="csY27" fmla="*/ 517216 h 857251"/>
              <a:gd name="csX28" fmla="*/ 622481 w 790050"/>
              <a:gd name="csY28" fmla="*/ 386247 h 857251"/>
              <a:gd name="csX29" fmla="*/ 579805 w 790050"/>
              <a:gd name="csY29" fmla="*/ 256212 h 857251"/>
              <a:gd name="csX30" fmla="*/ 431344 w 790050"/>
              <a:gd name="csY30" fmla="*/ 304651 h 857251"/>
              <a:gd name="csX31" fmla="*/ 463007 w 790050"/>
              <a:gd name="csY31" fmla="*/ 336314 h 857251"/>
              <a:gd name="csX32" fmla="*/ 411214 w 790050"/>
              <a:gd name="csY32" fmla="*/ 356481 h 857251"/>
              <a:gd name="csX33" fmla="*/ 481350 w 790050"/>
              <a:gd name="csY33" fmla="*/ 325673 h 857251"/>
              <a:gd name="csX34" fmla="*/ 441985 w 790050"/>
              <a:gd name="csY34" fmla="*/ 286308 h 857251"/>
              <a:gd name="csX35" fmla="*/ 639553 w 790050"/>
              <a:gd name="csY35" fmla="*/ 88741 h 857251"/>
              <a:gd name="csX36" fmla="*/ 678880 w 790050"/>
              <a:gd name="csY36" fmla="*/ 128106 h 857251"/>
              <a:gd name="csX37" fmla="*/ 679699 w 790050"/>
              <a:gd name="csY37" fmla="*/ 48591 h 857251"/>
              <a:gd name="csX38" fmla="*/ 727472 w 790050"/>
              <a:gd name="csY38" fmla="*/ 40182 h 857251"/>
              <a:gd name="csX39" fmla="*/ 719063 w 790050"/>
              <a:gd name="csY39" fmla="*/ 87956 h 857251"/>
              <a:gd name="csX40" fmla="*/ 693391 w 790050"/>
              <a:gd name="csY40" fmla="*/ 113628 h 857251"/>
              <a:gd name="csX41" fmla="*/ 654026 w 790050"/>
              <a:gd name="csY41" fmla="*/ 74301 h 857251"/>
              <a:gd name="csX42" fmla="*/ 394768 w 790050"/>
              <a:gd name="csY42" fmla="*/ 836747 h 857251"/>
              <a:gd name="csX43" fmla="*/ 351682 w 790050"/>
              <a:gd name="csY43" fmla="*/ 803856 h 857251"/>
              <a:gd name="csX44" fmla="*/ 437891 w 790050"/>
              <a:gd name="csY44" fmla="*/ 803893 h 857251"/>
              <a:gd name="csX45" fmla="*/ 394769 w 790050"/>
              <a:gd name="csY45" fmla="*/ 836747 h 857251"/>
              <a:gd name="csX46" fmla="*/ 470074 w 790050"/>
              <a:gd name="csY46" fmla="*/ 776210 h 857251"/>
              <a:gd name="csX47" fmla="*/ 459099 w 790050"/>
              <a:gd name="csY47" fmla="*/ 783391 h 857251"/>
              <a:gd name="csX48" fmla="*/ 330959 w 790050"/>
              <a:gd name="csY48" fmla="*/ 783391 h 857251"/>
              <a:gd name="csX49" fmla="*/ 319983 w 790050"/>
              <a:gd name="csY49" fmla="*/ 776210 h 857251"/>
              <a:gd name="csX50" fmla="*/ 319983 w 790050"/>
              <a:gd name="csY50" fmla="*/ 734166 h 857251"/>
              <a:gd name="csX51" fmla="*/ 470078 w 790050"/>
              <a:gd name="csY51" fmla="*/ 734166 h 857251"/>
              <a:gd name="csX52" fmla="*/ 505942 w 790050"/>
              <a:gd name="csY52" fmla="*/ 706484 h 857251"/>
              <a:gd name="csX53" fmla="*/ 486036 w 790050"/>
              <a:gd name="csY53" fmla="*/ 713666 h 857251"/>
              <a:gd name="csX54" fmla="*/ 304023 w 790050"/>
              <a:gd name="csY54" fmla="*/ 713703 h 857251"/>
              <a:gd name="csX55" fmla="*/ 284118 w 790050"/>
              <a:gd name="csY55" fmla="*/ 706522 h 857251"/>
              <a:gd name="csX56" fmla="*/ 284118 w 790050"/>
              <a:gd name="csY56" fmla="*/ 664477 h 857251"/>
              <a:gd name="csX57" fmla="*/ 505945 w 790050"/>
              <a:gd name="csY57" fmla="*/ 664477 h 857251"/>
              <a:gd name="csX58" fmla="*/ 565957 w 790050"/>
              <a:gd name="csY58" fmla="*/ 505678 h 857251"/>
              <a:gd name="csX59" fmla="*/ 537159 w 790050"/>
              <a:gd name="csY59" fmla="*/ 542178 h 857251"/>
              <a:gd name="csX60" fmla="*/ 478186 w 790050"/>
              <a:gd name="csY60" fmla="*/ 644010 h 857251"/>
              <a:gd name="csX61" fmla="*/ 405260 w 790050"/>
              <a:gd name="csY61" fmla="*/ 643973 h 857251"/>
              <a:gd name="csX62" fmla="*/ 405260 w 790050"/>
              <a:gd name="csY62" fmla="*/ 500060 h 857251"/>
              <a:gd name="csX63" fmla="*/ 487749 w 790050"/>
              <a:gd name="csY63" fmla="*/ 407898 h 857251"/>
              <a:gd name="csX64" fmla="*/ 477517 w 790050"/>
              <a:gd name="csY64" fmla="*/ 397963 h 857251"/>
              <a:gd name="csX65" fmla="*/ 467285 w 790050"/>
              <a:gd name="csY65" fmla="*/ 407898 h 857251"/>
              <a:gd name="csX66" fmla="*/ 395030 w 790050"/>
              <a:gd name="csY66" fmla="*/ 480153 h 857251"/>
              <a:gd name="csX67" fmla="*/ 322774 w 790050"/>
              <a:gd name="csY67" fmla="*/ 407898 h 857251"/>
              <a:gd name="csX68" fmla="*/ 312542 w 790050"/>
              <a:gd name="csY68" fmla="*/ 397963 h 857251"/>
              <a:gd name="csX69" fmla="*/ 302310 w 790050"/>
              <a:gd name="csY69" fmla="*/ 407898 h 857251"/>
              <a:gd name="csX70" fmla="*/ 384799 w 790050"/>
              <a:gd name="csY70" fmla="*/ 500060 h 857251"/>
              <a:gd name="csX71" fmla="*/ 384799 w 790050"/>
              <a:gd name="csY71" fmla="*/ 643973 h 857251"/>
              <a:gd name="csX72" fmla="*/ 311911 w 790050"/>
              <a:gd name="csY72" fmla="*/ 643973 h 857251"/>
              <a:gd name="csX73" fmla="*/ 253160 w 790050"/>
              <a:gd name="csY73" fmla="*/ 542360 h 857251"/>
              <a:gd name="csX74" fmla="*/ 224139 w 790050"/>
              <a:gd name="csY74" fmla="*/ 505674 h 857251"/>
              <a:gd name="csX75" fmla="*/ 196531 w 790050"/>
              <a:gd name="csY75" fmla="*/ 330052 h 857251"/>
              <a:gd name="csX76" fmla="*/ 315337 w 790050"/>
              <a:gd name="csY76" fmla="*/ 197816 h 857251"/>
              <a:gd name="csX77" fmla="*/ 492892 w 790050"/>
              <a:gd name="csY77" fmla="*/ 206411 h 857251"/>
              <a:gd name="csX78" fmla="*/ 420227 w 790050"/>
              <a:gd name="csY78" fmla="*/ 279076 h 857251"/>
              <a:gd name="csX79" fmla="*/ 417920 w 790050"/>
              <a:gd name="csY79" fmla="*/ 282611 h 857251"/>
              <a:gd name="csX80" fmla="*/ 383615 w 790050"/>
              <a:gd name="csY80" fmla="*/ 370754 h 857251"/>
              <a:gd name="csX81" fmla="*/ 383652 w 790050"/>
              <a:gd name="csY81" fmla="*/ 370754 h 857251"/>
              <a:gd name="csX82" fmla="*/ 385959 w 790050"/>
              <a:gd name="csY82" fmla="*/ 381730 h 857251"/>
              <a:gd name="csX83" fmla="*/ 396935 w 790050"/>
              <a:gd name="csY83" fmla="*/ 383999 h 857251"/>
              <a:gd name="csX84" fmla="*/ 485078 w 790050"/>
              <a:gd name="csY84" fmla="*/ 349694 h 857251"/>
              <a:gd name="csX85" fmla="*/ 488613 w 790050"/>
              <a:gd name="csY85" fmla="*/ 347387 h 857251"/>
              <a:gd name="csX86" fmla="*/ 565148 w 790050"/>
              <a:gd name="csY86" fmla="*/ 270852 h 857251"/>
              <a:gd name="csX87" fmla="*/ 602094 w 790050"/>
              <a:gd name="csY87" fmla="*/ 388124 h 857251"/>
              <a:gd name="csX88" fmla="*/ 565966 w 790050"/>
              <a:gd name="csY88" fmla="*/ 505662 h 857251"/>
              <a:gd name="csX89" fmla="*/ 385020 w 790050"/>
              <a:gd name="csY89" fmla="*/ 95808 h 857251"/>
              <a:gd name="csX90" fmla="*/ 385020 w 790050"/>
              <a:gd name="csY90" fmla="*/ 10232 h 857251"/>
              <a:gd name="csX91" fmla="*/ 395252 w 790050"/>
              <a:gd name="csY91" fmla="*/ 0 h 857251"/>
              <a:gd name="csX92" fmla="*/ 405520 w 790050"/>
              <a:gd name="csY92" fmla="*/ 10232 h 857251"/>
              <a:gd name="csX93" fmla="*/ 405520 w 790050"/>
              <a:gd name="csY93" fmla="*/ 95808 h 857251"/>
              <a:gd name="csX94" fmla="*/ 395252 w 790050"/>
              <a:gd name="csY94" fmla="*/ 106077 h 857251"/>
              <a:gd name="csX95" fmla="*/ 385020 w 790050"/>
              <a:gd name="csY95" fmla="*/ 95808 h 857251"/>
              <a:gd name="csX96" fmla="*/ 115862 w 790050"/>
              <a:gd name="csY96" fmla="*/ 130001 h 857251"/>
              <a:gd name="csX97" fmla="*/ 112774 w 790050"/>
              <a:gd name="csY97" fmla="*/ 122746 h 857251"/>
              <a:gd name="csX98" fmla="*/ 115751 w 790050"/>
              <a:gd name="csY98" fmla="*/ 115416 h 857251"/>
              <a:gd name="csX99" fmla="*/ 123080 w 790050"/>
              <a:gd name="csY99" fmla="*/ 112402 h 857251"/>
              <a:gd name="csX100" fmla="*/ 130373 w 790050"/>
              <a:gd name="csY100" fmla="*/ 115527 h 857251"/>
              <a:gd name="csX101" fmla="*/ 190872 w 790050"/>
              <a:gd name="csY101" fmla="*/ 176026 h 857251"/>
              <a:gd name="csX102" fmla="*/ 190537 w 790050"/>
              <a:gd name="csY102" fmla="*/ 190202 h 857251"/>
              <a:gd name="csX103" fmla="*/ 176398 w 790050"/>
              <a:gd name="csY103" fmla="*/ 190500 h 857251"/>
              <a:gd name="csX104" fmla="*/ 106077 w 790050"/>
              <a:gd name="csY104" fmla="*/ 394806 h 857251"/>
              <a:gd name="csX105" fmla="*/ 103101 w 790050"/>
              <a:gd name="csY105" fmla="*/ 402061 h 857251"/>
              <a:gd name="csX106" fmla="*/ 95845 w 790050"/>
              <a:gd name="csY106" fmla="*/ 405075 h 857251"/>
              <a:gd name="csX107" fmla="*/ 10269 w 790050"/>
              <a:gd name="csY107" fmla="*/ 405075 h 857251"/>
              <a:gd name="csX108" fmla="*/ 0 w 790050"/>
              <a:gd name="csY108" fmla="*/ 394806 h 857251"/>
              <a:gd name="csX109" fmla="*/ 10269 w 790050"/>
              <a:gd name="csY109" fmla="*/ 384574 h 857251"/>
              <a:gd name="csX110" fmla="*/ 95845 w 790050"/>
              <a:gd name="csY110" fmla="*/ 384574 h 857251"/>
              <a:gd name="csX111" fmla="*/ 106077 w 790050"/>
              <a:gd name="csY111" fmla="*/ 394769 h 857251"/>
              <a:gd name="csX112" fmla="*/ 190537 w 790050"/>
              <a:gd name="csY112" fmla="*/ 599107 h 857251"/>
              <a:gd name="csX113" fmla="*/ 193551 w 790050"/>
              <a:gd name="csY113" fmla="*/ 606363 h 857251"/>
              <a:gd name="csX114" fmla="*/ 190537 w 790050"/>
              <a:gd name="csY114" fmla="*/ 613618 h 857251"/>
              <a:gd name="csX115" fmla="*/ 130038 w 790050"/>
              <a:gd name="csY115" fmla="*/ 674117 h 857251"/>
              <a:gd name="csX116" fmla="*/ 122709 w 790050"/>
              <a:gd name="csY116" fmla="*/ 677354 h 857251"/>
              <a:gd name="csX117" fmla="*/ 115304 w 790050"/>
              <a:gd name="csY117" fmla="*/ 674340 h 857251"/>
              <a:gd name="csX118" fmla="*/ 112328 w 790050"/>
              <a:gd name="csY118" fmla="*/ 666936 h 857251"/>
              <a:gd name="csX119" fmla="*/ 115528 w 790050"/>
              <a:gd name="csY119" fmla="*/ 659644 h 857251"/>
              <a:gd name="csX120" fmla="*/ 176064 w 790050"/>
              <a:gd name="csY120" fmla="*/ 599107 h 857251"/>
              <a:gd name="csX121" fmla="*/ 190537 w 790050"/>
              <a:gd name="csY121" fmla="*/ 599107 h 857251"/>
              <a:gd name="csX122" fmla="*/ 790050 w 790050"/>
              <a:gd name="csY122" fmla="*/ 395291 h 857251"/>
              <a:gd name="csX123" fmla="*/ 779819 w 790050"/>
              <a:gd name="csY123" fmla="*/ 405486 h 857251"/>
              <a:gd name="csX124" fmla="*/ 694205 w 790050"/>
              <a:gd name="csY124" fmla="*/ 405486 h 857251"/>
              <a:gd name="csX125" fmla="*/ 684270 w 790050"/>
              <a:gd name="csY125" fmla="*/ 395254 h 857251"/>
              <a:gd name="csX126" fmla="*/ 694205 w 790050"/>
              <a:gd name="csY126" fmla="*/ 385022 h 857251"/>
              <a:gd name="csX127" fmla="*/ 779819 w 790050"/>
              <a:gd name="csY127" fmla="*/ 385022 h 857251"/>
              <a:gd name="csX128" fmla="*/ 790050 w 790050"/>
              <a:gd name="csY128" fmla="*/ 395291 h 857251"/>
              <a:gd name="csX129" fmla="*/ 674188 w 790050"/>
              <a:gd name="csY129" fmla="*/ 659982 h 857251"/>
              <a:gd name="csX130" fmla="*/ 677277 w 790050"/>
              <a:gd name="csY130" fmla="*/ 667274 h 857251"/>
              <a:gd name="csX131" fmla="*/ 674300 w 790050"/>
              <a:gd name="csY131" fmla="*/ 674604 h 857251"/>
              <a:gd name="csX132" fmla="*/ 666970 w 790050"/>
              <a:gd name="csY132" fmla="*/ 677618 h 857251"/>
              <a:gd name="csX133" fmla="*/ 659678 w 790050"/>
              <a:gd name="csY133" fmla="*/ 674492 h 857251"/>
              <a:gd name="csX134" fmla="*/ 599179 w 790050"/>
              <a:gd name="csY134" fmla="*/ 613993 h 857251"/>
              <a:gd name="csX135" fmla="*/ 599179 w 790050"/>
              <a:gd name="csY135" fmla="*/ 599483 h 857251"/>
              <a:gd name="csX136" fmla="*/ 613652 w 790050"/>
              <a:gd name="csY136" fmla="*/ 599483 h 85725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</a:cxnLst>
            <a:rect l="l" t="t" r="r" b="b"/>
            <a:pathLst>
              <a:path w="790050" h="857251">
                <a:moveTo>
                  <a:pt x="579800" y="256208"/>
                </a:moveTo>
                <a:lnTo>
                  <a:pt x="733543" y="102465"/>
                </a:lnTo>
                <a:cubicBezTo>
                  <a:pt x="757021" y="78988"/>
                  <a:pt x="760816" y="44534"/>
                  <a:pt x="741952" y="25707"/>
                </a:cubicBezTo>
                <a:cubicBezTo>
                  <a:pt x="723125" y="6880"/>
                  <a:pt x="688671" y="10638"/>
                  <a:pt x="665194" y="34116"/>
                </a:cubicBezTo>
                <a:lnTo>
                  <a:pt x="507955" y="191355"/>
                </a:lnTo>
                <a:cubicBezTo>
                  <a:pt x="447903" y="157049"/>
                  <a:pt x="375539" y="151878"/>
                  <a:pt x="311245" y="177364"/>
                </a:cubicBezTo>
                <a:cubicBezTo>
                  <a:pt x="246951" y="202851"/>
                  <a:pt x="197726" y="256168"/>
                  <a:pt x="177485" y="322287"/>
                </a:cubicBezTo>
                <a:cubicBezTo>
                  <a:pt x="157245" y="388441"/>
                  <a:pt x="168184" y="460180"/>
                  <a:pt x="207214" y="517254"/>
                </a:cubicBezTo>
                <a:cubicBezTo>
                  <a:pt x="215771" y="529830"/>
                  <a:pt x="226338" y="542332"/>
                  <a:pt x="237463" y="555577"/>
                </a:cubicBezTo>
                <a:cubicBezTo>
                  <a:pt x="261573" y="584264"/>
                  <a:pt x="286428" y="613843"/>
                  <a:pt x="291227" y="643981"/>
                </a:cubicBezTo>
                <a:lnTo>
                  <a:pt x="273889" y="643981"/>
                </a:lnTo>
                <a:cubicBezTo>
                  <a:pt x="271136" y="643981"/>
                  <a:pt x="268531" y="645060"/>
                  <a:pt x="266596" y="646994"/>
                </a:cubicBezTo>
                <a:cubicBezTo>
                  <a:pt x="264662" y="648892"/>
                  <a:pt x="263582" y="651496"/>
                  <a:pt x="263582" y="654250"/>
                </a:cubicBezTo>
                <a:lnTo>
                  <a:pt x="263582" y="706526"/>
                </a:lnTo>
                <a:cubicBezTo>
                  <a:pt x="263582" y="721260"/>
                  <a:pt x="278725" y="732571"/>
                  <a:pt x="299450" y="734022"/>
                </a:cubicBezTo>
                <a:lnTo>
                  <a:pt x="299450" y="776215"/>
                </a:lnTo>
                <a:cubicBezTo>
                  <a:pt x="300454" y="791693"/>
                  <a:pt x="313253" y="803710"/>
                  <a:pt x="328732" y="803785"/>
                </a:cubicBezTo>
                <a:cubicBezTo>
                  <a:pt x="343800" y="837345"/>
                  <a:pt x="368245" y="857251"/>
                  <a:pt x="394774" y="857251"/>
                </a:cubicBezTo>
                <a:cubicBezTo>
                  <a:pt x="421303" y="857251"/>
                  <a:pt x="445711" y="837346"/>
                  <a:pt x="460742" y="803822"/>
                </a:cubicBezTo>
                <a:cubicBezTo>
                  <a:pt x="476443" y="804008"/>
                  <a:pt x="489577" y="791878"/>
                  <a:pt x="490582" y="776177"/>
                </a:cubicBezTo>
                <a:lnTo>
                  <a:pt x="490582" y="733985"/>
                </a:lnTo>
                <a:cubicBezTo>
                  <a:pt x="511307" y="732533"/>
                  <a:pt x="526450" y="721185"/>
                  <a:pt x="526450" y="706489"/>
                </a:cubicBezTo>
                <a:lnTo>
                  <a:pt x="526450" y="654250"/>
                </a:lnTo>
                <a:cubicBezTo>
                  <a:pt x="526450" y="651534"/>
                  <a:pt x="525371" y="648929"/>
                  <a:pt x="523436" y="646994"/>
                </a:cubicBezTo>
                <a:cubicBezTo>
                  <a:pt x="521501" y="645060"/>
                  <a:pt x="518897" y="643981"/>
                  <a:pt x="516180" y="643981"/>
                </a:cubicBezTo>
                <a:lnTo>
                  <a:pt x="498842" y="643981"/>
                </a:lnTo>
                <a:cubicBezTo>
                  <a:pt x="503753" y="613955"/>
                  <a:pt x="528682" y="584189"/>
                  <a:pt x="552830" y="555316"/>
                </a:cubicBezTo>
                <a:cubicBezTo>
                  <a:pt x="563843" y="542145"/>
                  <a:pt x="574298" y="529681"/>
                  <a:pt x="582818" y="517216"/>
                </a:cubicBezTo>
                <a:cubicBezTo>
                  <a:pt x="609161" y="478669"/>
                  <a:pt x="623002" y="432942"/>
                  <a:pt x="622481" y="386247"/>
                </a:cubicBezTo>
                <a:cubicBezTo>
                  <a:pt x="621923" y="339553"/>
                  <a:pt x="607040" y="294160"/>
                  <a:pt x="579805" y="256212"/>
                </a:cubicBezTo>
                <a:close/>
                <a:moveTo>
                  <a:pt x="431344" y="304651"/>
                </a:moveTo>
                <a:lnTo>
                  <a:pt x="463007" y="336314"/>
                </a:lnTo>
                <a:lnTo>
                  <a:pt x="411214" y="356481"/>
                </a:lnTo>
                <a:close/>
                <a:moveTo>
                  <a:pt x="481350" y="325673"/>
                </a:moveTo>
                <a:lnTo>
                  <a:pt x="441985" y="286308"/>
                </a:lnTo>
                <a:lnTo>
                  <a:pt x="639553" y="88741"/>
                </a:lnTo>
                <a:lnTo>
                  <a:pt x="678880" y="128106"/>
                </a:lnTo>
                <a:close/>
                <a:moveTo>
                  <a:pt x="679699" y="48591"/>
                </a:moveTo>
                <a:cubicBezTo>
                  <a:pt x="694954" y="33336"/>
                  <a:pt x="716831" y="29541"/>
                  <a:pt x="727472" y="40182"/>
                </a:cubicBezTo>
                <a:cubicBezTo>
                  <a:pt x="738113" y="50823"/>
                  <a:pt x="734281" y="72739"/>
                  <a:pt x="719063" y="87956"/>
                </a:cubicBezTo>
                <a:lnTo>
                  <a:pt x="693391" y="113628"/>
                </a:lnTo>
                <a:lnTo>
                  <a:pt x="654026" y="74301"/>
                </a:lnTo>
                <a:close/>
                <a:moveTo>
                  <a:pt x="394768" y="836747"/>
                </a:moveTo>
                <a:cubicBezTo>
                  <a:pt x="378657" y="836747"/>
                  <a:pt x="363068" y="824655"/>
                  <a:pt x="351682" y="803856"/>
                </a:cubicBezTo>
                <a:lnTo>
                  <a:pt x="437891" y="803893"/>
                </a:lnTo>
                <a:cubicBezTo>
                  <a:pt x="426469" y="824692"/>
                  <a:pt x="410879" y="836747"/>
                  <a:pt x="394769" y="836747"/>
                </a:cubicBezTo>
                <a:close/>
                <a:moveTo>
                  <a:pt x="470074" y="776210"/>
                </a:moveTo>
                <a:cubicBezTo>
                  <a:pt x="470074" y="779596"/>
                  <a:pt x="465386" y="783391"/>
                  <a:pt x="459099" y="783391"/>
                </a:cubicBezTo>
                <a:lnTo>
                  <a:pt x="330959" y="783391"/>
                </a:lnTo>
                <a:cubicBezTo>
                  <a:pt x="324671" y="783391"/>
                  <a:pt x="319983" y="779596"/>
                  <a:pt x="319983" y="776210"/>
                </a:cubicBezTo>
                <a:lnTo>
                  <a:pt x="319983" y="734166"/>
                </a:lnTo>
                <a:lnTo>
                  <a:pt x="470078" y="734166"/>
                </a:lnTo>
                <a:close/>
                <a:moveTo>
                  <a:pt x="505942" y="706484"/>
                </a:moveTo>
                <a:cubicBezTo>
                  <a:pt x="505681" y="708159"/>
                  <a:pt x="498984" y="713666"/>
                  <a:pt x="486036" y="713666"/>
                </a:cubicBezTo>
                <a:lnTo>
                  <a:pt x="304023" y="713703"/>
                </a:lnTo>
                <a:cubicBezTo>
                  <a:pt x="291075" y="713703"/>
                  <a:pt x="284341" y="708196"/>
                  <a:pt x="284118" y="706522"/>
                </a:cubicBezTo>
                <a:lnTo>
                  <a:pt x="284118" y="664477"/>
                </a:lnTo>
                <a:lnTo>
                  <a:pt x="505945" y="664477"/>
                </a:lnTo>
                <a:close/>
                <a:moveTo>
                  <a:pt x="565957" y="505678"/>
                </a:moveTo>
                <a:cubicBezTo>
                  <a:pt x="557994" y="517325"/>
                  <a:pt x="547874" y="529380"/>
                  <a:pt x="537159" y="542178"/>
                </a:cubicBezTo>
                <a:cubicBezTo>
                  <a:pt x="511597" y="572688"/>
                  <a:pt x="482911" y="606993"/>
                  <a:pt x="478186" y="644010"/>
                </a:cubicBezTo>
                <a:lnTo>
                  <a:pt x="405260" y="643973"/>
                </a:lnTo>
                <a:lnTo>
                  <a:pt x="405260" y="500060"/>
                </a:lnTo>
                <a:cubicBezTo>
                  <a:pt x="452216" y="494776"/>
                  <a:pt x="487674" y="455151"/>
                  <a:pt x="487749" y="407898"/>
                </a:cubicBezTo>
                <a:cubicBezTo>
                  <a:pt x="487600" y="402391"/>
                  <a:pt x="483061" y="397963"/>
                  <a:pt x="477517" y="397963"/>
                </a:cubicBezTo>
                <a:cubicBezTo>
                  <a:pt x="471973" y="397963"/>
                  <a:pt x="467434" y="402391"/>
                  <a:pt x="467285" y="407898"/>
                </a:cubicBezTo>
                <a:cubicBezTo>
                  <a:pt x="467285" y="447821"/>
                  <a:pt x="434916" y="480153"/>
                  <a:pt x="395030" y="480153"/>
                </a:cubicBezTo>
                <a:cubicBezTo>
                  <a:pt x="355144" y="480153"/>
                  <a:pt x="322774" y="447821"/>
                  <a:pt x="322774" y="407898"/>
                </a:cubicBezTo>
                <a:cubicBezTo>
                  <a:pt x="322625" y="402391"/>
                  <a:pt x="318086" y="397963"/>
                  <a:pt x="312542" y="397963"/>
                </a:cubicBezTo>
                <a:cubicBezTo>
                  <a:pt x="306998" y="397963"/>
                  <a:pt x="302459" y="402391"/>
                  <a:pt x="302310" y="407898"/>
                </a:cubicBezTo>
                <a:cubicBezTo>
                  <a:pt x="302385" y="455150"/>
                  <a:pt x="337843" y="494776"/>
                  <a:pt x="384799" y="500060"/>
                </a:cubicBezTo>
                <a:lnTo>
                  <a:pt x="384799" y="643973"/>
                </a:lnTo>
                <a:lnTo>
                  <a:pt x="311911" y="643973"/>
                </a:lnTo>
                <a:cubicBezTo>
                  <a:pt x="307297" y="606841"/>
                  <a:pt x="278685" y="572721"/>
                  <a:pt x="253160" y="542360"/>
                </a:cubicBezTo>
                <a:cubicBezTo>
                  <a:pt x="242371" y="529523"/>
                  <a:pt x="232213" y="517431"/>
                  <a:pt x="224139" y="505674"/>
                </a:cubicBezTo>
                <a:cubicBezTo>
                  <a:pt x="188978" y="454254"/>
                  <a:pt x="178858" y="389773"/>
                  <a:pt x="196531" y="330052"/>
                </a:cubicBezTo>
                <a:cubicBezTo>
                  <a:pt x="214242" y="270372"/>
                  <a:pt x="257849" y="221781"/>
                  <a:pt x="315337" y="197816"/>
                </a:cubicBezTo>
                <a:cubicBezTo>
                  <a:pt x="372784" y="173818"/>
                  <a:pt x="438009" y="176980"/>
                  <a:pt x="492892" y="206411"/>
                </a:cubicBezTo>
                <a:lnTo>
                  <a:pt x="420227" y="279076"/>
                </a:lnTo>
                <a:cubicBezTo>
                  <a:pt x="419222" y="280081"/>
                  <a:pt x="418441" y="281271"/>
                  <a:pt x="417920" y="282611"/>
                </a:cubicBezTo>
                <a:lnTo>
                  <a:pt x="383615" y="370754"/>
                </a:lnTo>
                <a:lnTo>
                  <a:pt x="383652" y="370754"/>
                </a:lnTo>
                <a:cubicBezTo>
                  <a:pt x="382164" y="374549"/>
                  <a:pt x="383094" y="378828"/>
                  <a:pt x="385959" y="381730"/>
                </a:cubicBezTo>
                <a:cubicBezTo>
                  <a:pt x="388824" y="384595"/>
                  <a:pt x="393140" y="385488"/>
                  <a:pt x="396935" y="383999"/>
                </a:cubicBezTo>
                <a:lnTo>
                  <a:pt x="485078" y="349694"/>
                </a:lnTo>
                <a:cubicBezTo>
                  <a:pt x="486417" y="349173"/>
                  <a:pt x="487608" y="348392"/>
                  <a:pt x="488613" y="347387"/>
                </a:cubicBezTo>
                <a:lnTo>
                  <a:pt x="565148" y="270852"/>
                </a:lnTo>
                <a:cubicBezTo>
                  <a:pt x="589072" y="305306"/>
                  <a:pt x="601946" y="346197"/>
                  <a:pt x="602094" y="388124"/>
                </a:cubicBezTo>
                <a:cubicBezTo>
                  <a:pt x="602243" y="430051"/>
                  <a:pt x="589630" y="471058"/>
                  <a:pt x="565966" y="505662"/>
                </a:cubicBezTo>
                <a:close/>
                <a:moveTo>
                  <a:pt x="385020" y="95808"/>
                </a:moveTo>
                <a:lnTo>
                  <a:pt x="385020" y="10232"/>
                </a:lnTo>
                <a:cubicBezTo>
                  <a:pt x="385020" y="4576"/>
                  <a:pt x="389596" y="0"/>
                  <a:pt x="395252" y="0"/>
                </a:cubicBezTo>
                <a:cubicBezTo>
                  <a:pt x="400944" y="0"/>
                  <a:pt x="405520" y="4576"/>
                  <a:pt x="405520" y="10232"/>
                </a:cubicBezTo>
                <a:lnTo>
                  <a:pt x="405520" y="95808"/>
                </a:lnTo>
                <a:cubicBezTo>
                  <a:pt x="405520" y="101464"/>
                  <a:pt x="400944" y="106077"/>
                  <a:pt x="395252" y="106077"/>
                </a:cubicBezTo>
                <a:cubicBezTo>
                  <a:pt x="389596" y="106077"/>
                  <a:pt x="385020" y="101463"/>
                  <a:pt x="385020" y="95808"/>
                </a:cubicBezTo>
                <a:close/>
                <a:moveTo>
                  <a:pt x="115862" y="130001"/>
                </a:moveTo>
                <a:cubicBezTo>
                  <a:pt x="113890" y="128103"/>
                  <a:pt x="112774" y="125499"/>
                  <a:pt x="112774" y="122746"/>
                </a:cubicBezTo>
                <a:cubicBezTo>
                  <a:pt x="112737" y="119992"/>
                  <a:pt x="113816" y="117351"/>
                  <a:pt x="115751" y="115416"/>
                </a:cubicBezTo>
                <a:cubicBezTo>
                  <a:pt x="117723" y="113481"/>
                  <a:pt x="120364" y="112402"/>
                  <a:pt x="123080" y="112402"/>
                </a:cubicBezTo>
                <a:cubicBezTo>
                  <a:pt x="125834" y="112439"/>
                  <a:pt x="128475" y="113555"/>
                  <a:pt x="130373" y="115527"/>
                </a:cubicBezTo>
                <a:lnTo>
                  <a:pt x="190872" y="176026"/>
                </a:lnTo>
                <a:cubicBezTo>
                  <a:pt x="194555" y="180082"/>
                  <a:pt x="194407" y="186332"/>
                  <a:pt x="190537" y="190202"/>
                </a:cubicBezTo>
                <a:cubicBezTo>
                  <a:pt x="186668" y="194035"/>
                  <a:pt x="180417" y="194184"/>
                  <a:pt x="176398" y="190500"/>
                </a:cubicBezTo>
                <a:close/>
                <a:moveTo>
                  <a:pt x="106077" y="394806"/>
                </a:moveTo>
                <a:cubicBezTo>
                  <a:pt x="106077" y="397522"/>
                  <a:pt x="104998" y="400126"/>
                  <a:pt x="103101" y="402061"/>
                </a:cubicBezTo>
                <a:cubicBezTo>
                  <a:pt x="101166" y="403996"/>
                  <a:pt x="98561" y="405075"/>
                  <a:pt x="95845" y="405075"/>
                </a:cubicBezTo>
                <a:lnTo>
                  <a:pt x="10269" y="405075"/>
                </a:lnTo>
                <a:cubicBezTo>
                  <a:pt x="4613" y="405075"/>
                  <a:pt x="0" y="400461"/>
                  <a:pt x="0" y="394806"/>
                </a:cubicBezTo>
                <a:cubicBezTo>
                  <a:pt x="0" y="389151"/>
                  <a:pt x="4614" y="384574"/>
                  <a:pt x="10269" y="384574"/>
                </a:cubicBezTo>
                <a:lnTo>
                  <a:pt x="95845" y="384574"/>
                </a:lnTo>
                <a:cubicBezTo>
                  <a:pt x="101501" y="384574"/>
                  <a:pt x="106077" y="389113"/>
                  <a:pt x="106077" y="394769"/>
                </a:cubicBezTo>
                <a:close/>
                <a:moveTo>
                  <a:pt x="190537" y="599107"/>
                </a:moveTo>
                <a:cubicBezTo>
                  <a:pt x="192472" y="601042"/>
                  <a:pt x="193551" y="603647"/>
                  <a:pt x="193551" y="606363"/>
                </a:cubicBezTo>
                <a:cubicBezTo>
                  <a:pt x="193551" y="609079"/>
                  <a:pt x="192472" y="611683"/>
                  <a:pt x="190537" y="613618"/>
                </a:cubicBezTo>
                <a:lnTo>
                  <a:pt x="130038" y="674117"/>
                </a:lnTo>
                <a:cubicBezTo>
                  <a:pt x="128141" y="676126"/>
                  <a:pt x="125499" y="677317"/>
                  <a:pt x="122709" y="677354"/>
                </a:cubicBezTo>
                <a:cubicBezTo>
                  <a:pt x="119955" y="677391"/>
                  <a:pt x="117276" y="676312"/>
                  <a:pt x="115304" y="674340"/>
                </a:cubicBezTo>
                <a:cubicBezTo>
                  <a:pt x="113370" y="672368"/>
                  <a:pt x="112291" y="669726"/>
                  <a:pt x="112328" y="666936"/>
                </a:cubicBezTo>
                <a:cubicBezTo>
                  <a:pt x="112365" y="664183"/>
                  <a:pt x="113518" y="661541"/>
                  <a:pt x="115528" y="659644"/>
                </a:cubicBezTo>
                <a:lnTo>
                  <a:pt x="176064" y="599107"/>
                </a:lnTo>
                <a:cubicBezTo>
                  <a:pt x="180045" y="595126"/>
                  <a:pt x="186557" y="595126"/>
                  <a:pt x="190537" y="599107"/>
                </a:cubicBezTo>
                <a:close/>
                <a:moveTo>
                  <a:pt x="790050" y="395291"/>
                </a:moveTo>
                <a:cubicBezTo>
                  <a:pt x="790013" y="400910"/>
                  <a:pt x="785474" y="405486"/>
                  <a:pt x="779819" y="405486"/>
                </a:cubicBezTo>
                <a:lnTo>
                  <a:pt x="694205" y="405486"/>
                </a:lnTo>
                <a:cubicBezTo>
                  <a:pt x="688661" y="405337"/>
                  <a:pt x="684270" y="400798"/>
                  <a:pt x="684270" y="395254"/>
                </a:cubicBezTo>
                <a:cubicBezTo>
                  <a:pt x="684270" y="389710"/>
                  <a:pt x="688661" y="385171"/>
                  <a:pt x="694205" y="385022"/>
                </a:cubicBezTo>
                <a:lnTo>
                  <a:pt x="779819" y="385022"/>
                </a:lnTo>
                <a:cubicBezTo>
                  <a:pt x="785474" y="385022"/>
                  <a:pt x="790050" y="389636"/>
                  <a:pt x="790050" y="395291"/>
                </a:cubicBezTo>
                <a:close/>
                <a:moveTo>
                  <a:pt x="674188" y="659982"/>
                </a:moveTo>
                <a:cubicBezTo>
                  <a:pt x="676160" y="661916"/>
                  <a:pt x="677277" y="664521"/>
                  <a:pt x="677277" y="667274"/>
                </a:cubicBezTo>
                <a:cubicBezTo>
                  <a:pt x="677314" y="670027"/>
                  <a:pt x="676235" y="672669"/>
                  <a:pt x="674300" y="674604"/>
                </a:cubicBezTo>
                <a:cubicBezTo>
                  <a:pt x="672328" y="676539"/>
                  <a:pt x="669686" y="677618"/>
                  <a:pt x="666970" y="677618"/>
                </a:cubicBezTo>
                <a:cubicBezTo>
                  <a:pt x="664217" y="677581"/>
                  <a:pt x="661575" y="676464"/>
                  <a:pt x="659678" y="674492"/>
                </a:cubicBezTo>
                <a:lnTo>
                  <a:pt x="599179" y="613993"/>
                </a:lnTo>
                <a:cubicBezTo>
                  <a:pt x="595160" y="609975"/>
                  <a:pt x="595160" y="603501"/>
                  <a:pt x="599179" y="599483"/>
                </a:cubicBezTo>
                <a:cubicBezTo>
                  <a:pt x="603160" y="595502"/>
                  <a:pt x="609671" y="595502"/>
                  <a:pt x="613652" y="599483"/>
                </a:cubicBez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84" name="Freeform: Shape 83">
            <a:extLst>
              <a:ext uri="{FF2B5EF4-FFF2-40B4-BE49-F238E27FC236}">
                <a16:creationId xmlns:a16="http://schemas.microsoft.com/office/drawing/2014/main" id="{68BDF4D9-43F7-0FDA-C7A1-E5029CE04799}"/>
              </a:ext>
            </a:extLst>
          </p:cNvPr>
          <p:cNvSpPr/>
          <p:nvPr/>
        </p:nvSpPr>
        <p:spPr>
          <a:xfrm>
            <a:off x="4872013" y="5221699"/>
            <a:ext cx="528598" cy="592468"/>
          </a:xfrm>
          <a:custGeom>
            <a:avLst/>
            <a:gdLst>
              <a:gd name="csX0" fmla="*/ 2550328 w 4146680"/>
              <a:gd name="csY0" fmla="*/ 3749750 h 4647728"/>
              <a:gd name="csX1" fmla="*/ 2644788 w 4146680"/>
              <a:gd name="csY1" fmla="*/ 4092393 h 4647728"/>
              <a:gd name="csX2" fmla="*/ 3126886 w 4146680"/>
              <a:gd name="csY2" fmla="*/ 4092393 h 4647728"/>
              <a:gd name="csX3" fmla="*/ 3360925 w 4146680"/>
              <a:gd name="csY3" fmla="*/ 4326431 h 4647728"/>
              <a:gd name="csX4" fmla="*/ 3360925 w 4146680"/>
              <a:gd name="csY4" fmla="*/ 4609629 h 4647728"/>
              <a:gd name="csX5" fmla="*/ 3322825 w 4146680"/>
              <a:gd name="csY5" fmla="*/ 4647729 h 4647728"/>
              <a:gd name="csX6" fmla="*/ 823855 w 4146680"/>
              <a:gd name="csY6" fmla="*/ 4647729 h 4647728"/>
              <a:gd name="csX7" fmla="*/ 785755 w 4146680"/>
              <a:gd name="csY7" fmla="*/ 4609629 h 4647728"/>
              <a:gd name="csX8" fmla="*/ 785755 w 4146680"/>
              <a:gd name="csY8" fmla="*/ 4326431 h 4647728"/>
              <a:gd name="csX9" fmla="*/ 1019794 w 4146680"/>
              <a:gd name="csY9" fmla="*/ 4092393 h 4647728"/>
              <a:gd name="csX10" fmla="*/ 1501902 w 4146680"/>
              <a:gd name="csY10" fmla="*/ 4092393 h 4647728"/>
              <a:gd name="csX11" fmla="*/ 1596362 w 4146680"/>
              <a:gd name="csY11" fmla="*/ 3749750 h 4647728"/>
              <a:gd name="csX12" fmla="*/ 243488 w 4146680"/>
              <a:gd name="csY12" fmla="*/ 3749750 h 4647728"/>
              <a:gd name="csX13" fmla="*/ 0 w 4146680"/>
              <a:gd name="csY13" fmla="*/ 3506262 h 4647728"/>
              <a:gd name="csX14" fmla="*/ 0 w 4146680"/>
              <a:gd name="csY14" fmla="*/ 1007988 h 4647728"/>
              <a:gd name="csX15" fmla="*/ 243488 w 4146680"/>
              <a:gd name="csY15" fmla="*/ 764500 h 4647728"/>
              <a:gd name="csX16" fmla="*/ 955157 w 4146680"/>
              <a:gd name="csY16" fmla="*/ 764500 h 4647728"/>
              <a:gd name="csX17" fmla="*/ 955157 w 4146680"/>
              <a:gd name="csY17" fmla="*/ 621368 h 4647728"/>
              <a:gd name="csX18" fmla="*/ 1041273 w 4146680"/>
              <a:gd name="csY18" fmla="*/ 535253 h 4647728"/>
              <a:gd name="csX19" fmla="*/ 3147536 w 4146680"/>
              <a:gd name="csY19" fmla="*/ 535253 h 4647728"/>
              <a:gd name="csX20" fmla="*/ 3208316 w 4146680"/>
              <a:gd name="csY20" fmla="*/ 560599 h 4647728"/>
              <a:gd name="csX21" fmla="*/ 3208392 w 4146680"/>
              <a:gd name="csY21" fmla="*/ 560522 h 4647728"/>
              <a:gd name="csX22" fmla="*/ 3233661 w 4146680"/>
              <a:gd name="csY22" fmla="*/ 621378 h 4647728"/>
              <a:gd name="csX23" fmla="*/ 3233661 w 4146680"/>
              <a:gd name="csY23" fmla="*/ 764510 h 4647728"/>
              <a:gd name="csX24" fmla="*/ 3903193 w 4146680"/>
              <a:gd name="csY24" fmla="*/ 764510 h 4647728"/>
              <a:gd name="csX25" fmla="*/ 4146680 w 4146680"/>
              <a:gd name="csY25" fmla="*/ 1007997 h 4647728"/>
              <a:gd name="csX26" fmla="*/ 4146680 w 4146680"/>
              <a:gd name="csY26" fmla="*/ 3506262 h 4647728"/>
              <a:gd name="csX27" fmla="*/ 3903193 w 4146680"/>
              <a:gd name="csY27" fmla="*/ 3749750 h 4647728"/>
              <a:gd name="csX28" fmla="*/ 2550328 w 4146680"/>
              <a:gd name="csY28" fmla="*/ 3749750 h 4647728"/>
              <a:gd name="csX29" fmla="*/ 2550328 w 4146680"/>
              <a:gd name="csY29" fmla="*/ 3749750 h 4647728"/>
              <a:gd name="csX30" fmla="*/ 3236024 w 4146680"/>
              <a:gd name="csY30" fmla="*/ 2272651 h 4647728"/>
              <a:gd name="csX31" fmla="*/ 3236024 w 4146680"/>
              <a:gd name="csY31" fmla="*/ 2286672 h 4647728"/>
              <a:gd name="csX32" fmla="*/ 3192590 w 4146680"/>
              <a:gd name="csY32" fmla="*/ 2313999 h 4647728"/>
              <a:gd name="csX33" fmla="*/ 3274124 w 4146680"/>
              <a:gd name="csY33" fmla="*/ 2510852 h 4647728"/>
              <a:gd name="csX34" fmla="*/ 3313243 w 4146680"/>
              <a:gd name="csY34" fmla="*/ 2549962 h 4647728"/>
              <a:gd name="csX35" fmla="*/ 3235014 w 4146680"/>
              <a:gd name="csY35" fmla="*/ 2549962 h 4647728"/>
              <a:gd name="csX36" fmla="*/ 3196914 w 4146680"/>
              <a:gd name="csY36" fmla="*/ 2511862 h 4647728"/>
              <a:gd name="csX37" fmla="*/ 3236033 w 4146680"/>
              <a:gd name="csY37" fmla="*/ 2658832 h 4647728"/>
              <a:gd name="csX38" fmla="*/ 3236033 w 4146680"/>
              <a:gd name="csY38" fmla="*/ 2672844 h 4647728"/>
              <a:gd name="csX39" fmla="*/ 3312233 w 4146680"/>
              <a:gd name="csY39" fmla="*/ 2672844 h 4647728"/>
              <a:gd name="csX40" fmla="*/ 3312233 w 4146680"/>
              <a:gd name="csY40" fmla="*/ 2658832 h 4647728"/>
              <a:gd name="csX41" fmla="*/ 3355677 w 4146680"/>
              <a:gd name="csY41" fmla="*/ 2631496 h 4647728"/>
              <a:gd name="csX42" fmla="*/ 3274133 w 4146680"/>
              <a:gd name="csY42" fmla="*/ 2434643 h 4647728"/>
              <a:gd name="csX43" fmla="*/ 3235014 w 4146680"/>
              <a:gd name="csY43" fmla="*/ 2395523 h 4647728"/>
              <a:gd name="csX44" fmla="*/ 3313243 w 4146680"/>
              <a:gd name="csY44" fmla="*/ 2395523 h 4647728"/>
              <a:gd name="csX45" fmla="*/ 3351343 w 4146680"/>
              <a:gd name="csY45" fmla="*/ 2433623 h 4647728"/>
              <a:gd name="csX46" fmla="*/ 3312224 w 4146680"/>
              <a:gd name="csY46" fmla="*/ 2286653 h 4647728"/>
              <a:gd name="csX47" fmla="*/ 3312224 w 4146680"/>
              <a:gd name="csY47" fmla="*/ 2272641 h 4647728"/>
              <a:gd name="csX48" fmla="*/ 3236024 w 4146680"/>
              <a:gd name="csY48" fmla="*/ 2272651 h 4647728"/>
              <a:gd name="csX49" fmla="*/ 3236024 w 4146680"/>
              <a:gd name="csY49" fmla="*/ 2272651 h 4647728"/>
              <a:gd name="csX50" fmla="*/ 896102 w 4146680"/>
              <a:gd name="csY50" fmla="*/ 2487487 h 4647728"/>
              <a:gd name="csX51" fmla="*/ 1420178 w 4146680"/>
              <a:gd name="csY51" fmla="*/ 2487487 h 4647728"/>
              <a:gd name="csX52" fmla="*/ 1420178 w 4146680"/>
              <a:gd name="csY52" fmla="*/ 2411287 h 4647728"/>
              <a:gd name="csX53" fmla="*/ 896102 w 4146680"/>
              <a:gd name="csY53" fmla="*/ 2411287 h 4647728"/>
              <a:gd name="csX54" fmla="*/ 896102 w 4146680"/>
              <a:gd name="csY54" fmla="*/ 2487487 h 4647728"/>
              <a:gd name="csX55" fmla="*/ 896102 w 4146680"/>
              <a:gd name="csY55" fmla="*/ 2487487 h 4647728"/>
              <a:gd name="csX56" fmla="*/ 896102 w 4146680"/>
              <a:gd name="csY56" fmla="*/ 2258516 h 4647728"/>
              <a:gd name="csX57" fmla="*/ 1420178 w 4146680"/>
              <a:gd name="csY57" fmla="*/ 2258516 h 4647728"/>
              <a:gd name="csX58" fmla="*/ 1420178 w 4146680"/>
              <a:gd name="csY58" fmla="*/ 2182316 h 4647728"/>
              <a:gd name="csX59" fmla="*/ 896102 w 4146680"/>
              <a:gd name="csY59" fmla="*/ 2182316 h 4647728"/>
              <a:gd name="csX60" fmla="*/ 896102 w 4146680"/>
              <a:gd name="csY60" fmla="*/ 2258516 h 4647728"/>
              <a:gd name="csX61" fmla="*/ 896102 w 4146680"/>
              <a:gd name="csY61" fmla="*/ 2258516 h 4647728"/>
              <a:gd name="csX62" fmla="*/ 896102 w 4146680"/>
              <a:gd name="csY62" fmla="*/ 2029554 h 4647728"/>
              <a:gd name="csX63" fmla="*/ 1420178 w 4146680"/>
              <a:gd name="csY63" fmla="*/ 2029554 h 4647728"/>
              <a:gd name="csX64" fmla="*/ 1420178 w 4146680"/>
              <a:gd name="csY64" fmla="*/ 1953354 h 4647728"/>
              <a:gd name="csX65" fmla="*/ 896102 w 4146680"/>
              <a:gd name="csY65" fmla="*/ 1953354 h 4647728"/>
              <a:gd name="csX66" fmla="*/ 896102 w 4146680"/>
              <a:gd name="csY66" fmla="*/ 2029554 h 4647728"/>
              <a:gd name="csX67" fmla="*/ 896102 w 4146680"/>
              <a:gd name="csY67" fmla="*/ 2029554 h 4647728"/>
              <a:gd name="csX68" fmla="*/ 896102 w 4146680"/>
              <a:gd name="csY68" fmla="*/ 1800592 h 4647728"/>
              <a:gd name="csX69" fmla="*/ 1420178 w 4146680"/>
              <a:gd name="csY69" fmla="*/ 1800592 h 4647728"/>
              <a:gd name="csX70" fmla="*/ 1420178 w 4146680"/>
              <a:gd name="csY70" fmla="*/ 1724392 h 4647728"/>
              <a:gd name="csX71" fmla="*/ 896102 w 4146680"/>
              <a:gd name="csY71" fmla="*/ 1724392 h 4647728"/>
              <a:gd name="csX72" fmla="*/ 896102 w 4146680"/>
              <a:gd name="csY72" fmla="*/ 1800592 h 4647728"/>
              <a:gd name="csX73" fmla="*/ 896102 w 4146680"/>
              <a:gd name="csY73" fmla="*/ 1800592 h 4647728"/>
              <a:gd name="csX74" fmla="*/ 2743210 w 4146680"/>
              <a:gd name="csY74" fmla="*/ 256399 h 4647728"/>
              <a:gd name="csX75" fmla="*/ 2819410 w 4146680"/>
              <a:gd name="csY75" fmla="*/ 256399 h 4647728"/>
              <a:gd name="csX76" fmla="*/ 2819410 w 4146680"/>
              <a:gd name="csY76" fmla="*/ 421762 h 4647728"/>
              <a:gd name="csX77" fmla="*/ 2743210 w 4146680"/>
              <a:gd name="csY77" fmla="*/ 421762 h 4647728"/>
              <a:gd name="csX78" fmla="*/ 2743210 w 4146680"/>
              <a:gd name="csY78" fmla="*/ 256399 h 4647728"/>
              <a:gd name="csX79" fmla="*/ 2743210 w 4146680"/>
              <a:gd name="csY79" fmla="*/ 256399 h 4647728"/>
              <a:gd name="csX80" fmla="*/ 2468451 w 4146680"/>
              <a:gd name="csY80" fmla="*/ 167369 h 4647728"/>
              <a:gd name="csX81" fmla="*/ 2544651 w 4146680"/>
              <a:gd name="csY81" fmla="*/ 167369 h 4647728"/>
              <a:gd name="csX82" fmla="*/ 2544651 w 4146680"/>
              <a:gd name="csY82" fmla="*/ 421772 h 4647728"/>
              <a:gd name="csX83" fmla="*/ 2468451 w 4146680"/>
              <a:gd name="csY83" fmla="*/ 421772 h 4647728"/>
              <a:gd name="csX84" fmla="*/ 2468451 w 4146680"/>
              <a:gd name="csY84" fmla="*/ 167369 h 4647728"/>
              <a:gd name="csX85" fmla="*/ 2468451 w 4146680"/>
              <a:gd name="csY85" fmla="*/ 167369 h 4647728"/>
              <a:gd name="csX86" fmla="*/ 2193693 w 4146680"/>
              <a:gd name="csY86" fmla="*/ 37619 h 4647728"/>
              <a:gd name="csX87" fmla="*/ 2269893 w 4146680"/>
              <a:gd name="csY87" fmla="*/ 37619 h 4647728"/>
              <a:gd name="csX88" fmla="*/ 2269893 w 4146680"/>
              <a:gd name="csY88" fmla="*/ 421772 h 4647728"/>
              <a:gd name="csX89" fmla="*/ 2193693 w 4146680"/>
              <a:gd name="csY89" fmla="*/ 421772 h 4647728"/>
              <a:gd name="csX90" fmla="*/ 2193693 w 4146680"/>
              <a:gd name="csY90" fmla="*/ 37619 h 4647728"/>
              <a:gd name="csX91" fmla="*/ 2193693 w 4146680"/>
              <a:gd name="csY91" fmla="*/ 37619 h 4647728"/>
              <a:gd name="csX92" fmla="*/ 1918935 w 4146680"/>
              <a:gd name="csY92" fmla="*/ 37619 h 4647728"/>
              <a:gd name="csX93" fmla="*/ 1995135 w 4146680"/>
              <a:gd name="csY93" fmla="*/ 37619 h 4647728"/>
              <a:gd name="csX94" fmla="*/ 1995135 w 4146680"/>
              <a:gd name="csY94" fmla="*/ 421772 h 4647728"/>
              <a:gd name="csX95" fmla="*/ 1918935 w 4146680"/>
              <a:gd name="csY95" fmla="*/ 421772 h 4647728"/>
              <a:gd name="csX96" fmla="*/ 1918935 w 4146680"/>
              <a:gd name="csY96" fmla="*/ 37619 h 4647728"/>
              <a:gd name="csX97" fmla="*/ 1918935 w 4146680"/>
              <a:gd name="csY97" fmla="*/ 37619 h 4647728"/>
              <a:gd name="csX98" fmla="*/ 1644167 w 4146680"/>
              <a:gd name="csY98" fmla="*/ 167369 h 4647728"/>
              <a:gd name="csX99" fmla="*/ 1720367 w 4146680"/>
              <a:gd name="csY99" fmla="*/ 167369 h 4647728"/>
              <a:gd name="csX100" fmla="*/ 1720367 w 4146680"/>
              <a:gd name="csY100" fmla="*/ 421772 h 4647728"/>
              <a:gd name="csX101" fmla="*/ 1644167 w 4146680"/>
              <a:gd name="csY101" fmla="*/ 421772 h 4647728"/>
              <a:gd name="csX102" fmla="*/ 1644167 w 4146680"/>
              <a:gd name="csY102" fmla="*/ 167369 h 4647728"/>
              <a:gd name="csX103" fmla="*/ 1644167 w 4146680"/>
              <a:gd name="csY103" fmla="*/ 167369 h 4647728"/>
              <a:gd name="csX104" fmla="*/ 1369419 w 4146680"/>
              <a:gd name="csY104" fmla="*/ 256399 h 4647728"/>
              <a:gd name="csX105" fmla="*/ 1445619 w 4146680"/>
              <a:gd name="csY105" fmla="*/ 256399 h 4647728"/>
              <a:gd name="csX106" fmla="*/ 1445619 w 4146680"/>
              <a:gd name="csY106" fmla="*/ 421762 h 4647728"/>
              <a:gd name="csX107" fmla="*/ 1369419 w 4146680"/>
              <a:gd name="csY107" fmla="*/ 421762 h 4647728"/>
              <a:gd name="csX108" fmla="*/ 1369419 w 4146680"/>
              <a:gd name="csY108" fmla="*/ 256399 h 4647728"/>
              <a:gd name="csX109" fmla="*/ 1369419 w 4146680"/>
              <a:gd name="csY109" fmla="*/ 256399 h 4647728"/>
              <a:gd name="csX110" fmla="*/ 3274124 w 4146680"/>
              <a:gd name="csY110" fmla="*/ 2117346 h 4647728"/>
              <a:gd name="csX111" fmla="*/ 2918717 w 4146680"/>
              <a:gd name="csY111" fmla="*/ 2472752 h 4647728"/>
              <a:gd name="csX112" fmla="*/ 3274124 w 4146680"/>
              <a:gd name="csY112" fmla="*/ 2828158 h 4647728"/>
              <a:gd name="csX113" fmla="*/ 3629530 w 4146680"/>
              <a:gd name="csY113" fmla="*/ 2472752 h 4647728"/>
              <a:gd name="csX114" fmla="*/ 3274124 w 4146680"/>
              <a:gd name="csY114" fmla="*/ 2117346 h 4647728"/>
              <a:gd name="csX115" fmla="*/ 3274124 w 4146680"/>
              <a:gd name="csY115" fmla="*/ 2117346 h 4647728"/>
              <a:gd name="csX116" fmla="*/ 3471558 w 4146680"/>
              <a:gd name="csY116" fmla="*/ 2275318 h 4647728"/>
              <a:gd name="csX117" fmla="*/ 3076690 w 4146680"/>
              <a:gd name="csY117" fmla="*/ 2275318 h 4647728"/>
              <a:gd name="csX118" fmla="*/ 3076690 w 4146680"/>
              <a:gd name="csY118" fmla="*/ 2670186 h 4647728"/>
              <a:gd name="csX119" fmla="*/ 3553330 w 4146680"/>
              <a:gd name="csY119" fmla="*/ 2472752 h 4647728"/>
              <a:gd name="csX120" fmla="*/ 3471558 w 4146680"/>
              <a:gd name="csY120" fmla="*/ 2275318 h 4647728"/>
              <a:gd name="csX121" fmla="*/ 3471558 w 4146680"/>
              <a:gd name="csY121" fmla="*/ 2275318 h 4647728"/>
              <a:gd name="csX122" fmla="*/ 3415684 w 4146680"/>
              <a:gd name="csY122" fmla="*/ 1920864 h 4647728"/>
              <a:gd name="csX123" fmla="*/ 3564169 w 4146680"/>
              <a:gd name="csY123" fmla="*/ 1982519 h 4647728"/>
              <a:gd name="csX124" fmla="*/ 3609489 w 4146680"/>
              <a:gd name="csY124" fmla="*/ 1937552 h 4647728"/>
              <a:gd name="csX125" fmla="*/ 3680832 w 4146680"/>
              <a:gd name="csY125" fmla="*/ 1930513 h 4647728"/>
              <a:gd name="csX126" fmla="*/ 3680832 w 4146680"/>
              <a:gd name="csY126" fmla="*/ 1243074 h 4647728"/>
              <a:gd name="csX127" fmla="*/ 2743143 w 4146680"/>
              <a:gd name="csY127" fmla="*/ 1243074 h 4647728"/>
              <a:gd name="csX128" fmla="*/ 2348627 w 4146680"/>
              <a:gd name="csY128" fmla="*/ 1637590 h 4647728"/>
              <a:gd name="csX129" fmla="*/ 2348627 w 4146680"/>
              <a:gd name="csY129" fmla="*/ 2463494 h 4647728"/>
              <a:gd name="csX130" fmla="*/ 2329577 w 4146680"/>
              <a:gd name="csY130" fmla="*/ 2496498 h 4647728"/>
              <a:gd name="csX131" fmla="*/ 1899876 w 4146680"/>
              <a:gd name="csY131" fmla="*/ 2793192 h 4647728"/>
              <a:gd name="csX132" fmla="*/ 1840316 w 4146680"/>
              <a:gd name="csY132" fmla="*/ 2761941 h 4647728"/>
              <a:gd name="csX133" fmla="*/ 1840201 w 4146680"/>
              <a:gd name="csY133" fmla="*/ 2761941 h 4647728"/>
              <a:gd name="csX134" fmla="*/ 1840201 w 4146680"/>
              <a:gd name="csY134" fmla="*/ 1637590 h 4647728"/>
              <a:gd name="csX135" fmla="*/ 1445686 w 4146680"/>
              <a:gd name="csY135" fmla="*/ 1243074 h 4647728"/>
              <a:gd name="csX136" fmla="*/ 465858 w 4146680"/>
              <a:gd name="csY136" fmla="*/ 1243074 h 4647728"/>
              <a:gd name="csX137" fmla="*/ 465858 w 4146680"/>
              <a:gd name="csY137" fmla="*/ 3271166 h 4647728"/>
              <a:gd name="csX138" fmla="*/ 3680841 w 4146680"/>
              <a:gd name="csY138" fmla="*/ 3271166 h 4647728"/>
              <a:gd name="csX139" fmla="*/ 3680841 w 4146680"/>
              <a:gd name="csY139" fmla="*/ 3014887 h 4647728"/>
              <a:gd name="csX140" fmla="*/ 3606213 w 4146680"/>
              <a:gd name="csY140" fmla="*/ 3005019 h 4647728"/>
              <a:gd name="csX141" fmla="*/ 3564198 w 4146680"/>
              <a:gd name="csY141" fmla="*/ 2963004 h 4647728"/>
              <a:gd name="csX142" fmla="*/ 3415694 w 4146680"/>
              <a:gd name="csY142" fmla="*/ 3024669 h 4647728"/>
              <a:gd name="csX143" fmla="*/ 3415694 w 4146680"/>
              <a:gd name="csY143" fmla="*/ 3083943 h 4647728"/>
              <a:gd name="csX144" fmla="*/ 3353714 w 4146680"/>
              <a:gd name="csY144" fmla="*/ 3145922 h 4647728"/>
              <a:gd name="csX145" fmla="*/ 3194561 w 4146680"/>
              <a:gd name="csY145" fmla="*/ 3145922 h 4647728"/>
              <a:gd name="csX146" fmla="*/ 3150832 w 4146680"/>
              <a:gd name="csY146" fmla="*/ 3127672 h 4647728"/>
              <a:gd name="csX147" fmla="*/ 3150756 w 4146680"/>
              <a:gd name="csY147" fmla="*/ 3127748 h 4647728"/>
              <a:gd name="csX148" fmla="*/ 3132582 w 4146680"/>
              <a:gd name="csY148" fmla="*/ 3083933 h 4647728"/>
              <a:gd name="csX149" fmla="*/ 3132582 w 4146680"/>
              <a:gd name="csY149" fmla="*/ 3024630 h 4647728"/>
              <a:gd name="csX150" fmla="*/ 2984097 w 4146680"/>
              <a:gd name="csY150" fmla="*/ 2962975 h 4647728"/>
              <a:gd name="csX151" fmla="*/ 2942054 w 4146680"/>
              <a:gd name="csY151" fmla="*/ 3005019 h 4647728"/>
              <a:gd name="csX152" fmla="*/ 2854490 w 4146680"/>
              <a:gd name="csY152" fmla="*/ 3004942 h 4647728"/>
              <a:gd name="csX153" fmla="*/ 2854414 w 4146680"/>
              <a:gd name="csY153" fmla="*/ 3005019 h 4647728"/>
              <a:gd name="csX154" fmla="*/ 2741876 w 4146680"/>
              <a:gd name="csY154" fmla="*/ 2892481 h 4647728"/>
              <a:gd name="csX155" fmla="*/ 2741952 w 4146680"/>
              <a:gd name="csY155" fmla="*/ 2804908 h 4647728"/>
              <a:gd name="csX156" fmla="*/ 2741876 w 4146680"/>
              <a:gd name="csY156" fmla="*/ 2804832 h 4647728"/>
              <a:gd name="csX157" fmla="*/ 2783891 w 4146680"/>
              <a:gd name="csY157" fmla="*/ 2762817 h 4647728"/>
              <a:gd name="csX158" fmla="*/ 2722226 w 4146680"/>
              <a:gd name="csY158" fmla="*/ 2614312 h 4647728"/>
              <a:gd name="csX159" fmla="*/ 2662942 w 4146680"/>
              <a:gd name="csY159" fmla="*/ 2614312 h 4647728"/>
              <a:gd name="csX160" fmla="*/ 2600963 w 4146680"/>
              <a:gd name="csY160" fmla="*/ 2552333 h 4647728"/>
              <a:gd name="csX161" fmla="*/ 2600963 w 4146680"/>
              <a:gd name="csY161" fmla="*/ 2393180 h 4647728"/>
              <a:gd name="csX162" fmla="*/ 2662942 w 4146680"/>
              <a:gd name="csY162" fmla="*/ 2331201 h 4647728"/>
              <a:gd name="csX163" fmla="*/ 2722236 w 4146680"/>
              <a:gd name="csY163" fmla="*/ 2331201 h 4647728"/>
              <a:gd name="csX164" fmla="*/ 2783900 w 4146680"/>
              <a:gd name="csY164" fmla="*/ 2182706 h 4647728"/>
              <a:gd name="csX165" fmla="*/ 2741867 w 4146680"/>
              <a:gd name="csY165" fmla="*/ 2140672 h 4647728"/>
              <a:gd name="csX166" fmla="*/ 2741943 w 4146680"/>
              <a:gd name="csY166" fmla="*/ 2053109 h 4647728"/>
              <a:gd name="csX167" fmla="*/ 2741867 w 4146680"/>
              <a:gd name="csY167" fmla="*/ 2053033 h 4647728"/>
              <a:gd name="csX168" fmla="*/ 2854414 w 4146680"/>
              <a:gd name="csY168" fmla="*/ 1940486 h 4647728"/>
              <a:gd name="csX169" fmla="*/ 2942063 w 4146680"/>
              <a:gd name="csY169" fmla="*/ 1940486 h 4647728"/>
              <a:gd name="csX170" fmla="*/ 2984097 w 4146680"/>
              <a:gd name="csY170" fmla="*/ 1982519 h 4647728"/>
              <a:gd name="csX171" fmla="*/ 3132582 w 4146680"/>
              <a:gd name="csY171" fmla="*/ 1920864 h 4647728"/>
              <a:gd name="csX172" fmla="*/ 3132582 w 4146680"/>
              <a:gd name="csY172" fmla="*/ 1861561 h 4647728"/>
              <a:gd name="csX173" fmla="*/ 3194561 w 4146680"/>
              <a:gd name="csY173" fmla="*/ 1799582 h 4647728"/>
              <a:gd name="csX174" fmla="*/ 3353714 w 4146680"/>
              <a:gd name="csY174" fmla="*/ 1799582 h 4647728"/>
              <a:gd name="csX175" fmla="*/ 3415694 w 4146680"/>
              <a:gd name="csY175" fmla="*/ 1861561 h 4647728"/>
              <a:gd name="csX176" fmla="*/ 3415694 w 4146680"/>
              <a:gd name="csY176" fmla="*/ 1920864 h 4647728"/>
              <a:gd name="csX177" fmla="*/ 3415684 w 4146680"/>
              <a:gd name="csY177" fmla="*/ 1920864 h 4647728"/>
              <a:gd name="csX178" fmla="*/ 3757032 w 4146680"/>
              <a:gd name="csY178" fmla="*/ 2003655 h 4647728"/>
              <a:gd name="csX179" fmla="*/ 3806400 w 4146680"/>
              <a:gd name="csY179" fmla="*/ 2053023 h 4647728"/>
              <a:gd name="csX180" fmla="*/ 3806400 w 4146680"/>
              <a:gd name="csY180" fmla="*/ 2140672 h 4647728"/>
              <a:gd name="csX181" fmla="*/ 3764385 w 4146680"/>
              <a:gd name="csY181" fmla="*/ 2182687 h 4647728"/>
              <a:gd name="csX182" fmla="*/ 3826050 w 4146680"/>
              <a:gd name="csY182" fmla="*/ 2331191 h 4647728"/>
              <a:gd name="csX183" fmla="*/ 3885324 w 4146680"/>
              <a:gd name="csY183" fmla="*/ 2331191 h 4647728"/>
              <a:gd name="csX184" fmla="*/ 3947303 w 4146680"/>
              <a:gd name="csY184" fmla="*/ 2393171 h 4647728"/>
              <a:gd name="csX185" fmla="*/ 3947303 w 4146680"/>
              <a:gd name="csY185" fmla="*/ 2552324 h 4647728"/>
              <a:gd name="csX186" fmla="*/ 3885324 w 4146680"/>
              <a:gd name="csY186" fmla="*/ 2614303 h 4647728"/>
              <a:gd name="csX187" fmla="*/ 3826021 w 4146680"/>
              <a:gd name="csY187" fmla="*/ 2614303 h 4647728"/>
              <a:gd name="csX188" fmla="*/ 3764356 w 4146680"/>
              <a:gd name="csY188" fmla="*/ 2762788 h 4647728"/>
              <a:gd name="csX189" fmla="*/ 3806400 w 4146680"/>
              <a:gd name="csY189" fmla="*/ 2804832 h 4647728"/>
              <a:gd name="csX190" fmla="*/ 3806323 w 4146680"/>
              <a:gd name="csY190" fmla="*/ 2892405 h 4647728"/>
              <a:gd name="csX191" fmla="*/ 3806400 w 4146680"/>
              <a:gd name="csY191" fmla="*/ 2892481 h 4647728"/>
              <a:gd name="csX192" fmla="*/ 3757041 w 4146680"/>
              <a:gd name="csY192" fmla="*/ 2941839 h 4647728"/>
              <a:gd name="csX193" fmla="*/ 3757041 w 4146680"/>
              <a:gd name="csY193" fmla="*/ 3309257 h 4647728"/>
              <a:gd name="csX194" fmla="*/ 3718941 w 4146680"/>
              <a:gd name="csY194" fmla="*/ 3347357 h 4647728"/>
              <a:gd name="csX195" fmla="*/ 427758 w 4146680"/>
              <a:gd name="csY195" fmla="*/ 3347357 h 4647728"/>
              <a:gd name="csX196" fmla="*/ 389658 w 4146680"/>
              <a:gd name="csY196" fmla="*/ 3309257 h 4647728"/>
              <a:gd name="csX197" fmla="*/ 389658 w 4146680"/>
              <a:gd name="csY197" fmla="*/ 1204974 h 4647728"/>
              <a:gd name="csX198" fmla="*/ 427758 w 4146680"/>
              <a:gd name="csY198" fmla="*/ 1166874 h 4647728"/>
              <a:gd name="csX199" fmla="*/ 1369486 w 4146680"/>
              <a:gd name="csY199" fmla="*/ 1166874 h 4647728"/>
              <a:gd name="csX200" fmla="*/ 1157097 w 4146680"/>
              <a:gd name="csY200" fmla="*/ 954486 h 4647728"/>
              <a:gd name="csX201" fmla="*/ 1041273 w 4146680"/>
              <a:gd name="csY201" fmla="*/ 954486 h 4647728"/>
              <a:gd name="csX202" fmla="*/ 980427 w 4146680"/>
              <a:gd name="csY202" fmla="*/ 929073 h 4647728"/>
              <a:gd name="csX203" fmla="*/ 980427 w 4146680"/>
              <a:gd name="csY203" fmla="*/ 929073 h 4647728"/>
              <a:gd name="csX204" fmla="*/ 955157 w 4146680"/>
              <a:gd name="csY204" fmla="*/ 840691 h 4647728"/>
              <a:gd name="csX205" fmla="*/ 243488 w 4146680"/>
              <a:gd name="csY205" fmla="*/ 840691 h 4647728"/>
              <a:gd name="csX206" fmla="*/ 76200 w 4146680"/>
              <a:gd name="csY206" fmla="*/ 1007978 h 4647728"/>
              <a:gd name="csX207" fmla="*/ 76200 w 4146680"/>
              <a:gd name="csY207" fmla="*/ 3506243 h 4647728"/>
              <a:gd name="csX208" fmla="*/ 243488 w 4146680"/>
              <a:gd name="csY208" fmla="*/ 3673531 h 4647728"/>
              <a:gd name="csX209" fmla="*/ 3903202 w 4146680"/>
              <a:gd name="csY209" fmla="*/ 3673531 h 4647728"/>
              <a:gd name="csX210" fmla="*/ 4070499 w 4146680"/>
              <a:gd name="csY210" fmla="*/ 3506243 h 4647728"/>
              <a:gd name="csX211" fmla="*/ 4070499 w 4146680"/>
              <a:gd name="csY211" fmla="*/ 1007988 h 4647728"/>
              <a:gd name="csX212" fmla="*/ 3903202 w 4146680"/>
              <a:gd name="csY212" fmla="*/ 840700 h 4647728"/>
              <a:gd name="csX213" fmla="*/ 3233671 w 4146680"/>
              <a:gd name="csY213" fmla="*/ 840700 h 4647728"/>
              <a:gd name="csX214" fmla="*/ 3208249 w 4146680"/>
              <a:gd name="csY214" fmla="*/ 929226 h 4647728"/>
              <a:gd name="csX215" fmla="*/ 3208249 w 4146680"/>
              <a:gd name="csY215" fmla="*/ 929226 h 4647728"/>
              <a:gd name="csX216" fmla="*/ 3147546 w 4146680"/>
              <a:gd name="csY216" fmla="*/ 954496 h 4647728"/>
              <a:gd name="csX217" fmla="*/ 3031722 w 4146680"/>
              <a:gd name="csY217" fmla="*/ 954496 h 4647728"/>
              <a:gd name="csX218" fmla="*/ 2819333 w 4146680"/>
              <a:gd name="csY218" fmla="*/ 1166884 h 4647728"/>
              <a:gd name="csX219" fmla="*/ 3718932 w 4146680"/>
              <a:gd name="csY219" fmla="*/ 1166884 h 4647728"/>
              <a:gd name="csX220" fmla="*/ 3757032 w 4146680"/>
              <a:gd name="csY220" fmla="*/ 1204984 h 4647728"/>
              <a:gd name="csX221" fmla="*/ 3757032 w 4146680"/>
              <a:gd name="csY221" fmla="*/ 2003655 h 4647728"/>
              <a:gd name="csX222" fmla="*/ 3757032 w 4146680"/>
              <a:gd name="csY222" fmla="*/ 2003655 h 4647728"/>
              <a:gd name="csX223" fmla="*/ 3462928 w 4146680"/>
              <a:gd name="csY223" fmla="*/ 2016609 h 4647728"/>
              <a:gd name="csX224" fmla="*/ 3387376 w 4146680"/>
              <a:gd name="csY224" fmla="*/ 1992273 h 4647728"/>
              <a:gd name="csX225" fmla="*/ 3339484 w 4146680"/>
              <a:gd name="csY225" fmla="*/ 1931961 h 4647728"/>
              <a:gd name="csX226" fmla="*/ 3339484 w 4146680"/>
              <a:gd name="csY226" fmla="*/ 1875782 h 4647728"/>
              <a:gd name="csX227" fmla="*/ 3208772 w 4146680"/>
              <a:gd name="csY227" fmla="*/ 1875782 h 4647728"/>
              <a:gd name="csX228" fmla="*/ 3208772 w 4146680"/>
              <a:gd name="csY228" fmla="*/ 1931961 h 4647728"/>
              <a:gd name="csX229" fmla="*/ 3160881 w 4146680"/>
              <a:gd name="csY229" fmla="*/ 1992263 h 4647728"/>
              <a:gd name="csX230" fmla="*/ 3014348 w 4146680"/>
              <a:gd name="csY230" fmla="*/ 2052938 h 4647728"/>
              <a:gd name="csX231" fmla="*/ 2937996 w 4146680"/>
              <a:gd name="csY231" fmla="*/ 2044175 h 4647728"/>
              <a:gd name="csX232" fmla="*/ 2898220 w 4146680"/>
              <a:gd name="csY232" fmla="*/ 2004408 h 4647728"/>
              <a:gd name="csX233" fmla="*/ 2805789 w 4146680"/>
              <a:gd name="csY233" fmla="*/ 2096838 h 4647728"/>
              <a:gd name="csX234" fmla="*/ 2845556 w 4146680"/>
              <a:gd name="csY234" fmla="*/ 2136605 h 4647728"/>
              <a:gd name="csX235" fmla="*/ 2854319 w 4146680"/>
              <a:gd name="csY235" fmla="*/ 2212958 h 4647728"/>
              <a:gd name="csX236" fmla="*/ 2793635 w 4146680"/>
              <a:gd name="csY236" fmla="*/ 2359490 h 4647728"/>
              <a:gd name="csX237" fmla="*/ 2733332 w 4146680"/>
              <a:gd name="csY237" fmla="*/ 2407382 h 4647728"/>
              <a:gd name="csX238" fmla="*/ 2677163 w 4146680"/>
              <a:gd name="csY238" fmla="*/ 2407382 h 4647728"/>
              <a:gd name="csX239" fmla="*/ 2677163 w 4146680"/>
              <a:gd name="csY239" fmla="*/ 2538094 h 4647728"/>
              <a:gd name="csX240" fmla="*/ 2733323 w 4146680"/>
              <a:gd name="csY240" fmla="*/ 2538094 h 4647728"/>
              <a:gd name="csX241" fmla="*/ 2793625 w 4146680"/>
              <a:gd name="csY241" fmla="*/ 2585985 h 4647728"/>
              <a:gd name="csX242" fmla="*/ 2854309 w 4146680"/>
              <a:gd name="csY242" fmla="*/ 2732537 h 4647728"/>
              <a:gd name="csX243" fmla="*/ 2845546 w 4146680"/>
              <a:gd name="csY243" fmla="*/ 2808889 h 4647728"/>
              <a:gd name="csX244" fmla="*/ 2805799 w 4146680"/>
              <a:gd name="csY244" fmla="*/ 2848637 h 4647728"/>
              <a:gd name="csX245" fmla="*/ 2898229 w 4146680"/>
              <a:gd name="csY245" fmla="*/ 2941068 h 4647728"/>
              <a:gd name="csX246" fmla="*/ 2938006 w 4146680"/>
              <a:gd name="csY246" fmla="*/ 2901291 h 4647728"/>
              <a:gd name="csX247" fmla="*/ 2938082 w 4146680"/>
              <a:gd name="csY247" fmla="*/ 2901368 h 4647728"/>
              <a:gd name="csX248" fmla="*/ 3014358 w 4146680"/>
              <a:gd name="csY248" fmla="*/ 2892528 h 4647728"/>
              <a:gd name="csX249" fmla="*/ 3160891 w 4146680"/>
              <a:gd name="csY249" fmla="*/ 2953212 h 4647728"/>
              <a:gd name="csX250" fmla="*/ 3208782 w 4146680"/>
              <a:gd name="csY250" fmla="*/ 3013524 h 4647728"/>
              <a:gd name="csX251" fmla="*/ 3208782 w 4146680"/>
              <a:gd name="csY251" fmla="*/ 3069703 h 4647728"/>
              <a:gd name="csX252" fmla="*/ 3339494 w 4146680"/>
              <a:gd name="csY252" fmla="*/ 3069703 h 4647728"/>
              <a:gd name="csX253" fmla="*/ 3339494 w 4146680"/>
              <a:gd name="csY253" fmla="*/ 3013543 h 4647728"/>
              <a:gd name="csX254" fmla="*/ 3387385 w 4146680"/>
              <a:gd name="csY254" fmla="*/ 2953231 h 4647728"/>
              <a:gd name="csX255" fmla="*/ 3533937 w 4146680"/>
              <a:gd name="csY255" fmla="*/ 2892547 h 4647728"/>
              <a:gd name="csX256" fmla="*/ 3610290 w 4146680"/>
              <a:gd name="csY256" fmla="*/ 2901310 h 4647728"/>
              <a:gd name="csX257" fmla="*/ 3650047 w 4146680"/>
              <a:gd name="csY257" fmla="*/ 2941068 h 4647728"/>
              <a:gd name="csX258" fmla="*/ 3742477 w 4146680"/>
              <a:gd name="csY258" fmla="*/ 2848637 h 4647728"/>
              <a:gd name="csX259" fmla="*/ 3702701 w 4146680"/>
              <a:gd name="csY259" fmla="*/ 2808861 h 4647728"/>
              <a:gd name="csX260" fmla="*/ 3693938 w 4146680"/>
              <a:gd name="csY260" fmla="*/ 2732508 h 4647728"/>
              <a:gd name="csX261" fmla="*/ 3754622 w 4146680"/>
              <a:gd name="csY261" fmla="*/ 2585985 h 4647728"/>
              <a:gd name="csX262" fmla="*/ 3814924 w 4146680"/>
              <a:gd name="csY262" fmla="*/ 2538094 h 4647728"/>
              <a:gd name="csX263" fmla="*/ 3871103 w 4146680"/>
              <a:gd name="csY263" fmla="*/ 2538094 h 4647728"/>
              <a:gd name="csX264" fmla="*/ 3871103 w 4146680"/>
              <a:gd name="csY264" fmla="*/ 2407391 h 4647728"/>
              <a:gd name="csX265" fmla="*/ 3814944 w 4146680"/>
              <a:gd name="csY265" fmla="*/ 2407391 h 4647728"/>
              <a:gd name="csX266" fmla="*/ 3754631 w 4146680"/>
              <a:gd name="csY266" fmla="*/ 2359500 h 4647728"/>
              <a:gd name="csX267" fmla="*/ 3693948 w 4146680"/>
              <a:gd name="csY267" fmla="*/ 2212948 h 4647728"/>
              <a:gd name="csX268" fmla="*/ 3702711 w 4146680"/>
              <a:gd name="csY268" fmla="*/ 2136596 h 4647728"/>
              <a:gd name="csX269" fmla="*/ 3742458 w 4146680"/>
              <a:gd name="csY269" fmla="*/ 2096838 h 4647728"/>
              <a:gd name="csX270" fmla="*/ 3650028 w 4146680"/>
              <a:gd name="csY270" fmla="*/ 2004408 h 4647728"/>
              <a:gd name="csX271" fmla="*/ 3610251 w 4146680"/>
              <a:gd name="csY271" fmla="*/ 2044184 h 4647728"/>
              <a:gd name="csX272" fmla="*/ 3533899 w 4146680"/>
              <a:gd name="csY272" fmla="*/ 2052947 h 4647728"/>
              <a:gd name="csX273" fmla="*/ 3462928 w 4146680"/>
              <a:gd name="csY273" fmla="*/ 2016609 h 4647728"/>
              <a:gd name="csX274" fmla="*/ 3462928 w 4146680"/>
              <a:gd name="csY274" fmla="*/ 2016609 h 4647728"/>
              <a:gd name="csX275" fmla="*/ 2923975 w 4146680"/>
              <a:gd name="csY275" fmla="*/ 954486 h 4647728"/>
              <a:gd name="csX276" fmla="*/ 1264853 w 4146680"/>
              <a:gd name="csY276" fmla="*/ 954486 h 4647728"/>
              <a:gd name="csX277" fmla="*/ 1905019 w 4146680"/>
              <a:gd name="csY277" fmla="*/ 1594652 h 4647728"/>
              <a:gd name="csX278" fmla="*/ 1916401 w 4146680"/>
              <a:gd name="csY278" fmla="*/ 1621808 h 4647728"/>
              <a:gd name="csX279" fmla="*/ 1916401 w 4146680"/>
              <a:gd name="csY279" fmla="*/ 2689474 h 4647728"/>
              <a:gd name="csX280" fmla="*/ 2272437 w 4146680"/>
              <a:gd name="csY280" fmla="*/ 2443644 h 4647728"/>
              <a:gd name="csX281" fmla="*/ 2272446 w 4146680"/>
              <a:gd name="csY281" fmla="*/ 1621808 h 4647728"/>
              <a:gd name="csX282" fmla="*/ 2283600 w 4146680"/>
              <a:gd name="csY282" fmla="*/ 1594871 h 4647728"/>
              <a:gd name="csX283" fmla="*/ 2923975 w 4146680"/>
              <a:gd name="csY283" fmla="*/ 954486 h 4647728"/>
              <a:gd name="csX284" fmla="*/ 2923975 w 4146680"/>
              <a:gd name="csY284" fmla="*/ 954486 h 4647728"/>
              <a:gd name="csX285" fmla="*/ 3147546 w 4146680"/>
              <a:gd name="csY285" fmla="*/ 611453 h 4647728"/>
              <a:gd name="csX286" fmla="*/ 1041283 w 4146680"/>
              <a:gd name="csY286" fmla="*/ 611453 h 4647728"/>
              <a:gd name="csX287" fmla="*/ 1031367 w 4146680"/>
              <a:gd name="csY287" fmla="*/ 621368 h 4647728"/>
              <a:gd name="csX288" fmla="*/ 1031367 w 4146680"/>
              <a:gd name="csY288" fmla="*/ 868370 h 4647728"/>
              <a:gd name="csX289" fmla="*/ 1041283 w 4146680"/>
              <a:gd name="csY289" fmla="*/ 878296 h 4647728"/>
              <a:gd name="csX290" fmla="*/ 3147546 w 4146680"/>
              <a:gd name="csY290" fmla="*/ 878296 h 4647728"/>
              <a:gd name="csX291" fmla="*/ 3157471 w 4146680"/>
              <a:gd name="csY291" fmla="*/ 868370 h 4647728"/>
              <a:gd name="csX292" fmla="*/ 3157471 w 4146680"/>
              <a:gd name="csY292" fmla="*/ 621368 h 4647728"/>
              <a:gd name="csX293" fmla="*/ 3154528 w 4146680"/>
              <a:gd name="csY293" fmla="*/ 614396 h 4647728"/>
              <a:gd name="csX294" fmla="*/ 3154604 w 4146680"/>
              <a:gd name="csY294" fmla="*/ 614320 h 4647728"/>
              <a:gd name="csX295" fmla="*/ 3147546 w 4146680"/>
              <a:gd name="csY295" fmla="*/ 611453 h 4647728"/>
              <a:gd name="csX296" fmla="*/ 3147546 w 4146680"/>
              <a:gd name="csY296" fmla="*/ 611453 h 4647728"/>
              <a:gd name="csX297" fmla="*/ 2565997 w 4146680"/>
              <a:gd name="csY297" fmla="*/ 4092383 h 4647728"/>
              <a:gd name="csX298" fmla="*/ 2471538 w 4146680"/>
              <a:gd name="csY298" fmla="*/ 3749740 h 4647728"/>
              <a:gd name="csX299" fmla="*/ 1675171 w 4146680"/>
              <a:gd name="csY299" fmla="*/ 3749740 h 4647728"/>
              <a:gd name="csX300" fmla="*/ 1580712 w 4146680"/>
              <a:gd name="csY300" fmla="*/ 4092383 h 4647728"/>
              <a:gd name="csX301" fmla="*/ 2565997 w 4146680"/>
              <a:gd name="csY301" fmla="*/ 4092383 h 4647728"/>
              <a:gd name="csX302" fmla="*/ 2565997 w 4146680"/>
              <a:gd name="csY302" fmla="*/ 4092383 h 4647728"/>
              <a:gd name="csX303" fmla="*/ 3126896 w 4146680"/>
              <a:gd name="csY303" fmla="*/ 4168583 h 4647728"/>
              <a:gd name="csX304" fmla="*/ 1019794 w 4146680"/>
              <a:gd name="csY304" fmla="*/ 4168583 h 4647728"/>
              <a:gd name="csX305" fmla="*/ 861955 w 4146680"/>
              <a:gd name="csY305" fmla="*/ 4326422 h 4647728"/>
              <a:gd name="csX306" fmla="*/ 861955 w 4146680"/>
              <a:gd name="csY306" fmla="*/ 4571519 h 4647728"/>
              <a:gd name="csX307" fmla="*/ 3284734 w 4146680"/>
              <a:gd name="csY307" fmla="*/ 4571519 h 4647728"/>
              <a:gd name="csX308" fmla="*/ 3284734 w 4146680"/>
              <a:gd name="csY308" fmla="*/ 4326422 h 4647728"/>
              <a:gd name="csX309" fmla="*/ 3126896 w 4146680"/>
              <a:gd name="csY309" fmla="*/ 4168583 h 46477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</a:cxnLst>
            <a:rect l="l" t="t" r="r" b="b"/>
            <a:pathLst>
              <a:path w="4146680" h="4647728">
                <a:moveTo>
                  <a:pt x="2550328" y="3749750"/>
                </a:moveTo>
                <a:lnTo>
                  <a:pt x="2644788" y="4092393"/>
                </a:lnTo>
                <a:lnTo>
                  <a:pt x="3126886" y="4092393"/>
                </a:lnTo>
                <a:cubicBezTo>
                  <a:pt x="3255683" y="4092393"/>
                  <a:pt x="3360925" y="4197634"/>
                  <a:pt x="3360925" y="4326431"/>
                </a:cubicBezTo>
                <a:lnTo>
                  <a:pt x="3360925" y="4609629"/>
                </a:lnTo>
                <a:cubicBezTo>
                  <a:pt x="3360925" y="4630669"/>
                  <a:pt x="3343866" y="4647729"/>
                  <a:pt x="3322825" y="4647729"/>
                </a:cubicBezTo>
                <a:lnTo>
                  <a:pt x="823855" y="4647729"/>
                </a:lnTo>
                <a:cubicBezTo>
                  <a:pt x="802815" y="4647729"/>
                  <a:pt x="785755" y="4630669"/>
                  <a:pt x="785755" y="4609629"/>
                </a:cubicBezTo>
                <a:lnTo>
                  <a:pt x="785755" y="4326431"/>
                </a:lnTo>
                <a:cubicBezTo>
                  <a:pt x="785755" y="4197634"/>
                  <a:pt x="890997" y="4092393"/>
                  <a:pt x="1019794" y="4092393"/>
                </a:cubicBezTo>
                <a:lnTo>
                  <a:pt x="1501902" y="4092393"/>
                </a:lnTo>
                <a:lnTo>
                  <a:pt x="1596362" y="3749750"/>
                </a:lnTo>
                <a:lnTo>
                  <a:pt x="243488" y="3749750"/>
                </a:lnTo>
                <a:cubicBezTo>
                  <a:pt x="109490" y="3749750"/>
                  <a:pt x="0" y="3640250"/>
                  <a:pt x="0" y="3506262"/>
                </a:cubicBezTo>
                <a:lnTo>
                  <a:pt x="0" y="1007988"/>
                </a:lnTo>
                <a:cubicBezTo>
                  <a:pt x="0" y="874000"/>
                  <a:pt x="109490" y="764500"/>
                  <a:pt x="243488" y="764500"/>
                </a:cubicBezTo>
                <a:lnTo>
                  <a:pt x="955157" y="764500"/>
                </a:lnTo>
                <a:lnTo>
                  <a:pt x="955157" y="621368"/>
                </a:lnTo>
                <a:cubicBezTo>
                  <a:pt x="955157" y="573943"/>
                  <a:pt x="993981" y="535253"/>
                  <a:pt x="1041273" y="535253"/>
                </a:cubicBezTo>
                <a:lnTo>
                  <a:pt x="3147536" y="535253"/>
                </a:lnTo>
                <a:cubicBezTo>
                  <a:pt x="3170701" y="535253"/>
                  <a:pt x="3193342" y="545073"/>
                  <a:pt x="3208316" y="560599"/>
                </a:cubicBezTo>
                <a:lnTo>
                  <a:pt x="3208392" y="560522"/>
                </a:lnTo>
                <a:cubicBezTo>
                  <a:pt x="3223974" y="576105"/>
                  <a:pt x="3233661" y="597651"/>
                  <a:pt x="3233661" y="621378"/>
                </a:cubicBezTo>
                <a:lnTo>
                  <a:pt x="3233661" y="764510"/>
                </a:lnTo>
                <a:lnTo>
                  <a:pt x="3903193" y="764510"/>
                </a:lnTo>
                <a:cubicBezTo>
                  <a:pt x="4037191" y="764510"/>
                  <a:pt x="4146680" y="874009"/>
                  <a:pt x="4146680" y="1007997"/>
                </a:cubicBezTo>
                <a:lnTo>
                  <a:pt x="4146680" y="3506262"/>
                </a:lnTo>
                <a:cubicBezTo>
                  <a:pt x="4146680" y="3640260"/>
                  <a:pt x="4037181" y="3749750"/>
                  <a:pt x="3903193" y="3749750"/>
                </a:cubicBezTo>
                <a:lnTo>
                  <a:pt x="2550328" y="3749750"/>
                </a:lnTo>
                <a:lnTo>
                  <a:pt x="2550328" y="3749750"/>
                </a:lnTo>
                <a:close/>
                <a:moveTo>
                  <a:pt x="3236024" y="2272651"/>
                </a:moveTo>
                <a:lnTo>
                  <a:pt x="3236024" y="2286672"/>
                </a:lnTo>
                <a:cubicBezTo>
                  <a:pt x="3219507" y="2292453"/>
                  <a:pt x="3204706" y="2301883"/>
                  <a:pt x="3192590" y="2313999"/>
                </a:cubicBezTo>
                <a:cubicBezTo>
                  <a:pt x="3120114" y="2386475"/>
                  <a:pt x="3171739" y="2510852"/>
                  <a:pt x="3274124" y="2510852"/>
                </a:cubicBezTo>
                <a:cubicBezTo>
                  <a:pt x="3295736" y="2510852"/>
                  <a:pt x="3313243" y="2528359"/>
                  <a:pt x="3313243" y="2549962"/>
                </a:cubicBezTo>
                <a:cubicBezTo>
                  <a:pt x="3313243" y="2601463"/>
                  <a:pt x="3235014" y="2601463"/>
                  <a:pt x="3235014" y="2549962"/>
                </a:cubicBezTo>
                <a:cubicBezTo>
                  <a:pt x="3235014" y="2528921"/>
                  <a:pt x="3217955" y="2511862"/>
                  <a:pt x="3196914" y="2511862"/>
                </a:cubicBezTo>
                <a:cubicBezTo>
                  <a:pt x="3132754" y="2511862"/>
                  <a:pt x="3152308" y="2629534"/>
                  <a:pt x="3236033" y="2658832"/>
                </a:cubicBezTo>
                <a:lnTo>
                  <a:pt x="3236033" y="2672844"/>
                </a:lnTo>
                <a:cubicBezTo>
                  <a:pt x="3236033" y="2723002"/>
                  <a:pt x="3312233" y="2723002"/>
                  <a:pt x="3312233" y="2672844"/>
                </a:cubicBezTo>
                <a:lnTo>
                  <a:pt x="3312233" y="2658832"/>
                </a:lnTo>
                <a:cubicBezTo>
                  <a:pt x="3328749" y="2653051"/>
                  <a:pt x="3343551" y="2643621"/>
                  <a:pt x="3355677" y="2631496"/>
                </a:cubicBezTo>
                <a:cubicBezTo>
                  <a:pt x="3428152" y="2559010"/>
                  <a:pt x="3376517" y="2434643"/>
                  <a:pt x="3274133" y="2434643"/>
                </a:cubicBezTo>
                <a:cubicBezTo>
                  <a:pt x="3252521" y="2434643"/>
                  <a:pt x="3235014" y="2417136"/>
                  <a:pt x="3235014" y="2395523"/>
                </a:cubicBezTo>
                <a:cubicBezTo>
                  <a:pt x="3235014" y="2344022"/>
                  <a:pt x="3313243" y="2344022"/>
                  <a:pt x="3313243" y="2395523"/>
                </a:cubicBezTo>
                <a:cubicBezTo>
                  <a:pt x="3313243" y="2416564"/>
                  <a:pt x="3330302" y="2433623"/>
                  <a:pt x="3351343" y="2433623"/>
                </a:cubicBezTo>
                <a:cubicBezTo>
                  <a:pt x="3415484" y="2433623"/>
                  <a:pt x="3395977" y="2315980"/>
                  <a:pt x="3312224" y="2286653"/>
                </a:cubicBezTo>
                <a:lnTo>
                  <a:pt x="3312224" y="2272641"/>
                </a:lnTo>
                <a:cubicBezTo>
                  <a:pt x="3312224" y="2222492"/>
                  <a:pt x="3236024" y="2222492"/>
                  <a:pt x="3236024" y="2272651"/>
                </a:cubicBezTo>
                <a:lnTo>
                  <a:pt x="3236024" y="2272651"/>
                </a:lnTo>
                <a:close/>
                <a:moveTo>
                  <a:pt x="896102" y="2487487"/>
                </a:moveTo>
                <a:lnTo>
                  <a:pt x="1420178" y="2487487"/>
                </a:lnTo>
                <a:cubicBezTo>
                  <a:pt x="1470336" y="2487487"/>
                  <a:pt x="1470336" y="2411287"/>
                  <a:pt x="1420178" y="2411287"/>
                </a:cubicBezTo>
                <a:lnTo>
                  <a:pt x="896102" y="2411287"/>
                </a:lnTo>
                <a:cubicBezTo>
                  <a:pt x="845944" y="2411287"/>
                  <a:pt x="845944" y="2487487"/>
                  <a:pt x="896102" y="2487487"/>
                </a:cubicBezTo>
                <a:lnTo>
                  <a:pt x="896102" y="2487487"/>
                </a:lnTo>
                <a:close/>
                <a:moveTo>
                  <a:pt x="896102" y="2258516"/>
                </a:moveTo>
                <a:lnTo>
                  <a:pt x="1420178" y="2258516"/>
                </a:lnTo>
                <a:cubicBezTo>
                  <a:pt x="1470336" y="2258516"/>
                  <a:pt x="1470336" y="2182316"/>
                  <a:pt x="1420178" y="2182316"/>
                </a:cubicBezTo>
                <a:lnTo>
                  <a:pt x="896102" y="2182316"/>
                </a:lnTo>
                <a:cubicBezTo>
                  <a:pt x="845944" y="2182325"/>
                  <a:pt x="845944" y="2258516"/>
                  <a:pt x="896102" y="2258516"/>
                </a:cubicBezTo>
                <a:lnTo>
                  <a:pt x="896102" y="2258516"/>
                </a:lnTo>
                <a:close/>
                <a:moveTo>
                  <a:pt x="896102" y="2029554"/>
                </a:moveTo>
                <a:lnTo>
                  <a:pt x="1420178" y="2029554"/>
                </a:lnTo>
                <a:cubicBezTo>
                  <a:pt x="1470336" y="2029554"/>
                  <a:pt x="1470336" y="1953354"/>
                  <a:pt x="1420178" y="1953354"/>
                </a:cubicBezTo>
                <a:lnTo>
                  <a:pt x="896102" y="1953354"/>
                </a:lnTo>
                <a:cubicBezTo>
                  <a:pt x="845944" y="1953354"/>
                  <a:pt x="845944" y="2029554"/>
                  <a:pt x="896102" y="2029554"/>
                </a:cubicBezTo>
                <a:lnTo>
                  <a:pt x="896102" y="2029554"/>
                </a:lnTo>
                <a:close/>
                <a:moveTo>
                  <a:pt x="896102" y="1800592"/>
                </a:moveTo>
                <a:lnTo>
                  <a:pt x="1420178" y="1800592"/>
                </a:lnTo>
                <a:cubicBezTo>
                  <a:pt x="1470336" y="1800592"/>
                  <a:pt x="1470336" y="1724392"/>
                  <a:pt x="1420178" y="1724392"/>
                </a:cubicBezTo>
                <a:lnTo>
                  <a:pt x="896102" y="1724392"/>
                </a:lnTo>
                <a:cubicBezTo>
                  <a:pt x="845944" y="1724392"/>
                  <a:pt x="845944" y="1800592"/>
                  <a:pt x="896102" y="1800592"/>
                </a:cubicBezTo>
                <a:lnTo>
                  <a:pt x="896102" y="1800592"/>
                </a:lnTo>
                <a:close/>
                <a:moveTo>
                  <a:pt x="2743210" y="256399"/>
                </a:moveTo>
                <a:cubicBezTo>
                  <a:pt x="2743210" y="206240"/>
                  <a:pt x="2819410" y="206240"/>
                  <a:pt x="2819410" y="256399"/>
                </a:cubicBezTo>
                <a:lnTo>
                  <a:pt x="2819410" y="421762"/>
                </a:lnTo>
                <a:cubicBezTo>
                  <a:pt x="2819410" y="471921"/>
                  <a:pt x="2743210" y="471921"/>
                  <a:pt x="2743210" y="421762"/>
                </a:cubicBezTo>
                <a:lnTo>
                  <a:pt x="2743210" y="256399"/>
                </a:lnTo>
                <a:lnTo>
                  <a:pt x="2743210" y="256399"/>
                </a:lnTo>
                <a:close/>
                <a:moveTo>
                  <a:pt x="2468451" y="167369"/>
                </a:moveTo>
                <a:cubicBezTo>
                  <a:pt x="2468451" y="117210"/>
                  <a:pt x="2544651" y="117210"/>
                  <a:pt x="2544651" y="167369"/>
                </a:cubicBezTo>
                <a:lnTo>
                  <a:pt x="2544651" y="421772"/>
                </a:lnTo>
                <a:cubicBezTo>
                  <a:pt x="2544651" y="471930"/>
                  <a:pt x="2468451" y="471930"/>
                  <a:pt x="2468451" y="421772"/>
                </a:cubicBezTo>
                <a:lnTo>
                  <a:pt x="2468451" y="167369"/>
                </a:lnTo>
                <a:lnTo>
                  <a:pt x="2468451" y="167369"/>
                </a:lnTo>
                <a:close/>
                <a:moveTo>
                  <a:pt x="2193693" y="37619"/>
                </a:moveTo>
                <a:cubicBezTo>
                  <a:pt x="2193693" y="-12540"/>
                  <a:pt x="2269893" y="-12540"/>
                  <a:pt x="2269893" y="37619"/>
                </a:cubicBezTo>
                <a:lnTo>
                  <a:pt x="2269893" y="421772"/>
                </a:lnTo>
                <a:cubicBezTo>
                  <a:pt x="2269893" y="471930"/>
                  <a:pt x="2193693" y="471930"/>
                  <a:pt x="2193693" y="421772"/>
                </a:cubicBezTo>
                <a:lnTo>
                  <a:pt x="2193693" y="37619"/>
                </a:lnTo>
                <a:lnTo>
                  <a:pt x="2193693" y="37619"/>
                </a:lnTo>
                <a:close/>
                <a:moveTo>
                  <a:pt x="1918935" y="37619"/>
                </a:moveTo>
                <a:cubicBezTo>
                  <a:pt x="1918935" y="-12540"/>
                  <a:pt x="1995135" y="-12540"/>
                  <a:pt x="1995135" y="37619"/>
                </a:cubicBezTo>
                <a:lnTo>
                  <a:pt x="1995135" y="421772"/>
                </a:lnTo>
                <a:cubicBezTo>
                  <a:pt x="1995135" y="471930"/>
                  <a:pt x="1918935" y="471930"/>
                  <a:pt x="1918935" y="421772"/>
                </a:cubicBezTo>
                <a:lnTo>
                  <a:pt x="1918935" y="37619"/>
                </a:lnTo>
                <a:lnTo>
                  <a:pt x="1918935" y="37619"/>
                </a:lnTo>
                <a:close/>
                <a:moveTo>
                  <a:pt x="1644167" y="167369"/>
                </a:moveTo>
                <a:cubicBezTo>
                  <a:pt x="1644167" y="117210"/>
                  <a:pt x="1720367" y="117210"/>
                  <a:pt x="1720367" y="167369"/>
                </a:cubicBezTo>
                <a:lnTo>
                  <a:pt x="1720367" y="421772"/>
                </a:lnTo>
                <a:cubicBezTo>
                  <a:pt x="1720367" y="471930"/>
                  <a:pt x="1644167" y="471930"/>
                  <a:pt x="1644167" y="421772"/>
                </a:cubicBezTo>
                <a:lnTo>
                  <a:pt x="1644167" y="167369"/>
                </a:lnTo>
                <a:lnTo>
                  <a:pt x="1644167" y="167369"/>
                </a:lnTo>
                <a:close/>
                <a:moveTo>
                  <a:pt x="1369419" y="256399"/>
                </a:moveTo>
                <a:cubicBezTo>
                  <a:pt x="1369419" y="206240"/>
                  <a:pt x="1445619" y="206240"/>
                  <a:pt x="1445619" y="256399"/>
                </a:cubicBezTo>
                <a:lnTo>
                  <a:pt x="1445619" y="421762"/>
                </a:lnTo>
                <a:cubicBezTo>
                  <a:pt x="1445619" y="471921"/>
                  <a:pt x="1369419" y="471921"/>
                  <a:pt x="1369419" y="421762"/>
                </a:cubicBezTo>
                <a:lnTo>
                  <a:pt x="1369419" y="256399"/>
                </a:lnTo>
                <a:lnTo>
                  <a:pt x="1369419" y="256399"/>
                </a:lnTo>
                <a:close/>
                <a:moveTo>
                  <a:pt x="3274124" y="2117346"/>
                </a:moveTo>
                <a:cubicBezTo>
                  <a:pt x="3077842" y="2117346"/>
                  <a:pt x="2918717" y="2276470"/>
                  <a:pt x="2918717" y="2472752"/>
                </a:cubicBezTo>
                <a:cubicBezTo>
                  <a:pt x="2918717" y="2669024"/>
                  <a:pt x="3077851" y="2828158"/>
                  <a:pt x="3274124" y="2828158"/>
                </a:cubicBezTo>
                <a:cubicBezTo>
                  <a:pt x="3470405" y="2828158"/>
                  <a:pt x="3629530" y="2669034"/>
                  <a:pt x="3629530" y="2472752"/>
                </a:cubicBezTo>
                <a:cubicBezTo>
                  <a:pt x="3629540" y="2276470"/>
                  <a:pt x="3470415" y="2117346"/>
                  <a:pt x="3274124" y="2117346"/>
                </a:cubicBezTo>
                <a:lnTo>
                  <a:pt x="3274124" y="2117346"/>
                </a:lnTo>
                <a:close/>
                <a:moveTo>
                  <a:pt x="3471558" y="2275318"/>
                </a:moveTo>
                <a:cubicBezTo>
                  <a:pt x="3362525" y="2166285"/>
                  <a:pt x="3185722" y="2166285"/>
                  <a:pt x="3076690" y="2275318"/>
                </a:cubicBezTo>
                <a:cubicBezTo>
                  <a:pt x="2967657" y="2384351"/>
                  <a:pt x="2967657" y="2561154"/>
                  <a:pt x="3076690" y="2670186"/>
                </a:cubicBezTo>
                <a:cubicBezTo>
                  <a:pt x="3252130" y="2845627"/>
                  <a:pt x="3553330" y="2720726"/>
                  <a:pt x="3553330" y="2472752"/>
                </a:cubicBezTo>
                <a:cubicBezTo>
                  <a:pt x="3553340" y="2395647"/>
                  <a:pt x="3522088" y="2325839"/>
                  <a:pt x="3471558" y="2275318"/>
                </a:cubicBezTo>
                <a:lnTo>
                  <a:pt x="3471558" y="2275318"/>
                </a:lnTo>
                <a:close/>
                <a:moveTo>
                  <a:pt x="3415684" y="1920864"/>
                </a:moveTo>
                <a:cubicBezTo>
                  <a:pt x="3468081" y="1934275"/>
                  <a:pt x="3517716" y="1954944"/>
                  <a:pt x="3564169" y="1982519"/>
                </a:cubicBezTo>
                <a:lnTo>
                  <a:pt x="3609489" y="1937552"/>
                </a:lnTo>
                <a:cubicBezTo>
                  <a:pt x="3630387" y="1920150"/>
                  <a:pt x="3657905" y="1917378"/>
                  <a:pt x="3680832" y="1930513"/>
                </a:cubicBezTo>
                <a:lnTo>
                  <a:pt x="3680832" y="1243074"/>
                </a:lnTo>
                <a:lnTo>
                  <a:pt x="2743143" y="1243074"/>
                </a:lnTo>
                <a:lnTo>
                  <a:pt x="2348627" y="1637590"/>
                </a:lnTo>
                <a:lnTo>
                  <a:pt x="2348627" y="2463494"/>
                </a:lnTo>
                <a:cubicBezTo>
                  <a:pt x="2348627" y="2477600"/>
                  <a:pt x="2340959" y="2489907"/>
                  <a:pt x="2329577" y="2496498"/>
                </a:cubicBezTo>
                <a:lnTo>
                  <a:pt x="1899876" y="2793192"/>
                </a:lnTo>
                <a:cubicBezTo>
                  <a:pt x="1874530" y="2810699"/>
                  <a:pt x="1840278" y="2792192"/>
                  <a:pt x="1840316" y="2761941"/>
                </a:cubicBezTo>
                <a:lnTo>
                  <a:pt x="1840201" y="2761941"/>
                </a:lnTo>
                <a:lnTo>
                  <a:pt x="1840201" y="1637590"/>
                </a:lnTo>
                <a:lnTo>
                  <a:pt x="1445686" y="1243074"/>
                </a:lnTo>
                <a:lnTo>
                  <a:pt x="465858" y="1243074"/>
                </a:lnTo>
                <a:lnTo>
                  <a:pt x="465858" y="3271166"/>
                </a:lnTo>
                <a:lnTo>
                  <a:pt x="3680841" y="3271166"/>
                </a:lnTo>
                <a:lnTo>
                  <a:pt x="3680841" y="3014887"/>
                </a:lnTo>
                <a:cubicBezTo>
                  <a:pt x="3656848" y="3028745"/>
                  <a:pt x="3626206" y="3025012"/>
                  <a:pt x="3606213" y="3005019"/>
                </a:cubicBezTo>
                <a:lnTo>
                  <a:pt x="3564198" y="2963004"/>
                </a:lnTo>
                <a:cubicBezTo>
                  <a:pt x="3517725" y="2990598"/>
                  <a:pt x="3468100" y="3011248"/>
                  <a:pt x="3415694" y="3024669"/>
                </a:cubicBezTo>
                <a:lnTo>
                  <a:pt x="3415694" y="3083943"/>
                </a:lnTo>
                <a:cubicBezTo>
                  <a:pt x="3415694" y="3117918"/>
                  <a:pt x="3387690" y="3145922"/>
                  <a:pt x="3353714" y="3145922"/>
                </a:cubicBezTo>
                <a:lnTo>
                  <a:pt x="3194561" y="3145922"/>
                </a:lnTo>
                <a:cubicBezTo>
                  <a:pt x="3177607" y="3145922"/>
                  <a:pt x="3162119" y="3138940"/>
                  <a:pt x="3150832" y="3127672"/>
                </a:cubicBezTo>
                <a:lnTo>
                  <a:pt x="3150756" y="3127748"/>
                </a:lnTo>
                <a:cubicBezTo>
                  <a:pt x="3139545" y="3116537"/>
                  <a:pt x="3132582" y="3101030"/>
                  <a:pt x="3132582" y="3083933"/>
                </a:cubicBezTo>
                <a:lnTo>
                  <a:pt x="3132582" y="3024630"/>
                </a:lnTo>
                <a:cubicBezTo>
                  <a:pt x="3080147" y="3011210"/>
                  <a:pt x="3030588" y="2990569"/>
                  <a:pt x="2984097" y="2962975"/>
                </a:cubicBezTo>
                <a:lnTo>
                  <a:pt x="2942054" y="3005019"/>
                </a:lnTo>
                <a:cubicBezTo>
                  <a:pt x="2917660" y="3029412"/>
                  <a:pt x="2877608" y="3028926"/>
                  <a:pt x="2854490" y="3004942"/>
                </a:cubicBezTo>
                <a:lnTo>
                  <a:pt x="2854414" y="3005019"/>
                </a:lnTo>
                <a:lnTo>
                  <a:pt x="2741876" y="2892481"/>
                </a:lnTo>
                <a:cubicBezTo>
                  <a:pt x="2717473" y="2868078"/>
                  <a:pt x="2717968" y="2828035"/>
                  <a:pt x="2741952" y="2804908"/>
                </a:cubicBezTo>
                <a:lnTo>
                  <a:pt x="2741876" y="2804832"/>
                </a:lnTo>
                <a:lnTo>
                  <a:pt x="2783891" y="2762817"/>
                </a:lnTo>
                <a:cubicBezTo>
                  <a:pt x="2756306" y="2716364"/>
                  <a:pt x="2735647" y="2666710"/>
                  <a:pt x="2722226" y="2614312"/>
                </a:cubicBezTo>
                <a:lnTo>
                  <a:pt x="2662942" y="2614312"/>
                </a:lnTo>
                <a:cubicBezTo>
                  <a:pt x="2628757" y="2614312"/>
                  <a:pt x="2600963" y="2586519"/>
                  <a:pt x="2600963" y="2552333"/>
                </a:cubicBezTo>
                <a:lnTo>
                  <a:pt x="2600963" y="2393180"/>
                </a:lnTo>
                <a:cubicBezTo>
                  <a:pt x="2600963" y="2359205"/>
                  <a:pt x="2628967" y="2331201"/>
                  <a:pt x="2662942" y="2331201"/>
                </a:cubicBezTo>
                <a:lnTo>
                  <a:pt x="2722236" y="2331201"/>
                </a:lnTo>
                <a:cubicBezTo>
                  <a:pt x="2735647" y="2278804"/>
                  <a:pt x="2756316" y="2229169"/>
                  <a:pt x="2783900" y="2182706"/>
                </a:cubicBezTo>
                <a:lnTo>
                  <a:pt x="2741867" y="2140672"/>
                </a:lnTo>
                <a:cubicBezTo>
                  <a:pt x="2717473" y="2116279"/>
                  <a:pt x="2717959" y="2076226"/>
                  <a:pt x="2741943" y="2053109"/>
                </a:cubicBezTo>
                <a:lnTo>
                  <a:pt x="2741867" y="2053033"/>
                </a:lnTo>
                <a:lnTo>
                  <a:pt x="2854414" y="1940486"/>
                </a:lnTo>
                <a:cubicBezTo>
                  <a:pt x="2878589" y="1916311"/>
                  <a:pt x="2917879" y="1916302"/>
                  <a:pt x="2942063" y="1940486"/>
                </a:cubicBezTo>
                <a:lnTo>
                  <a:pt x="2984097" y="1982519"/>
                </a:lnTo>
                <a:cubicBezTo>
                  <a:pt x="3030541" y="1954944"/>
                  <a:pt x="3080195" y="1934275"/>
                  <a:pt x="3132582" y="1920864"/>
                </a:cubicBezTo>
                <a:lnTo>
                  <a:pt x="3132582" y="1861561"/>
                </a:lnTo>
                <a:cubicBezTo>
                  <a:pt x="3132582" y="1827586"/>
                  <a:pt x="3160586" y="1799582"/>
                  <a:pt x="3194561" y="1799582"/>
                </a:cubicBezTo>
                <a:lnTo>
                  <a:pt x="3353714" y="1799582"/>
                </a:lnTo>
                <a:cubicBezTo>
                  <a:pt x="3387900" y="1799582"/>
                  <a:pt x="3415694" y="1827376"/>
                  <a:pt x="3415694" y="1861561"/>
                </a:cubicBezTo>
                <a:lnTo>
                  <a:pt x="3415694" y="1920864"/>
                </a:lnTo>
                <a:lnTo>
                  <a:pt x="3415684" y="1920864"/>
                </a:lnTo>
                <a:close/>
                <a:moveTo>
                  <a:pt x="3757032" y="2003655"/>
                </a:moveTo>
                <a:lnTo>
                  <a:pt x="3806400" y="2053023"/>
                </a:lnTo>
                <a:cubicBezTo>
                  <a:pt x="3830584" y="2077198"/>
                  <a:pt x="3830584" y="2116489"/>
                  <a:pt x="3806400" y="2140672"/>
                </a:cubicBezTo>
                <a:lnTo>
                  <a:pt x="3764385" y="2182687"/>
                </a:lnTo>
                <a:cubicBezTo>
                  <a:pt x="3791979" y="2229150"/>
                  <a:pt x="3812629" y="2278794"/>
                  <a:pt x="3826050" y="2331191"/>
                </a:cubicBezTo>
                <a:lnTo>
                  <a:pt x="3885324" y="2331191"/>
                </a:lnTo>
                <a:cubicBezTo>
                  <a:pt x="3919490" y="2331191"/>
                  <a:pt x="3947303" y="2359195"/>
                  <a:pt x="3947303" y="2393171"/>
                </a:cubicBezTo>
                <a:lnTo>
                  <a:pt x="3947303" y="2552324"/>
                </a:lnTo>
                <a:cubicBezTo>
                  <a:pt x="3947303" y="2586300"/>
                  <a:pt x="3919299" y="2614303"/>
                  <a:pt x="3885324" y="2614303"/>
                </a:cubicBezTo>
                <a:lnTo>
                  <a:pt x="3826021" y="2614303"/>
                </a:lnTo>
                <a:cubicBezTo>
                  <a:pt x="3812610" y="2666700"/>
                  <a:pt x="3791941" y="2716335"/>
                  <a:pt x="3764356" y="2762788"/>
                </a:cubicBezTo>
                <a:lnTo>
                  <a:pt x="3806400" y="2804832"/>
                </a:lnTo>
                <a:cubicBezTo>
                  <a:pt x="3830536" y="2828968"/>
                  <a:pt x="3830650" y="2868021"/>
                  <a:pt x="3806323" y="2892405"/>
                </a:cubicBezTo>
                <a:lnTo>
                  <a:pt x="3806400" y="2892481"/>
                </a:lnTo>
                <a:lnTo>
                  <a:pt x="3757041" y="2941839"/>
                </a:lnTo>
                <a:lnTo>
                  <a:pt x="3757041" y="3309257"/>
                </a:lnTo>
                <a:cubicBezTo>
                  <a:pt x="3757041" y="3330297"/>
                  <a:pt x="3739982" y="3347357"/>
                  <a:pt x="3718941" y="3347357"/>
                </a:cubicBezTo>
                <a:lnTo>
                  <a:pt x="427758" y="3347357"/>
                </a:lnTo>
                <a:cubicBezTo>
                  <a:pt x="406718" y="3347357"/>
                  <a:pt x="389658" y="3330297"/>
                  <a:pt x="389658" y="3309257"/>
                </a:cubicBezTo>
                <a:lnTo>
                  <a:pt x="389658" y="1204974"/>
                </a:lnTo>
                <a:cubicBezTo>
                  <a:pt x="389658" y="1183934"/>
                  <a:pt x="406718" y="1166874"/>
                  <a:pt x="427758" y="1166874"/>
                </a:cubicBezTo>
                <a:lnTo>
                  <a:pt x="1369486" y="1166874"/>
                </a:lnTo>
                <a:lnTo>
                  <a:pt x="1157097" y="954486"/>
                </a:lnTo>
                <a:lnTo>
                  <a:pt x="1041273" y="954486"/>
                </a:lnTo>
                <a:cubicBezTo>
                  <a:pt x="1018042" y="954486"/>
                  <a:pt x="995448" y="944647"/>
                  <a:pt x="980427" y="929073"/>
                </a:cubicBezTo>
                <a:lnTo>
                  <a:pt x="980427" y="929073"/>
                </a:lnTo>
                <a:cubicBezTo>
                  <a:pt x="952710" y="901346"/>
                  <a:pt x="955157" y="874666"/>
                  <a:pt x="955157" y="840691"/>
                </a:cubicBezTo>
                <a:lnTo>
                  <a:pt x="243488" y="840691"/>
                </a:lnTo>
                <a:cubicBezTo>
                  <a:pt x="151562" y="840691"/>
                  <a:pt x="76200" y="916053"/>
                  <a:pt x="76200" y="1007978"/>
                </a:cubicBezTo>
                <a:lnTo>
                  <a:pt x="76200" y="3506243"/>
                </a:lnTo>
                <a:cubicBezTo>
                  <a:pt x="76200" y="3598169"/>
                  <a:pt x="151562" y="3673531"/>
                  <a:pt x="243488" y="3673531"/>
                </a:cubicBezTo>
                <a:lnTo>
                  <a:pt x="3903202" y="3673531"/>
                </a:lnTo>
                <a:cubicBezTo>
                  <a:pt x="3995128" y="3673531"/>
                  <a:pt x="4070499" y="3598169"/>
                  <a:pt x="4070499" y="3506243"/>
                </a:cubicBezTo>
                <a:lnTo>
                  <a:pt x="4070499" y="1007988"/>
                </a:lnTo>
                <a:cubicBezTo>
                  <a:pt x="4070499" y="916062"/>
                  <a:pt x="3995138" y="840700"/>
                  <a:pt x="3903202" y="840700"/>
                </a:cubicBezTo>
                <a:lnTo>
                  <a:pt x="3233671" y="840700"/>
                </a:lnTo>
                <a:cubicBezTo>
                  <a:pt x="3233671" y="873676"/>
                  <a:pt x="3236005" y="902460"/>
                  <a:pt x="3208249" y="929226"/>
                </a:cubicBezTo>
                <a:lnTo>
                  <a:pt x="3208249" y="929226"/>
                </a:lnTo>
                <a:cubicBezTo>
                  <a:pt x="3192656" y="944809"/>
                  <a:pt x="3171168" y="954496"/>
                  <a:pt x="3147546" y="954496"/>
                </a:cubicBezTo>
                <a:lnTo>
                  <a:pt x="3031722" y="954496"/>
                </a:lnTo>
                <a:lnTo>
                  <a:pt x="2819333" y="1166884"/>
                </a:lnTo>
                <a:lnTo>
                  <a:pt x="3718932" y="1166884"/>
                </a:lnTo>
                <a:cubicBezTo>
                  <a:pt x="3739972" y="1166884"/>
                  <a:pt x="3757032" y="1183943"/>
                  <a:pt x="3757032" y="1204984"/>
                </a:cubicBezTo>
                <a:lnTo>
                  <a:pt x="3757032" y="2003655"/>
                </a:lnTo>
                <a:lnTo>
                  <a:pt x="3757032" y="2003655"/>
                </a:lnTo>
                <a:close/>
                <a:moveTo>
                  <a:pt x="3462928" y="2016609"/>
                </a:moveTo>
                <a:cubicBezTo>
                  <a:pt x="3438716" y="2006570"/>
                  <a:pt x="3413465" y="1998397"/>
                  <a:pt x="3387376" y="1992273"/>
                </a:cubicBezTo>
                <a:cubicBezTo>
                  <a:pt x="3359201" y="1985663"/>
                  <a:pt x="3339484" y="1960707"/>
                  <a:pt x="3339484" y="1931961"/>
                </a:cubicBezTo>
                <a:lnTo>
                  <a:pt x="3339484" y="1875782"/>
                </a:lnTo>
                <a:lnTo>
                  <a:pt x="3208772" y="1875782"/>
                </a:lnTo>
                <a:lnTo>
                  <a:pt x="3208772" y="1931961"/>
                </a:lnTo>
                <a:cubicBezTo>
                  <a:pt x="3208772" y="1960707"/>
                  <a:pt x="3189056" y="1985653"/>
                  <a:pt x="3160881" y="1992263"/>
                </a:cubicBezTo>
                <a:cubicBezTo>
                  <a:pt x="3108960" y="2004446"/>
                  <a:pt x="3059135" y="2025163"/>
                  <a:pt x="3014348" y="2052938"/>
                </a:cubicBezTo>
                <a:cubicBezTo>
                  <a:pt x="2989669" y="2068244"/>
                  <a:pt x="2958313" y="2064491"/>
                  <a:pt x="2937996" y="2044175"/>
                </a:cubicBezTo>
                <a:lnTo>
                  <a:pt x="2898220" y="2004408"/>
                </a:lnTo>
                <a:lnTo>
                  <a:pt x="2805789" y="2096838"/>
                </a:lnTo>
                <a:lnTo>
                  <a:pt x="2845556" y="2136605"/>
                </a:lnTo>
                <a:cubicBezTo>
                  <a:pt x="2865882" y="2156932"/>
                  <a:pt x="2869616" y="2188297"/>
                  <a:pt x="2854319" y="2212958"/>
                </a:cubicBezTo>
                <a:cubicBezTo>
                  <a:pt x="2826534" y="2257763"/>
                  <a:pt x="2805827" y="2307550"/>
                  <a:pt x="2793635" y="2359490"/>
                </a:cubicBezTo>
                <a:cubicBezTo>
                  <a:pt x="2787025" y="2387665"/>
                  <a:pt x="2762079" y="2407382"/>
                  <a:pt x="2733332" y="2407382"/>
                </a:cubicBezTo>
                <a:lnTo>
                  <a:pt x="2677163" y="2407382"/>
                </a:lnTo>
                <a:lnTo>
                  <a:pt x="2677163" y="2538094"/>
                </a:lnTo>
                <a:lnTo>
                  <a:pt x="2733323" y="2538094"/>
                </a:lnTo>
                <a:cubicBezTo>
                  <a:pt x="2762002" y="2538094"/>
                  <a:pt x="2787053" y="2557944"/>
                  <a:pt x="2793625" y="2585985"/>
                </a:cubicBezTo>
                <a:cubicBezTo>
                  <a:pt x="2805789" y="2637858"/>
                  <a:pt x="2826563" y="2687798"/>
                  <a:pt x="2854309" y="2732537"/>
                </a:cubicBezTo>
                <a:cubicBezTo>
                  <a:pt x="2869616" y="2757216"/>
                  <a:pt x="2865863" y="2788572"/>
                  <a:pt x="2845546" y="2808889"/>
                </a:cubicBezTo>
                <a:lnTo>
                  <a:pt x="2805799" y="2848637"/>
                </a:lnTo>
                <a:lnTo>
                  <a:pt x="2898229" y="2941068"/>
                </a:lnTo>
                <a:lnTo>
                  <a:pt x="2938006" y="2901291"/>
                </a:lnTo>
                <a:lnTo>
                  <a:pt x="2938082" y="2901368"/>
                </a:lnTo>
                <a:cubicBezTo>
                  <a:pt x="2958579" y="2880917"/>
                  <a:pt x="2989679" y="2877222"/>
                  <a:pt x="3014358" y="2892528"/>
                </a:cubicBezTo>
                <a:cubicBezTo>
                  <a:pt x="3059135" y="2920294"/>
                  <a:pt x="3108979" y="2941030"/>
                  <a:pt x="3160891" y="2953212"/>
                </a:cubicBezTo>
                <a:cubicBezTo>
                  <a:pt x="3189065" y="2959822"/>
                  <a:pt x="3208782" y="2984778"/>
                  <a:pt x="3208782" y="3013524"/>
                </a:cubicBezTo>
                <a:lnTo>
                  <a:pt x="3208782" y="3069703"/>
                </a:lnTo>
                <a:lnTo>
                  <a:pt x="3339494" y="3069703"/>
                </a:lnTo>
                <a:lnTo>
                  <a:pt x="3339494" y="3013543"/>
                </a:lnTo>
                <a:cubicBezTo>
                  <a:pt x="3339494" y="2984864"/>
                  <a:pt x="3359344" y="2959813"/>
                  <a:pt x="3387385" y="2953231"/>
                </a:cubicBezTo>
                <a:cubicBezTo>
                  <a:pt x="3439306" y="2941049"/>
                  <a:pt x="3489150" y="2920322"/>
                  <a:pt x="3533937" y="2892547"/>
                </a:cubicBezTo>
                <a:cubicBezTo>
                  <a:pt x="3558607" y="2877250"/>
                  <a:pt x="3589963" y="2880984"/>
                  <a:pt x="3610290" y="2901310"/>
                </a:cubicBezTo>
                <a:lnTo>
                  <a:pt x="3650047" y="2941068"/>
                </a:lnTo>
                <a:lnTo>
                  <a:pt x="3742477" y="2848637"/>
                </a:lnTo>
                <a:lnTo>
                  <a:pt x="3702701" y="2808861"/>
                </a:lnTo>
                <a:cubicBezTo>
                  <a:pt x="3682384" y="2788544"/>
                  <a:pt x="3678631" y="2757187"/>
                  <a:pt x="3693938" y="2732508"/>
                </a:cubicBezTo>
                <a:cubicBezTo>
                  <a:pt x="3721703" y="2687731"/>
                  <a:pt x="3742439" y="2637887"/>
                  <a:pt x="3754622" y="2585985"/>
                </a:cubicBezTo>
                <a:cubicBezTo>
                  <a:pt x="3761232" y="2557810"/>
                  <a:pt x="3786178" y="2538094"/>
                  <a:pt x="3814924" y="2538094"/>
                </a:cubicBezTo>
                <a:lnTo>
                  <a:pt x="3871103" y="2538094"/>
                </a:lnTo>
                <a:lnTo>
                  <a:pt x="3871103" y="2407391"/>
                </a:lnTo>
                <a:lnTo>
                  <a:pt x="3814944" y="2407391"/>
                </a:lnTo>
                <a:cubicBezTo>
                  <a:pt x="3786197" y="2407391"/>
                  <a:pt x="3761251" y="2387675"/>
                  <a:pt x="3754631" y="2359500"/>
                </a:cubicBezTo>
                <a:cubicBezTo>
                  <a:pt x="3742449" y="2307569"/>
                  <a:pt x="3721732" y="2257744"/>
                  <a:pt x="3693948" y="2212948"/>
                </a:cubicBezTo>
                <a:cubicBezTo>
                  <a:pt x="3678650" y="2188278"/>
                  <a:pt x="3682384" y="2156922"/>
                  <a:pt x="3702711" y="2136596"/>
                </a:cubicBezTo>
                <a:lnTo>
                  <a:pt x="3742458" y="2096838"/>
                </a:lnTo>
                <a:lnTo>
                  <a:pt x="3650028" y="2004408"/>
                </a:lnTo>
                <a:lnTo>
                  <a:pt x="3610251" y="2044184"/>
                </a:lnTo>
                <a:cubicBezTo>
                  <a:pt x="3589925" y="2064511"/>
                  <a:pt x="3558569" y="2068244"/>
                  <a:pt x="3533899" y="2052947"/>
                </a:cubicBezTo>
                <a:cubicBezTo>
                  <a:pt x="3511648" y="2039145"/>
                  <a:pt x="3487922" y="2026972"/>
                  <a:pt x="3462928" y="2016609"/>
                </a:cubicBezTo>
                <a:lnTo>
                  <a:pt x="3462928" y="2016609"/>
                </a:lnTo>
                <a:close/>
                <a:moveTo>
                  <a:pt x="2923975" y="954486"/>
                </a:moveTo>
                <a:lnTo>
                  <a:pt x="1264853" y="954486"/>
                </a:lnTo>
                <a:lnTo>
                  <a:pt x="1905019" y="1594652"/>
                </a:lnTo>
                <a:cubicBezTo>
                  <a:pt x="1912039" y="1601557"/>
                  <a:pt x="1916401" y="1611178"/>
                  <a:pt x="1916401" y="1621808"/>
                </a:cubicBezTo>
                <a:lnTo>
                  <a:pt x="1916401" y="2689474"/>
                </a:lnTo>
                <a:lnTo>
                  <a:pt x="2272437" y="2443644"/>
                </a:lnTo>
                <a:lnTo>
                  <a:pt x="2272446" y="1621808"/>
                </a:lnTo>
                <a:cubicBezTo>
                  <a:pt x="2272446" y="1612054"/>
                  <a:pt x="2276161" y="1602310"/>
                  <a:pt x="2283600" y="1594871"/>
                </a:cubicBezTo>
                <a:lnTo>
                  <a:pt x="2923975" y="954486"/>
                </a:lnTo>
                <a:lnTo>
                  <a:pt x="2923975" y="954486"/>
                </a:lnTo>
                <a:close/>
                <a:moveTo>
                  <a:pt x="3147546" y="611453"/>
                </a:moveTo>
                <a:lnTo>
                  <a:pt x="1041283" y="611453"/>
                </a:lnTo>
                <a:cubicBezTo>
                  <a:pt x="1035615" y="611453"/>
                  <a:pt x="1031367" y="616148"/>
                  <a:pt x="1031367" y="621368"/>
                </a:cubicBezTo>
                <a:lnTo>
                  <a:pt x="1031367" y="868370"/>
                </a:lnTo>
                <a:cubicBezTo>
                  <a:pt x="1031367" y="873924"/>
                  <a:pt x="1035739" y="878296"/>
                  <a:pt x="1041283" y="878296"/>
                </a:cubicBezTo>
                <a:lnTo>
                  <a:pt x="3147546" y="878296"/>
                </a:lnTo>
                <a:cubicBezTo>
                  <a:pt x="3153099" y="878296"/>
                  <a:pt x="3157471" y="873924"/>
                  <a:pt x="3157471" y="868370"/>
                </a:cubicBezTo>
                <a:lnTo>
                  <a:pt x="3157471" y="621368"/>
                </a:lnTo>
                <a:cubicBezTo>
                  <a:pt x="3157471" y="618682"/>
                  <a:pt x="3156347" y="616206"/>
                  <a:pt x="3154528" y="614396"/>
                </a:cubicBezTo>
                <a:lnTo>
                  <a:pt x="3154604" y="614320"/>
                </a:lnTo>
                <a:cubicBezTo>
                  <a:pt x="3152785" y="612548"/>
                  <a:pt x="3150299" y="611453"/>
                  <a:pt x="3147546" y="611453"/>
                </a:cubicBezTo>
                <a:lnTo>
                  <a:pt x="3147546" y="611453"/>
                </a:lnTo>
                <a:close/>
                <a:moveTo>
                  <a:pt x="2565997" y="4092383"/>
                </a:moveTo>
                <a:lnTo>
                  <a:pt x="2471538" y="3749740"/>
                </a:lnTo>
                <a:lnTo>
                  <a:pt x="1675171" y="3749740"/>
                </a:lnTo>
                <a:lnTo>
                  <a:pt x="1580712" y="4092383"/>
                </a:lnTo>
                <a:lnTo>
                  <a:pt x="2565997" y="4092383"/>
                </a:lnTo>
                <a:lnTo>
                  <a:pt x="2565997" y="4092383"/>
                </a:lnTo>
                <a:close/>
                <a:moveTo>
                  <a:pt x="3126896" y="4168583"/>
                </a:moveTo>
                <a:lnTo>
                  <a:pt x="1019794" y="4168583"/>
                </a:lnTo>
                <a:cubicBezTo>
                  <a:pt x="933060" y="4168583"/>
                  <a:pt x="861955" y="4239687"/>
                  <a:pt x="861955" y="4326422"/>
                </a:cubicBezTo>
                <a:lnTo>
                  <a:pt x="861955" y="4571519"/>
                </a:lnTo>
                <a:lnTo>
                  <a:pt x="3284734" y="4571519"/>
                </a:lnTo>
                <a:lnTo>
                  <a:pt x="3284734" y="4326422"/>
                </a:lnTo>
                <a:cubicBezTo>
                  <a:pt x="3284734" y="4239697"/>
                  <a:pt x="3213630" y="4168583"/>
                  <a:pt x="3126896" y="4168583"/>
                </a:cubicBez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90" name="Freeform: Shape 89">
            <a:extLst>
              <a:ext uri="{FF2B5EF4-FFF2-40B4-BE49-F238E27FC236}">
                <a16:creationId xmlns:a16="http://schemas.microsoft.com/office/drawing/2014/main" id="{3DB7F4B6-0AE0-D1BD-A5E3-AC377321E4DD}"/>
              </a:ext>
            </a:extLst>
          </p:cNvPr>
          <p:cNvSpPr/>
          <p:nvPr/>
        </p:nvSpPr>
        <p:spPr>
          <a:xfrm>
            <a:off x="4312717" y="3704436"/>
            <a:ext cx="559296" cy="676980"/>
          </a:xfrm>
          <a:custGeom>
            <a:avLst/>
            <a:gdLst>
              <a:gd name="csX0" fmla="*/ 624745 w 624744"/>
              <a:gd name="csY0" fmla="*/ 195159 h 756199"/>
              <a:gd name="csX1" fmla="*/ 624745 w 624744"/>
              <a:gd name="csY1" fmla="*/ 748647 h 756199"/>
              <a:gd name="csX2" fmla="*/ 617192 w 624744"/>
              <a:gd name="csY2" fmla="*/ 756200 h 756199"/>
              <a:gd name="csX3" fmla="*/ 181756 w 624744"/>
              <a:gd name="csY3" fmla="*/ 756200 h 756199"/>
              <a:gd name="csX4" fmla="*/ 174203 w 624744"/>
              <a:gd name="csY4" fmla="*/ 748647 h 756199"/>
              <a:gd name="csX5" fmla="*/ 174203 w 624744"/>
              <a:gd name="csY5" fmla="*/ 321584 h 756199"/>
              <a:gd name="csX6" fmla="*/ 181756 w 624744"/>
              <a:gd name="csY6" fmla="*/ 314031 h 756199"/>
              <a:gd name="csX7" fmla="*/ 189309 w 624744"/>
              <a:gd name="csY7" fmla="*/ 321584 h 756199"/>
              <a:gd name="csX8" fmla="*/ 189309 w 624744"/>
              <a:gd name="csY8" fmla="*/ 741094 h 756199"/>
              <a:gd name="csX9" fmla="*/ 609600 w 624744"/>
              <a:gd name="csY9" fmla="*/ 741094 h 756199"/>
              <a:gd name="csX10" fmla="*/ 609600 w 624744"/>
              <a:gd name="csY10" fmla="*/ 202712 h 756199"/>
              <a:gd name="csX11" fmla="*/ 360502 w 624744"/>
              <a:gd name="csY11" fmla="*/ 202712 h 756199"/>
              <a:gd name="csX12" fmla="*/ 352949 w 624744"/>
              <a:gd name="csY12" fmla="*/ 195159 h 756199"/>
              <a:gd name="csX13" fmla="*/ 360502 w 624744"/>
              <a:gd name="csY13" fmla="*/ 187606 h 756199"/>
              <a:gd name="csX14" fmla="*/ 617153 w 624744"/>
              <a:gd name="csY14" fmla="*/ 187606 h 756199"/>
              <a:gd name="csX15" fmla="*/ 624706 w 624744"/>
              <a:gd name="csY15" fmla="*/ 195159 h 756199"/>
              <a:gd name="csX16" fmla="*/ 453485 w 624744"/>
              <a:gd name="csY16" fmla="*/ 297143 h 756199"/>
              <a:gd name="csX17" fmla="*/ 336509 w 624744"/>
              <a:gd name="csY17" fmla="*/ 297143 h 756199"/>
              <a:gd name="csX18" fmla="*/ 328956 w 624744"/>
              <a:gd name="csY18" fmla="*/ 304696 h 756199"/>
              <a:gd name="csX19" fmla="*/ 336509 w 624744"/>
              <a:gd name="csY19" fmla="*/ 312249 h 756199"/>
              <a:gd name="csX20" fmla="*/ 453485 w 624744"/>
              <a:gd name="csY20" fmla="*/ 312249 h 756199"/>
              <a:gd name="csX21" fmla="*/ 461038 w 624744"/>
              <a:gd name="csY21" fmla="*/ 304696 h 756199"/>
              <a:gd name="csX22" fmla="*/ 453485 w 624744"/>
              <a:gd name="csY22" fmla="*/ 297143 h 756199"/>
              <a:gd name="csX23" fmla="*/ 550002 w 624744"/>
              <a:gd name="csY23" fmla="*/ 344731 h 756199"/>
              <a:gd name="csX24" fmla="*/ 302724 w 624744"/>
              <a:gd name="csY24" fmla="*/ 344731 h 756199"/>
              <a:gd name="csX25" fmla="*/ 295171 w 624744"/>
              <a:gd name="csY25" fmla="*/ 352284 h 756199"/>
              <a:gd name="csX26" fmla="*/ 302724 w 624744"/>
              <a:gd name="csY26" fmla="*/ 359837 h 756199"/>
              <a:gd name="csX27" fmla="*/ 550002 w 624744"/>
              <a:gd name="csY27" fmla="*/ 359837 h 756199"/>
              <a:gd name="csX28" fmla="*/ 557555 w 624744"/>
              <a:gd name="csY28" fmla="*/ 352284 h 756199"/>
              <a:gd name="csX29" fmla="*/ 550002 w 624744"/>
              <a:gd name="csY29" fmla="*/ 344731 h 756199"/>
              <a:gd name="csX30" fmla="*/ 550002 w 624744"/>
              <a:gd name="csY30" fmla="*/ 392319 h 756199"/>
              <a:gd name="csX31" fmla="*/ 249555 w 624744"/>
              <a:gd name="csY31" fmla="*/ 392319 h 756199"/>
              <a:gd name="csX32" fmla="*/ 242002 w 624744"/>
              <a:gd name="csY32" fmla="*/ 399872 h 756199"/>
              <a:gd name="csX33" fmla="*/ 249555 w 624744"/>
              <a:gd name="csY33" fmla="*/ 407425 h 756199"/>
              <a:gd name="csX34" fmla="*/ 550002 w 624744"/>
              <a:gd name="csY34" fmla="*/ 407425 h 756199"/>
              <a:gd name="csX35" fmla="*/ 557555 w 624744"/>
              <a:gd name="csY35" fmla="*/ 399872 h 756199"/>
              <a:gd name="csX36" fmla="*/ 550002 w 624744"/>
              <a:gd name="csY36" fmla="*/ 392319 h 756199"/>
              <a:gd name="csX37" fmla="*/ 550002 w 624744"/>
              <a:gd name="csY37" fmla="*/ 439869 h 756199"/>
              <a:gd name="csX38" fmla="*/ 249555 w 624744"/>
              <a:gd name="csY38" fmla="*/ 439869 h 756199"/>
              <a:gd name="csX39" fmla="*/ 242002 w 624744"/>
              <a:gd name="csY39" fmla="*/ 447422 h 756199"/>
              <a:gd name="csX40" fmla="*/ 249555 w 624744"/>
              <a:gd name="csY40" fmla="*/ 454975 h 756199"/>
              <a:gd name="csX41" fmla="*/ 550002 w 624744"/>
              <a:gd name="csY41" fmla="*/ 454975 h 756199"/>
              <a:gd name="csX42" fmla="*/ 557555 w 624744"/>
              <a:gd name="csY42" fmla="*/ 447422 h 756199"/>
              <a:gd name="csX43" fmla="*/ 550002 w 624744"/>
              <a:gd name="csY43" fmla="*/ 439869 h 756199"/>
              <a:gd name="csX44" fmla="*/ 550002 w 624744"/>
              <a:gd name="csY44" fmla="*/ 487457 h 756199"/>
              <a:gd name="csX45" fmla="*/ 249555 w 624744"/>
              <a:gd name="csY45" fmla="*/ 487457 h 756199"/>
              <a:gd name="csX46" fmla="*/ 242002 w 624744"/>
              <a:gd name="csY46" fmla="*/ 495010 h 756199"/>
              <a:gd name="csX47" fmla="*/ 249555 w 624744"/>
              <a:gd name="csY47" fmla="*/ 502563 h 756199"/>
              <a:gd name="csX48" fmla="*/ 550002 w 624744"/>
              <a:gd name="csY48" fmla="*/ 502563 h 756199"/>
              <a:gd name="csX49" fmla="*/ 557555 w 624744"/>
              <a:gd name="csY49" fmla="*/ 495010 h 756199"/>
              <a:gd name="csX50" fmla="*/ 550002 w 624744"/>
              <a:gd name="csY50" fmla="*/ 487457 h 756199"/>
              <a:gd name="csX51" fmla="*/ 550002 w 624744"/>
              <a:gd name="csY51" fmla="*/ 535045 h 756199"/>
              <a:gd name="csX52" fmla="*/ 249555 w 624744"/>
              <a:gd name="csY52" fmla="*/ 535045 h 756199"/>
              <a:gd name="csX53" fmla="*/ 242002 w 624744"/>
              <a:gd name="csY53" fmla="*/ 542598 h 756199"/>
              <a:gd name="csX54" fmla="*/ 249555 w 624744"/>
              <a:gd name="csY54" fmla="*/ 550151 h 756199"/>
              <a:gd name="csX55" fmla="*/ 550002 w 624744"/>
              <a:gd name="csY55" fmla="*/ 550151 h 756199"/>
              <a:gd name="csX56" fmla="*/ 557555 w 624744"/>
              <a:gd name="csY56" fmla="*/ 542598 h 756199"/>
              <a:gd name="csX57" fmla="*/ 550002 w 624744"/>
              <a:gd name="csY57" fmla="*/ 535045 h 756199"/>
              <a:gd name="csX58" fmla="*/ 550002 w 624744"/>
              <a:gd name="csY58" fmla="*/ 582596 h 756199"/>
              <a:gd name="csX59" fmla="*/ 249555 w 624744"/>
              <a:gd name="csY59" fmla="*/ 582596 h 756199"/>
              <a:gd name="csX60" fmla="*/ 242002 w 624744"/>
              <a:gd name="csY60" fmla="*/ 590149 h 756199"/>
              <a:gd name="csX61" fmla="*/ 249555 w 624744"/>
              <a:gd name="csY61" fmla="*/ 597702 h 756199"/>
              <a:gd name="csX62" fmla="*/ 550002 w 624744"/>
              <a:gd name="csY62" fmla="*/ 597702 h 756199"/>
              <a:gd name="csX63" fmla="*/ 557555 w 624744"/>
              <a:gd name="csY63" fmla="*/ 590149 h 756199"/>
              <a:gd name="csX64" fmla="*/ 550002 w 624744"/>
              <a:gd name="csY64" fmla="*/ 582596 h 756199"/>
              <a:gd name="csX65" fmla="*/ 550002 w 624744"/>
              <a:gd name="csY65" fmla="*/ 630184 h 756199"/>
              <a:gd name="csX66" fmla="*/ 249555 w 624744"/>
              <a:gd name="csY66" fmla="*/ 630184 h 756199"/>
              <a:gd name="csX67" fmla="*/ 242002 w 624744"/>
              <a:gd name="csY67" fmla="*/ 637737 h 756199"/>
              <a:gd name="csX68" fmla="*/ 249555 w 624744"/>
              <a:gd name="csY68" fmla="*/ 645290 h 756199"/>
              <a:gd name="csX69" fmla="*/ 550002 w 624744"/>
              <a:gd name="csY69" fmla="*/ 645290 h 756199"/>
              <a:gd name="csX70" fmla="*/ 557555 w 624744"/>
              <a:gd name="csY70" fmla="*/ 637737 h 756199"/>
              <a:gd name="csX71" fmla="*/ 550002 w 624744"/>
              <a:gd name="csY71" fmla="*/ 630184 h 756199"/>
              <a:gd name="csX72" fmla="*/ 171231 w 624744"/>
              <a:gd name="csY72" fmla="*/ 294723 h 756199"/>
              <a:gd name="csX73" fmla="*/ 0 w 624744"/>
              <a:gd name="csY73" fmla="*/ 147418 h 756199"/>
              <a:gd name="csX74" fmla="*/ 173612 w 624744"/>
              <a:gd name="csY74" fmla="*/ 0 h 756199"/>
              <a:gd name="csX75" fmla="*/ 347224 w 624744"/>
              <a:gd name="csY75" fmla="*/ 147418 h 756199"/>
              <a:gd name="csX76" fmla="*/ 262355 w 624744"/>
              <a:gd name="csY76" fmla="*/ 274072 h 756199"/>
              <a:gd name="csX77" fmla="*/ 285646 w 624744"/>
              <a:gd name="csY77" fmla="*/ 352021 h 756199"/>
              <a:gd name="csX78" fmla="*/ 282967 w 624744"/>
              <a:gd name="csY78" fmla="*/ 360207 h 756199"/>
              <a:gd name="csX79" fmla="*/ 278428 w 624744"/>
              <a:gd name="csY79" fmla="*/ 361732 h 756199"/>
              <a:gd name="csX80" fmla="*/ 274372 w 624744"/>
              <a:gd name="csY80" fmla="*/ 360542 h 756199"/>
              <a:gd name="csX81" fmla="*/ 171312 w 624744"/>
              <a:gd name="csY81" fmla="*/ 294722 h 756199"/>
              <a:gd name="csX82" fmla="*/ 173575 w 624744"/>
              <a:gd name="csY82" fmla="*/ 279691 h 756199"/>
              <a:gd name="csX83" fmla="*/ 174170 w 624744"/>
              <a:gd name="csY83" fmla="*/ 279803 h 756199"/>
              <a:gd name="csX84" fmla="*/ 175659 w 624744"/>
              <a:gd name="csY84" fmla="*/ 280100 h 756199"/>
              <a:gd name="csX85" fmla="*/ 177072 w 624744"/>
              <a:gd name="csY85" fmla="*/ 280659 h 756199"/>
              <a:gd name="csX86" fmla="*/ 177631 w 624744"/>
              <a:gd name="csY86" fmla="*/ 280882 h 756199"/>
              <a:gd name="csX87" fmla="*/ 265253 w 624744"/>
              <a:gd name="csY87" fmla="*/ 336841 h 756199"/>
              <a:gd name="csX88" fmla="*/ 245980 w 624744"/>
              <a:gd name="csY88" fmla="*/ 272287 h 756199"/>
              <a:gd name="csX89" fmla="*/ 245906 w 624744"/>
              <a:gd name="csY89" fmla="*/ 271320 h 756199"/>
              <a:gd name="csX90" fmla="*/ 245757 w 624744"/>
              <a:gd name="csY90" fmla="*/ 269832 h 756199"/>
              <a:gd name="csX91" fmla="*/ 245980 w 624744"/>
              <a:gd name="csY91" fmla="*/ 268418 h 756199"/>
              <a:gd name="csX92" fmla="*/ 246389 w 624744"/>
              <a:gd name="csY92" fmla="*/ 267041 h 756199"/>
              <a:gd name="csX93" fmla="*/ 247133 w 624744"/>
              <a:gd name="csY93" fmla="*/ 265813 h 756199"/>
              <a:gd name="csX94" fmla="*/ 248026 w 624744"/>
              <a:gd name="csY94" fmla="*/ 264697 h 756199"/>
              <a:gd name="csX95" fmla="*/ 249254 w 624744"/>
              <a:gd name="csY95" fmla="*/ 263804 h 756199"/>
              <a:gd name="csX96" fmla="*/ 250036 w 624744"/>
              <a:gd name="csY96" fmla="*/ 263246 h 756199"/>
              <a:gd name="csX97" fmla="*/ 332040 w 624744"/>
              <a:gd name="csY97" fmla="*/ 147384 h 756199"/>
              <a:gd name="csX98" fmla="*/ 173573 w 624744"/>
              <a:gd name="csY98" fmla="*/ 15110 h 756199"/>
              <a:gd name="csX99" fmla="*/ 15105 w 624744"/>
              <a:gd name="csY99" fmla="*/ 147384 h 756199"/>
              <a:gd name="csX100" fmla="*/ 173573 w 624744"/>
              <a:gd name="csY100" fmla="*/ 279658 h 756199"/>
              <a:gd name="csX101" fmla="*/ 182579 w 624744"/>
              <a:gd name="csY101" fmla="*/ 257479 h 756199"/>
              <a:gd name="csX102" fmla="*/ 166952 w 624744"/>
              <a:gd name="csY102" fmla="*/ 257479 h 756199"/>
              <a:gd name="csX103" fmla="*/ 146116 w 624744"/>
              <a:gd name="csY103" fmla="*/ 236643 h 756199"/>
              <a:gd name="csX104" fmla="*/ 146116 w 624744"/>
              <a:gd name="csY104" fmla="*/ 111884 h 756199"/>
              <a:gd name="csX105" fmla="*/ 166952 w 624744"/>
              <a:gd name="csY105" fmla="*/ 91049 h 756199"/>
              <a:gd name="csX106" fmla="*/ 182579 w 624744"/>
              <a:gd name="csY106" fmla="*/ 91049 h 756199"/>
              <a:gd name="csX107" fmla="*/ 203415 w 624744"/>
              <a:gd name="csY107" fmla="*/ 111884 h 756199"/>
              <a:gd name="csX108" fmla="*/ 203415 w 624744"/>
              <a:gd name="csY108" fmla="*/ 236643 h 756199"/>
              <a:gd name="csX109" fmla="*/ 182579 w 624744"/>
              <a:gd name="csY109" fmla="*/ 257479 h 756199"/>
              <a:gd name="csX110" fmla="*/ 166989 w 624744"/>
              <a:gd name="csY110" fmla="*/ 242336 h 756199"/>
              <a:gd name="csX111" fmla="*/ 182616 w 624744"/>
              <a:gd name="csY111" fmla="*/ 242336 h 756199"/>
              <a:gd name="csX112" fmla="*/ 188309 w 624744"/>
              <a:gd name="csY112" fmla="*/ 236643 h 756199"/>
              <a:gd name="csX113" fmla="*/ 188309 w 624744"/>
              <a:gd name="csY113" fmla="*/ 111885 h 756199"/>
              <a:gd name="csX114" fmla="*/ 182616 w 624744"/>
              <a:gd name="csY114" fmla="*/ 106192 h 756199"/>
              <a:gd name="csX115" fmla="*/ 166989 w 624744"/>
              <a:gd name="csY115" fmla="*/ 106192 h 756199"/>
              <a:gd name="csX116" fmla="*/ 161297 w 624744"/>
              <a:gd name="csY116" fmla="*/ 111885 h 756199"/>
              <a:gd name="csX117" fmla="*/ 161297 w 624744"/>
              <a:gd name="csY117" fmla="*/ 236643 h 756199"/>
              <a:gd name="csX118" fmla="*/ 166989 w 624744"/>
              <a:gd name="csY118" fmla="*/ 242336 h 756199"/>
              <a:gd name="csX119" fmla="*/ 146154 w 624744"/>
              <a:gd name="csY119" fmla="*/ 58123 h 756199"/>
              <a:gd name="csX120" fmla="*/ 173947 w 624744"/>
              <a:gd name="csY120" fmla="*/ 30329 h 756199"/>
              <a:gd name="csX121" fmla="*/ 175585 w 624744"/>
              <a:gd name="csY121" fmla="*/ 30329 h 756199"/>
              <a:gd name="csX122" fmla="*/ 203379 w 624744"/>
              <a:gd name="csY122" fmla="*/ 58123 h 756199"/>
              <a:gd name="csX123" fmla="*/ 175585 w 624744"/>
              <a:gd name="csY123" fmla="*/ 85916 h 756199"/>
              <a:gd name="csX124" fmla="*/ 173947 w 624744"/>
              <a:gd name="csY124" fmla="*/ 85916 h 756199"/>
              <a:gd name="csX125" fmla="*/ 146154 w 624744"/>
              <a:gd name="csY125" fmla="*/ 58123 h 756199"/>
              <a:gd name="csX126" fmla="*/ 161259 w 624744"/>
              <a:gd name="csY126" fmla="*/ 58123 h 756199"/>
              <a:gd name="csX127" fmla="*/ 173947 w 624744"/>
              <a:gd name="csY127" fmla="*/ 70810 h 756199"/>
              <a:gd name="csX128" fmla="*/ 175584 w 624744"/>
              <a:gd name="csY128" fmla="*/ 70810 h 756199"/>
              <a:gd name="csX129" fmla="*/ 188271 w 624744"/>
              <a:gd name="csY129" fmla="*/ 58123 h 756199"/>
              <a:gd name="csX130" fmla="*/ 175584 w 624744"/>
              <a:gd name="csY130" fmla="*/ 45435 h 756199"/>
              <a:gd name="csX131" fmla="*/ 173947 w 624744"/>
              <a:gd name="csY131" fmla="*/ 45435 h 756199"/>
              <a:gd name="csX132" fmla="*/ 161259 w 624744"/>
              <a:gd name="csY132" fmla="*/ 58123 h 7561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</a:cxnLst>
            <a:rect l="l" t="t" r="r" b="b"/>
            <a:pathLst>
              <a:path w="624744" h="756199">
                <a:moveTo>
                  <a:pt x="624745" y="195159"/>
                </a:moveTo>
                <a:lnTo>
                  <a:pt x="624745" y="748647"/>
                </a:lnTo>
                <a:cubicBezTo>
                  <a:pt x="624745" y="752814"/>
                  <a:pt x="621359" y="756200"/>
                  <a:pt x="617192" y="756200"/>
                </a:cubicBezTo>
                <a:lnTo>
                  <a:pt x="181756" y="756200"/>
                </a:lnTo>
                <a:cubicBezTo>
                  <a:pt x="177589" y="756200"/>
                  <a:pt x="174203" y="752814"/>
                  <a:pt x="174203" y="748647"/>
                </a:cubicBezTo>
                <a:lnTo>
                  <a:pt x="174203" y="321584"/>
                </a:lnTo>
                <a:cubicBezTo>
                  <a:pt x="174203" y="317417"/>
                  <a:pt x="177589" y="314031"/>
                  <a:pt x="181756" y="314031"/>
                </a:cubicBezTo>
                <a:cubicBezTo>
                  <a:pt x="185924" y="314031"/>
                  <a:pt x="189309" y="317417"/>
                  <a:pt x="189309" y="321584"/>
                </a:cubicBezTo>
                <a:lnTo>
                  <a:pt x="189309" y="741094"/>
                </a:lnTo>
                <a:lnTo>
                  <a:pt x="609600" y="741094"/>
                </a:lnTo>
                <a:lnTo>
                  <a:pt x="609600" y="202712"/>
                </a:lnTo>
                <a:lnTo>
                  <a:pt x="360502" y="202712"/>
                </a:lnTo>
                <a:cubicBezTo>
                  <a:pt x="356335" y="202712"/>
                  <a:pt x="352949" y="199326"/>
                  <a:pt x="352949" y="195159"/>
                </a:cubicBezTo>
                <a:cubicBezTo>
                  <a:pt x="352949" y="190992"/>
                  <a:pt x="356335" y="187606"/>
                  <a:pt x="360502" y="187606"/>
                </a:cubicBezTo>
                <a:lnTo>
                  <a:pt x="617153" y="187606"/>
                </a:lnTo>
                <a:cubicBezTo>
                  <a:pt x="621321" y="187606"/>
                  <a:pt x="624706" y="190992"/>
                  <a:pt x="624706" y="195159"/>
                </a:cubicBezTo>
                <a:close/>
                <a:moveTo>
                  <a:pt x="453485" y="297143"/>
                </a:moveTo>
                <a:lnTo>
                  <a:pt x="336509" y="297143"/>
                </a:lnTo>
                <a:cubicBezTo>
                  <a:pt x="332342" y="297143"/>
                  <a:pt x="328956" y="300529"/>
                  <a:pt x="328956" y="304696"/>
                </a:cubicBezTo>
                <a:cubicBezTo>
                  <a:pt x="328956" y="308863"/>
                  <a:pt x="332342" y="312249"/>
                  <a:pt x="336509" y="312249"/>
                </a:cubicBezTo>
                <a:lnTo>
                  <a:pt x="453485" y="312249"/>
                </a:lnTo>
                <a:cubicBezTo>
                  <a:pt x="457652" y="312249"/>
                  <a:pt x="461038" y="308863"/>
                  <a:pt x="461038" y="304696"/>
                </a:cubicBezTo>
                <a:cubicBezTo>
                  <a:pt x="461038" y="300529"/>
                  <a:pt x="457652" y="297143"/>
                  <a:pt x="453485" y="297143"/>
                </a:cubicBezTo>
                <a:close/>
                <a:moveTo>
                  <a:pt x="550002" y="344731"/>
                </a:moveTo>
                <a:lnTo>
                  <a:pt x="302724" y="344731"/>
                </a:lnTo>
                <a:cubicBezTo>
                  <a:pt x="298556" y="344731"/>
                  <a:pt x="295171" y="348117"/>
                  <a:pt x="295171" y="352284"/>
                </a:cubicBezTo>
                <a:cubicBezTo>
                  <a:pt x="295171" y="356451"/>
                  <a:pt x="298556" y="359837"/>
                  <a:pt x="302724" y="359837"/>
                </a:cubicBezTo>
                <a:lnTo>
                  <a:pt x="550002" y="359837"/>
                </a:lnTo>
                <a:cubicBezTo>
                  <a:pt x="554169" y="359837"/>
                  <a:pt x="557555" y="356451"/>
                  <a:pt x="557555" y="352284"/>
                </a:cubicBezTo>
                <a:cubicBezTo>
                  <a:pt x="557555" y="348117"/>
                  <a:pt x="554169" y="344731"/>
                  <a:pt x="550002" y="344731"/>
                </a:cubicBezTo>
                <a:close/>
                <a:moveTo>
                  <a:pt x="550002" y="392319"/>
                </a:moveTo>
                <a:lnTo>
                  <a:pt x="249555" y="392319"/>
                </a:lnTo>
                <a:cubicBezTo>
                  <a:pt x="245388" y="392319"/>
                  <a:pt x="242002" y="395704"/>
                  <a:pt x="242002" y="399872"/>
                </a:cubicBezTo>
                <a:cubicBezTo>
                  <a:pt x="242002" y="404039"/>
                  <a:pt x="245388" y="407425"/>
                  <a:pt x="249555" y="407425"/>
                </a:cubicBezTo>
                <a:lnTo>
                  <a:pt x="550002" y="407425"/>
                </a:lnTo>
                <a:cubicBezTo>
                  <a:pt x="554169" y="407425"/>
                  <a:pt x="557555" y="404039"/>
                  <a:pt x="557555" y="399872"/>
                </a:cubicBezTo>
                <a:cubicBezTo>
                  <a:pt x="557555" y="395704"/>
                  <a:pt x="554169" y="392319"/>
                  <a:pt x="550002" y="392319"/>
                </a:cubicBezTo>
                <a:close/>
                <a:moveTo>
                  <a:pt x="550002" y="439869"/>
                </a:moveTo>
                <a:lnTo>
                  <a:pt x="249555" y="439869"/>
                </a:lnTo>
                <a:cubicBezTo>
                  <a:pt x="245388" y="439869"/>
                  <a:pt x="242002" y="443255"/>
                  <a:pt x="242002" y="447422"/>
                </a:cubicBezTo>
                <a:cubicBezTo>
                  <a:pt x="242002" y="451590"/>
                  <a:pt x="245388" y="454975"/>
                  <a:pt x="249555" y="454975"/>
                </a:cubicBezTo>
                <a:lnTo>
                  <a:pt x="550002" y="454975"/>
                </a:lnTo>
                <a:cubicBezTo>
                  <a:pt x="554169" y="454975"/>
                  <a:pt x="557555" y="451590"/>
                  <a:pt x="557555" y="447422"/>
                </a:cubicBezTo>
                <a:cubicBezTo>
                  <a:pt x="557555" y="443255"/>
                  <a:pt x="554169" y="439869"/>
                  <a:pt x="550002" y="439869"/>
                </a:cubicBezTo>
                <a:close/>
                <a:moveTo>
                  <a:pt x="550002" y="487457"/>
                </a:moveTo>
                <a:lnTo>
                  <a:pt x="249555" y="487457"/>
                </a:lnTo>
                <a:cubicBezTo>
                  <a:pt x="245388" y="487457"/>
                  <a:pt x="242002" y="490843"/>
                  <a:pt x="242002" y="495010"/>
                </a:cubicBezTo>
                <a:cubicBezTo>
                  <a:pt x="242002" y="499177"/>
                  <a:pt x="245388" y="502563"/>
                  <a:pt x="249555" y="502563"/>
                </a:cubicBezTo>
                <a:lnTo>
                  <a:pt x="550002" y="502563"/>
                </a:lnTo>
                <a:cubicBezTo>
                  <a:pt x="554169" y="502563"/>
                  <a:pt x="557555" y="499177"/>
                  <a:pt x="557555" y="495010"/>
                </a:cubicBezTo>
                <a:cubicBezTo>
                  <a:pt x="557555" y="490843"/>
                  <a:pt x="554169" y="487457"/>
                  <a:pt x="550002" y="487457"/>
                </a:cubicBezTo>
                <a:close/>
                <a:moveTo>
                  <a:pt x="550002" y="535045"/>
                </a:moveTo>
                <a:lnTo>
                  <a:pt x="249555" y="535045"/>
                </a:lnTo>
                <a:cubicBezTo>
                  <a:pt x="245388" y="535045"/>
                  <a:pt x="242002" y="538431"/>
                  <a:pt x="242002" y="542598"/>
                </a:cubicBezTo>
                <a:cubicBezTo>
                  <a:pt x="242002" y="546765"/>
                  <a:pt x="245388" y="550151"/>
                  <a:pt x="249555" y="550151"/>
                </a:cubicBezTo>
                <a:lnTo>
                  <a:pt x="550002" y="550151"/>
                </a:lnTo>
                <a:cubicBezTo>
                  <a:pt x="554169" y="550151"/>
                  <a:pt x="557555" y="546765"/>
                  <a:pt x="557555" y="542598"/>
                </a:cubicBezTo>
                <a:cubicBezTo>
                  <a:pt x="557555" y="538431"/>
                  <a:pt x="554169" y="535045"/>
                  <a:pt x="550002" y="535045"/>
                </a:cubicBezTo>
                <a:close/>
                <a:moveTo>
                  <a:pt x="550002" y="582596"/>
                </a:moveTo>
                <a:lnTo>
                  <a:pt x="249555" y="582596"/>
                </a:lnTo>
                <a:cubicBezTo>
                  <a:pt x="245388" y="582596"/>
                  <a:pt x="242002" y="585982"/>
                  <a:pt x="242002" y="590149"/>
                </a:cubicBezTo>
                <a:cubicBezTo>
                  <a:pt x="242002" y="594316"/>
                  <a:pt x="245388" y="597702"/>
                  <a:pt x="249555" y="597702"/>
                </a:cubicBezTo>
                <a:lnTo>
                  <a:pt x="550002" y="597702"/>
                </a:lnTo>
                <a:cubicBezTo>
                  <a:pt x="554169" y="597702"/>
                  <a:pt x="557555" y="594316"/>
                  <a:pt x="557555" y="590149"/>
                </a:cubicBezTo>
                <a:cubicBezTo>
                  <a:pt x="557555" y="585982"/>
                  <a:pt x="554169" y="582596"/>
                  <a:pt x="550002" y="582596"/>
                </a:cubicBezTo>
                <a:close/>
                <a:moveTo>
                  <a:pt x="550002" y="630184"/>
                </a:moveTo>
                <a:lnTo>
                  <a:pt x="249555" y="630184"/>
                </a:lnTo>
                <a:cubicBezTo>
                  <a:pt x="245388" y="630184"/>
                  <a:pt x="242002" y="633569"/>
                  <a:pt x="242002" y="637737"/>
                </a:cubicBezTo>
                <a:cubicBezTo>
                  <a:pt x="242002" y="641904"/>
                  <a:pt x="245388" y="645290"/>
                  <a:pt x="249555" y="645290"/>
                </a:cubicBezTo>
                <a:lnTo>
                  <a:pt x="550002" y="645290"/>
                </a:lnTo>
                <a:cubicBezTo>
                  <a:pt x="554169" y="645290"/>
                  <a:pt x="557555" y="641904"/>
                  <a:pt x="557555" y="637737"/>
                </a:cubicBezTo>
                <a:cubicBezTo>
                  <a:pt x="557555" y="633569"/>
                  <a:pt x="554169" y="630184"/>
                  <a:pt x="550002" y="630184"/>
                </a:cubicBezTo>
                <a:close/>
                <a:moveTo>
                  <a:pt x="171231" y="294723"/>
                </a:moveTo>
                <a:cubicBezTo>
                  <a:pt x="76613" y="293644"/>
                  <a:pt x="0" y="228010"/>
                  <a:pt x="0" y="147418"/>
                </a:cubicBezTo>
                <a:cubicBezTo>
                  <a:pt x="0" y="66159"/>
                  <a:pt x="77874" y="0"/>
                  <a:pt x="173612" y="0"/>
                </a:cubicBezTo>
                <a:cubicBezTo>
                  <a:pt x="269348" y="0"/>
                  <a:pt x="347224" y="66117"/>
                  <a:pt x="347224" y="147418"/>
                </a:cubicBezTo>
                <a:cubicBezTo>
                  <a:pt x="347224" y="199583"/>
                  <a:pt x="314855" y="247545"/>
                  <a:pt x="262355" y="274072"/>
                </a:cubicBezTo>
                <a:lnTo>
                  <a:pt x="285646" y="352021"/>
                </a:lnTo>
                <a:cubicBezTo>
                  <a:pt x="286539" y="355035"/>
                  <a:pt x="285460" y="358309"/>
                  <a:pt x="282967" y="360207"/>
                </a:cubicBezTo>
                <a:cubicBezTo>
                  <a:pt x="281628" y="361211"/>
                  <a:pt x="280028" y="361732"/>
                  <a:pt x="278428" y="361732"/>
                </a:cubicBezTo>
                <a:cubicBezTo>
                  <a:pt x="277014" y="361732"/>
                  <a:pt x="275600" y="361323"/>
                  <a:pt x="274372" y="360542"/>
                </a:cubicBezTo>
                <a:lnTo>
                  <a:pt x="171312" y="294722"/>
                </a:lnTo>
                <a:close/>
                <a:moveTo>
                  <a:pt x="173575" y="279691"/>
                </a:moveTo>
                <a:cubicBezTo>
                  <a:pt x="173798" y="279691"/>
                  <a:pt x="173984" y="279803"/>
                  <a:pt x="174170" y="279803"/>
                </a:cubicBezTo>
                <a:cubicBezTo>
                  <a:pt x="174691" y="279840"/>
                  <a:pt x="175175" y="279952"/>
                  <a:pt x="175659" y="280100"/>
                </a:cubicBezTo>
                <a:cubicBezTo>
                  <a:pt x="176142" y="280249"/>
                  <a:pt x="176626" y="280398"/>
                  <a:pt x="177072" y="280659"/>
                </a:cubicBezTo>
                <a:cubicBezTo>
                  <a:pt x="177258" y="280770"/>
                  <a:pt x="177482" y="280770"/>
                  <a:pt x="177631" y="280882"/>
                </a:cubicBezTo>
                <a:lnTo>
                  <a:pt x="265253" y="336841"/>
                </a:lnTo>
                <a:lnTo>
                  <a:pt x="245980" y="272287"/>
                </a:lnTo>
                <a:cubicBezTo>
                  <a:pt x="245868" y="271953"/>
                  <a:pt x="245943" y="271655"/>
                  <a:pt x="245906" y="271320"/>
                </a:cubicBezTo>
                <a:cubicBezTo>
                  <a:pt x="245831" y="270799"/>
                  <a:pt x="245757" y="270315"/>
                  <a:pt x="245757" y="269832"/>
                </a:cubicBezTo>
                <a:cubicBezTo>
                  <a:pt x="245794" y="269348"/>
                  <a:pt x="245868" y="268902"/>
                  <a:pt x="245980" y="268418"/>
                </a:cubicBezTo>
                <a:cubicBezTo>
                  <a:pt x="246092" y="267934"/>
                  <a:pt x="246203" y="267488"/>
                  <a:pt x="246389" y="267041"/>
                </a:cubicBezTo>
                <a:cubicBezTo>
                  <a:pt x="246575" y="266595"/>
                  <a:pt x="246836" y="266223"/>
                  <a:pt x="247133" y="265813"/>
                </a:cubicBezTo>
                <a:cubicBezTo>
                  <a:pt x="247394" y="265404"/>
                  <a:pt x="247692" y="265032"/>
                  <a:pt x="248026" y="264697"/>
                </a:cubicBezTo>
                <a:cubicBezTo>
                  <a:pt x="248398" y="264362"/>
                  <a:pt x="248808" y="264065"/>
                  <a:pt x="249254" y="263804"/>
                </a:cubicBezTo>
                <a:cubicBezTo>
                  <a:pt x="249515" y="263618"/>
                  <a:pt x="249738" y="263358"/>
                  <a:pt x="250036" y="263246"/>
                </a:cubicBezTo>
                <a:cubicBezTo>
                  <a:pt x="300600" y="239917"/>
                  <a:pt x="332040" y="195529"/>
                  <a:pt x="332040" y="147384"/>
                </a:cubicBezTo>
                <a:cubicBezTo>
                  <a:pt x="332040" y="74459"/>
                  <a:pt x="260938" y="15110"/>
                  <a:pt x="173573" y="15110"/>
                </a:cubicBezTo>
                <a:cubicBezTo>
                  <a:pt x="86173" y="15110"/>
                  <a:pt x="15105" y="74456"/>
                  <a:pt x="15105" y="147384"/>
                </a:cubicBezTo>
                <a:cubicBezTo>
                  <a:pt x="15105" y="220312"/>
                  <a:pt x="86208" y="279658"/>
                  <a:pt x="173573" y="279658"/>
                </a:cubicBezTo>
                <a:close/>
                <a:moveTo>
                  <a:pt x="182579" y="257479"/>
                </a:moveTo>
                <a:lnTo>
                  <a:pt x="166952" y="257479"/>
                </a:lnTo>
                <a:cubicBezTo>
                  <a:pt x="155456" y="257479"/>
                  <a:pt x="146116" y="248140"/>
                  <a:pt x="146116" y="236643"/>
                </a:cubicBezTo>
                <a:lnTo>
                  <a:pt x="146116" y="111884"/>
                </a:lnTo>
                <a:cubicBezTo>
                  <a:pt x="146116" y="100388"/>
                  <a:pt x="155455" y="91049"/>
                  <a:pt x="166952" y="91049"/>
                </a:cubicBezTo>
                <a:lnTo>
                  <a:pt x="182579" y="91049"/>
                </a:lnTo>
                <a:cubicBezTo>
                  <a:pt x="194076" y="91049"/>
                  <a:pt x="203415" y="100387"/>
                  <a:pt x="203415" y="111884"/>
                </a:cubicBezTo>
                <a:lnTo>
                  <a:pt x="203415" y="236643"/>
                </a:lnTo>
                <a:cubicBezTo>
                  <a:pt x="203415" y="248140"/>
                  <a:pt x="194076" y="257479"/>
                  <a:pt x="182579" y="257479"/>
                </a:cubicBezTo>
                <a:close/>
                <a:moveTo>
                  <a:pt x="166989" y="242336"/>
                </a:moveTo>
                <a:lnTo>
                  <a:pt x="182616" y="242336"/>
                </a:lnTo>
                <a:cubicBezTo>
                  <a:pt x="185742" y="242336"/>
                  <a:pt x="188309" y="239769"/>
                  <a:pt x="188309" y="236643"/>
                </a:cubicBezTo>
                <a:lnTo>
                  <a:pt x="188309" y="111885"/>
                </a:lnTo>
                <a:cubicBezTo>
                  <a:pt x="188309" y="108759"/>
                  <a:pt x="185742" y="106192"/>
                  <a:pt x="182616" y="106192"/>
                </a:cubicBezTo>
                <a:lnTo>
                  <a:pt x="166989" y="106192"/>
                </a:lnTo>
                <a:cubicBezTo>
                  <a:pt x="163864" y="106192"/>
                  <a:pt x="161297" y="108759"/>
                  <a:pt x="161297" y="111885"/>
                </a:cubicBezTo>
                <a:lnTo>
                  <a:pt x="161297" y="236643"/>
                </a:lnTo>
                <a:cubicBezTo>
                  <a:pt x="161297" y="239769"/>
                  <a:pt x="163864" y="242336"/>
                  <a:pt x="166989" y="242336"/>
                </a:cubicBezTo>
                <a:close/>
                <a:moveTo>
                  <a:pt x="146154" y="58123"/>
                </a:moveTo>
                <a:cubicBezTo>
                  <a:pt x="146154" y="42793"/>
                  <a:pt x="158618" y="30329"/>
                  <a:pt x="173947" y="30329"/>
                </a:cubicBezTo>
                <a:lnTo>
                  <a:pt x="175585" y="30329"/>
                </a:lnTo>
                <a:cubicBezTo>
                  <a:pt x="190914" y="30329"/>
                  <a:pt x="203379" y="42793"/>
                  <a:pt x="203379" y="58123"/>
                </a:cubicBezTo>
                <a:cubicBezTo>
                  <a:pt x="203379" y="73452"/>
                  <a:pt x="190914" y="85916"/>
                  <a:pt x="175585" y="85916"/>
                </a:cubicBezTo>
                <a:lnTo>
                  <a:pt x="173947" y="85916"/>
                </a:lnTo>
                <a:cubicBezTo>
                  <a:pt x="158618" y="85916"/>
                  <a:pt x="146154" y="73452"/>
                  <a:pt x="146154" y="58123"/>
                </a:cubicBezTo>
                <a:close/>
                <a:moveTo>
                  <a:pt x="161259" y="58123"/>
                </a:moveTo>
                <a:cubicBezTo>
                  <a:pt x="161259" y="65117"/>
                  <a:pt x="166952" y="70810"/>
                  <a:pt x="173947" y="70810"/>
                </a:cubicBezTo>
                <a:lnTo>
                  <a:pt x="175584" y="70810"/>
                </a:lnTo>
                <a:cubicBezTo>
                  <a:pt x="182579" y="70810"/>
                  <a:pt x="188271" y="65117"/>
                  <a:pt x="188271" y="58123"/>
                </a:cubicBezTo>
                <a:cubicBezTo>
                  <a:pt x="188271" y="51128"/>
                  <a:pt x="182578" y="45435"/>
                  <a:pt x="175584" y="45435"/>
                </a:cubicBezTo>
                <a:lnTo>
                  <a:pt x="173947" y="45435"/>
                </a:lnTo>
                <a:cubicBezTo>
                  <a:pt x="166952" y="45435"/>
                  <a:pt x="161259" y="51128"/>
                  <a:pt x="161259" y="58123"/>
                </a:cubicBez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97" name="Freeform: Shape 96">
            <a:extLst>
              <a:ext uri="{FF2B5EF4-FFF2-40B4-BE49-F238E27FC236}">
                <a16:creationId xmlns:a16="http://schemas.microsoft.com/office/drawing/2014/main" id="{DFB8E3B9-A41E-E051-C8E4-A26AF44376D3}"/>
              </a:ext>
            </a:extLst>
          </p:cNvPr>
          <p:cNvSpPr/>
          <p:nvPr/>
        </p:nvSpPr>
        <p:spPr>
          <a:xfrm>
            <a:off x="5625465" y="2803957"/>
            <a:ext cx="571500" cy="571500"/>
          </a:xfrm>
          <a:custGeom>
            <a:avLst/>
            <a:gdLst>
              <a:gd name="csX0" fmla="*/ 342872 w 571500"/>
              <a:gd name="csY0" fmla="*/ 238683 h 571500"/>
              <a:gd name="csX1" fmla="*/ 342909 w 571500"/>
              <a:gd name="csY1" fmla="*/ 237683 h 571500"/>
              <a:gd name="csX2" fmla="*/ 237691 w 571500"/>
              <a:gd name="csY2" fmla="*/ 132287 h 571500"/>
              <a:gd name="csX3" fmla="*/ 132295 w 571500"/>
              <a:gd name="csY3" fmla="*/ 237505 h 571500"/>
              <a:gd name="csX4" fmla="*/ 237514 w 571500"/>
              <a:gd name="csY4" fmla="*/ 342901 h 571500"/>
              <a:gd name="csX5" fmla="*/ 263314 w 571500"/>
              <a:gd name="csY5" fmla="*/ 339714 h 571500"/>
              <a:gd name="csX6" fmla="*/ 274886 w 571500"/>
              <a:gd name="csY6" fmla="*/ 346610 h 571500"/>
              <a:gd name="csX7" fmla="*/ 267990 w 571500"/>
              <a:gd name="csY7" fmla="*/ 358181 h 571500"/>
              <a:gd name="csX8" fmla="*/ 267891 w 571500"/>
              <a:gd name="csY8" fmla="*/ 358206 h 571500"/>
              <a:gd name="csX9" fmla="*/ 118044 w 571500"/>
              <a:gd name="csY9" fmla="*/ 267763 h 571500"/>
              <a:gd name="csX10" fmla="*/ 208486 w 571500"/>
              <a:gd name="csY10" fmla="*/ 117917 h 571500"/>
              <a:gd name="csX11" fmla="*/ 358333 w 571500"/>
              <a:gd name="csY11" fmla="*/ 208359 h 571500"/>
              <a:gd name="csX12" fmla="*/ 361950 w 571500"/>
              <a:gd name="csY12" fmla="*/ 238125 h 571500"/>
              <a:gd name="csX13" fmla="*/ 361950 w 571500"/>
              <a:gd name="csY13" fmla="*/ 238660 h 571500"/>
              <a:gd name="csX14" fmla="*/ 352395 w 571500"/>
              <a:gd name="csY14" fmla="*/ 248183 h 571500"/>
              <a:gd name="csX15" fmla="*/ 342872 w 571500"/>
              <a:gd name="csY15" fmla="*/ 238683 h 571500"/>
              <a:gd name="csX16" fmla="*/ 296866 w 571500"/>
              <a:gd name="csY16" fmla="*/ 429169 h 571500"/>
              <a:gd name="csX17" fmla="*/ 318957 w 571500"/>
              <a:gd name="csY17" fmla="*/ 420877 h 571500"/>
              <a:gd name="csX18" fmla="*/ 323915 w 571500"/>
              <a:gd name="csY18" fmla="*/ 408352 h 571500"/>
              <a:gd name="csX19" fmla="*/ 311390 w 571500"/>
              <a:gd name="csY19" fmla="*/ 403394 h 571500"/>
              <a:gd name="csX20" fmla="*/ 311274 w 571500"/>
              <a:gd name="csY20" fmla="*/ 403445 h 571500"/>
              <a:gd name="csX21" fmla="*/ 286597 w 571500"/>
              <a:gd name="csY21" fmla="*/ 412333 h 571500"/>
              <a:gd name="csX22" fmla="*/ 279983 w 571500"/>
              <a:gd name="csY22" fmla="*/ 418891 h 571500"/>
              <a:gd name="csX23" fmla="*/ 271007 w 571500"/>
              <a:gd name="csY23" fmla="*/ 450293 h 571500"/>
              <a:gd name="csX24" fmla="*/ 261854 w 571500"/>
              <a:gd name="csY24" fmla="*/ 457200 h 571500"/>
              <a:gd name="csX25" fmla="*/ 214396 w 571500"/>
              <a:gd name="csY25" fmla="*/ 457200 h 571500"/>
              <a:gd name="csX26" fmla="*/ 205243 w 571500"/>
              <a:gd name="csY26" fmla="*/ 450289 h 571500"/>
              <a:gd name="csX27" fmla="*/ 196267 w 571500"/>
              <a:gd name="csY27" fmla="*/ 418890 h 571500"/>
              <a:gd name="csX28" fmla="*/ 189654 w 571500"/>
              <a:gd name="csY28" fmla="*/ 412333 h 571500"/>
              <a:gd name="csX29" fmla="*/ 149172 w 571500"/>
              <a:gd name="csY29" fmla="*/ 395613 h 571500"/>
              <a:gd name="csX30" fmla="*/ 139852 w 571500"/>
              <a:gd name="csY30" fmla="*/ 395576 h 571500"/>
              <a:gd name="csX31" fmla="*/ 111361 w 571500"/>
              <a:gd name="csY31" fmla="*/ 411407 h 571500"/>
              <a:gd name="csX32" fmla="*/ 99994 w 571500"/>
              <a:gd name="csY32" fmla="*/ 409816 h 571500"/>
              <a:gd name="csX33" fmla="*/ 66433 w 571500"/>
              <a:gd name="csY33" fmla="*/ 376257 h 571500"/>
              <a:gd name="csX34" fmla="*/ 64842 w 571500"/>
              <a:gd name="csY34" fmla="*/ 364894 h 571500"/>
              <a:gd name="csX35" fmla="*/ 80674 w 571500"/>
              <a:gd name="csY35" fmla="*/ 336403 h 571500"/>
              <a:gd name="csX36" fmla="*/ 80637 w 571500"/>
              <a:gd name="csY36" fmla="*/ 327078 h 571500"/>
              <a:gd name="csX37" fmla="*/ 63922 w 571500"/>
              <a:gd name="csY37" fmla="*/ 286597 h 571500"/>
              <a:gd name="csX38" fmla="*/ 57355 w 571500"/>
              <a:gd name="csY38" fmla="*/ 279988 h 571500"/>
              <a:gd name="csX39" fmla="*/ 25961 w 571500"/>
              <a:gd name="csY39" fmla="*/ 271016 h 571500"/>
              <a:gd name="csX40" fmla="*/ 19050 w 571500"/>
              <a:gd name="csY40" fmla="*/ 261854 h 571500"/>
              <a:gd name="csX41" fmla="*/ 19050 w 571500"/>
              <a:gd name="csY41" fmla="*/ 214396 h 571500"/>
              <a:gd name="csX42" fmla="*/ 25952 w 571500"/>
              <a:gd name="csY42" fmla="*/ 205234 h 571500"/>
              <a:gd name="csX43" fmla="*/ 57355 w 571500"/>
              <a:gd name="csY43" fmla="*/ 196262 h 571500"/>
              <a:gd name="csX44" fmla="*/ 63922 w 571500"/>
              <a:gd name="csY44" fmla="*/ 189654 h 571500"/>
              <a:gd name="csX45" fmla="*/ 80637 w 571500"/>
              <a:gd name="csY45" fmla="*/ 149172 h 571500"/>
              <a:gd name="csX46" fmla="*/ 80674 w 571500"/>
              <a:gd name="csY46" fmla="*/ 139847 h 571500"/>
              <a:gd name="csX47" fmla="*/ 64843 w 571500"/>
              <a:gd name="csY47" fmla="*/ 111361 h 571500"/>
              <a:gd name="csX48" fmla="*/ 66433 w 571500"/>
              <a:gd name="csY48" fmla="*/ 99994 h 571500"/>
              <a:gd name="csX49" fmla="*/ 99993 w 571500"/>
              <a:gd name="csY49" fmla="*/ 66438 h 571500"/>
              <a:gd name="csX50" fmla="*/ 111360 w 571500"/>
              <a:gd name="csY50" fmla="*/ 64843 h 571500"/>
              <a:gd name="csX51" fmla="*/ 139851 w 571500"/>
              <a:gd name="csY51" fmla="*/ 80674 h 571500"/>
              <a:gd name="csX52" fmla="*/ 149172 w 571500"/>
              <a:gd name="csY52" fmla="*/ 80637 h 571500"/>
              <a:gd name="csX53" fmla="*/ 189653 w 571500"/>
              <a:gd name="csY53" fmla="*/ 63917 h 571500"/>
              <a:gd name="csX54" fmla="*/ 196267 w 571500"/>
              <a:gd name="csY54" fmla="*/ 57359 h 571500"/>
              <a:gd name="csX55" fmla="*/ 205243 w 571500"/>
              <a:gd name="csY55" fmla="*/ 25957 h 571500"/>
              <a:gd name="csX56" fmla="*/ 214396 w 571500"/>
              <a:gd name="csY56" fmla="*/ 19050 h 571500"/>
              <a:gd name="csX57" fmla="*/ 261854 w 571500"/>
              <a:gd name="csY57" fmla="*/ 19050 h 571500"/>
              <a:gd name="csX58" fmla="*/ 271007 w 571500"/>
              <a:gd name="csY58" fmla="*/ 25961 h 571500"/>
              <a:gd name="csX59" fmla="*/ 279983 w 571500"/>
              <a:gd name="csY59" fmla="*/ 57360 h 571500"/>
              <a:gd name="csX60" fmla="*/ 286597 w 571500"/>
              <a:gd name="csY60" fmla="*/ 63917 h 571500"/>
              <a:gd name="csX61" fmla="*/ 327078 w 571500"/>
              <a:gd name="csY61" fmla="*/ 80637 h 571500"/>
              <a:gd name="csX62" fmla="*/ 336398 w 571500"/>
              <a:gd name="csY62" fmla="*/ 80674 h 571500"/>
              <a:gd name="csX63" fmla="*/ 364889 w 571500"/>
              <a:gd name="csY63" fmla="*/ 64843 h 571500"/>
              <a:gd name="csX64" fmla="*/ 376256 w 571500"/>
              <a:gd name="csY64" fmla="*/ 66434 h 571500"/>
              <a:gd name="csX65" fmla="*/ 409817 w 571500"/>
              <a:gd name="csY65" fmla="*/ 99993 h 571500"/>
              <a:gd name="csX66" fmla="*/ 411408 w 571500"/>
              <a:gd name="csY66" fmla="*/ 111356 h 571500"/>
              <a:gd name="csX67" fmla="*/ 395576 w 571500"/>
              <a:gd name="csY67" fmla="*/ 139847 h 571500"/>
              <a:gd name="csX68" fmla="*/ 395613 w 571500"/>
              <a:gd name="csY68" fmla="*/ 149167 h 571500"/>
              <a:gd name="csX69" fmla="*/ 411352 w 571500"/>
              <a:gd name="csY69" fmla="*/ 186528 h 571500"/>
              <a:gd name="csX70" fmla="*/ 417928 w 571500"/>
              <a:gd name="csY70" fmla="*/ 192997 h 571500"/>
              <a:gd name="csX71" fmla="*/ 435155 w 571500"/>
              <a:gd name="csY71" fmla="*/ 200532 h 571500"/>
              <a:gd name="csX72" fmla="*/ 437573 w 571500"/>
              <a:gd name="csY72" fmla="*/ 201601 h 571500"/>
              <a:gd name="csX73" fmla="*/ 450289 w 571500"/>
              <a:gd name="csY73" fmla="*/ 205234 h 571500"/>
              <a:gd name="csX74" fmla="*/ 457200 w 571500"/>
              <a:gd name="csY74" fmla="*/ 214396 h 571500"/>
              <a:gd name="csX75" fmla="*/ 457200 w 571500"/>
              <a:gd name="csY75" fmla="*/ 219075 h 571500"/>
              <a:gd name="csX76" fmla="*/ 466725 w 571500"/>
              <a:gd name="csY76" fmla="*/ 228600 h 571500"/>
              <a:gd name="csX77" fmla="*/ 476250 w 571500"/>
              <a:gd name="csY77" fmla="*/ 219075 h 571500"/>
              <a:gd name="csX78" fmla="*/ 476250 w 571500"/>
              <a:gd name="csY78" fmla="*/ 214396 h 571500"/>
              <a:gd name="csX79" fmla="*/ 455526 w 571500"/>
              <a:gd name="csY79" fmla="*/ 186919 h 571500"/>
              <a:gd name="csX80" fmla="*/ 444047 w 571500"/>
              <a:gd name="csY80" fmla="*/ 183640 h 571500"/>
              <a:gd name="csX81" fmla="*/ 428104 w 571500"/>
              <a:gd name="csY81" fmla="*/ 176222 h 571500"/>
              <a:gd name="csX82" fmla="*/ 414775 w 571500"/>
              <a:gd name="csY82" fmla="*/ 144512 h 571500"/>
              <a:gd name="csX83" fmla="*/ 428058 w 571500"/>
              <a:gd name="csY83" fmla="*/ 120606 h 571500"/>
              <a:gd name="csX84" fmla="*/ 423286 w 571500"/>
              <a:gd name="csY84" fmla="*/ 86525 h 571500"/>
              <a:gd name="csX85" fmla="*/ 389725 w 571500"/>
              <a:gd name="csY85" fmla="*/ 52960 h 571500"/>
              <a:gd name="csX86" fmla="*/ 355643 w 571500"/>
              <a:gd name="csY86" fmla="*/ 48192 h 571500"/>
              <a:gd name="csX87" fmla="*/ 331747 w 571500"/>
              <a:gd name="csY87" fmla="*/ 61470 h 571500"/>
              <a:gd name="csX88" fmla="*/ 296856 w 571500"/>
              <a:gd name="csY88" fmla="*/ 47072 h 571500"/>
              <a:gd name="csX89" fmla="*/ 289331 w 571500"/>
              <a:gd name="csY89" fmla="*/ 20729 h 571500"/>
              <a:gd name="csX90" fmla="*/ 261854 w 571500"/>
              <a:gd name="csY90" fmla="*/ 0 h 571500"/>
              <a:gd name="csX91" fmla="*/ 214396 w 571500"/>
              <a:gd name="csY91" fmla="*/ 0 h 571500"/>
              <a:gd name="csX92" fmla="*/ 186919 w 571500"/>
              <a:gd name="csY92" fmla="*/ 20724 h 571500"/>
              <a:gd name="csX93" fmla="*/ 179394 w 571500"/>
              <a:gd name="csY93" fmla="*/ 47072 h 571500"/>
              <a:gd name="csX94" fmla="*/ 144503 w 571500"/>
              <a:gd name="csY94" fmla="*/ 61471 h 571500"/>
              <a:gd name="csX95" fmla="*/ 120607 w 571500"/>
              <a:gd name="csY95" fmla="*/ 48193 h 571500"/>
              <a:gd name="csX96" fmla="*/ 86525 w 571500"/>
              <a:gd name="csY96" fmla="*/ 52965 h 571500"/>
              <a:gd name="csX97" fmla="*/ 52964 w 571500"/>
              <a:gd name="csY97" fmla="*/ 86525 h 571500"/>
              <a:gd name="csX98" fmla="*/ 48192 w 571500"/>
              <a:gd name="csY98" fmla="*/ 120611 h 571500"/>
              <a:gd name="csX99" fmla="*/ 61466 w 571500"/>
              <a:gd name="csY99" fmla="*/ 144508 h 571500"/>
              <a:gd name="csX100" fmla="*/ 47067 w 571500"/>
              <a:gd name="csY100" fmla="*/ 179389 h 571500"/>
              <a:gd name="csX101" fmla="*/ 20715 w 571500"/>
              <a:gd name="csY101" fmla="*/ 186919 h 571500"/>
              <a:gd name="csX102" fmla="*/ 0 w 571500"/>
              <a:gd name="csY102" fmla="*/ 214396 h 571500"/>
              <a:gd name="csX103" fmla="*/ 0 w 571500"/>
              <a:gd name="csY103" fmla="*/ 261854 h 571500"/>
              <a:gd name="csX104" fmla="*/ 20724 w 571500"/>
              <a:gd name="csY104" fmla="*/ 289331 h 571500"/>
              <a:gd name="csX105" fmla="*/ 47067 w 571500"/>
              <a:gd name="csY105" fmla="*/ 296861 h 571500"/>
              <a:gd name="csX106" fmla="*/ 61466 w 571500"/>
              <a:gd name="csY106" fmla="*/ 331743 h 571500"/>
              <a:gd name="csX107" fmla="*/ 48192 w 571500"/>
              <a:gd name="csY107" fmla="*/ 355643 h 571500"/>
              <a:gd name="csX108" fmla="*/ 52964 w 571500"/>
              <a:gd name="csY108" fmla="*/ 389725 h 571500"/>
              <a:gd name="csX109" fmla="*/ 86525 w 571500"/>
              <a:gd name="csY109" fmla="*/ 423290 h 571500"/>
              <a:gd name="csX110" fmla="*/ 120607 w 571500"/>
              <a:gd name="csY110" fmla="*/ 428058 h 571500"/>
              <a:gd name="csX111" fmla="*/ 144503 w 571500"/>
              <a:gd name="csY111" fmla="*/ 414780 h 571500"/>
              <a:gd name="csX112" fmla="*/ 179394 w 571500"/>
              <a:gd name="csY112" fmla="*/ 429179 h 571500"/>
              <a:gd name="csX113" fmla="*/ 186919 w 571500"/>
              <a:gd name="csY113" fmla="*/ 455521 h 571500"/>
              <a:gd name="csX114" fmla="*/ 214396 w 571500"/>
              <a:gd name="csY114" fmla="*/ 476250 h 571500"/>
              <a:gd name="csX115" fmla="*/ 261854 w 571500"/>
              <a:gd name="csY115" fmla="*/ 476250 h 571500"/>
              <a:gd name="csX116" fmla="*/ 289331 w 571500"/>
              <a:gd name="csY116" fmla="*/ 455526 h 571500"/>
              <a:gd name="csX117" fmla="*/ 571500 w 571500"/>
              <a:gd name="csY117" fmla="*/ 542925 h 571500"/>
              <a:gd name="csX118" fmla="*/ 571500 w 571500"/>
              <a:gd name="csY118" fmla="*/ 561975 h 571500"/>
              <a:gd name="csX119" fmla="*/ 561980 w 571500"/>
              <a:gd name="csY119" fmla="*/ 571500 h 571500"/>
              <a:gd name="csX120" fmla="*/ 561975 w 571500"/>
              <a:gd name="csY120" fmla="*/ 571500 h 571500"/>
              <a:gd name="csX121" fmla="*/ 295275 w 571500"/>
              <a:gd name="csY121" fmla="*/ 571500 h 571500"/>
              <a:gd name="csX122" fmla="*/ 285750 w 571500"/>
              <a:gd name="csY122" fmla="*/ 561980 h 571500"/>
              <a:gd name="csX123" fmla="*/ 285750 w 571500"/>
              <a:gd name="csY123" fmla="*/ 561975 h 571500"/>
              <a:gd name="csX124" fmla="*/ 285750 w 571500"/>
              <a:gd name="csY124" fmla="*/ 542925 h 571500"/>
              <a:gd name="csX125" fmla="*/ 304800 w 571500"/>
              <a:gd name="csY125" fmla="*/ 516105 h 571500"/>
              <a:gd name="csX126" fmla="*/ 304800 w 571500"/>
              <a:gd name="csY126" fmla="*/ 504825 h 571500"/>
              <a:gd name="csX127" fmla="*/ 324159 w 571500"/>
              <a:gd name="csY127" fmla="*/ 477909 h 571500"/>
              <a:gd name="csX128" fmla="*/ 387232 w 571500"/>
              <a:gd name="csY128" fmla="*/ 383502 h 571500"/>
              <a:gd name="csX129" fmla="*/ 368759 w 571500"/>
              <a:gd name="csY129" fmla="*/ 372210 h 571500"/>
              <a:gd name="csX130" fmla="*/ 337496 w 571500"/>
              <a:gd name="csY130" fmla="*/ 378461 h 571500"/>
              <a:gd name="csX131" fmla="*/ 309032 w 571500"/>
              <a:gd name="csY131" fmla="*/ 367582 h 571500"/>
              <a:gd name="csX132" fmla="*/ 298177 w 571500"/>
              <a:gd name="csY132" fmla="*/ 353114 h 571500"/>
              <a:gd name="csX133" fmla="*/ 302047 w 571500"/>
              <a:gd name="csY133" fmla="*/ 314609 h 571500"/>
              <a:gd name="csX134" fmla="*/ 381000 w 571500"/>
              <a:gd name="csY134" fmla="*/ 252547 h 571500"/>
              <a:gd name="csX135" fmla="*/ 381000 w 571500"/>
              <a:gd name="csY135" fmla="*/ 219075 h 571500"/>
              <a:gd name="csX136" fmla="*/ 390520 w 571500"/>
              <a:gd name="csY136" fmla="*/ 209550 h 571500"/>
              <a:gd name="csX137" fmla="*/ 390525 w 571500"/>
              <a:gd name="csY137" fmla="*/ 209550 h 571500"/>
              <a:gd name="csX138" fmla="*/ 400050 w 571500"/>
              <a:gd name="csY138" fmla="*/ 209550 h 571500"/>
              <a:gd name="csX139" fmla="*/ 446791 w 571500"/>
              <a:gd name="csY139" fmla="*/ 248041 h 571500"/>
              <a:gd name="csX140" fmla="*/ 533400 w 571500"/>
              <a:gd name="csY140" fmla="*/ 342900 h 571500"/>
              <a:gd name="csX141" fmla="*/ 533400 w 571500"/>
              <a:gd name="csY141" fmla="*/ 478005 h 571500"/>
              <a:gd name="csX142" fmla="*/ 552450 w 571500"/>
              <a:gd name="csY142" fmla="*/ 504825 h 571500"/>
              <a:gd name="csX143" fmla="*/ 552450 w 571500"/>
              <a:gd name="csY143" fmla="*/ 516105 h 571500"/>
              <a:gd name="csX144" fmla="*/ 571500 w 571500"/>
              <a:gd name="csY144" fmla="*/ 542925 h 571500"/>
              <a:gd name="csX145" fmla="*/ 343485 w 571500"/>
              <a:gd name="csY145" fmla="*/ 476250 h 571500"/>
              <a:gd name="csX146" fmla="*/ 514350 w 571500"/>
              <a:gd name="csY146" fmla="*/ 476250 h 571500"/>
              <a:gd name="csX147" fmla="*/ 514350 w 571500"/>
              <a:gd name="csY147" fmla="*/ 342900 h 571500"/>
              <a:gd name="csX148" fmla="*/ 438150 w 571500"/>
              <a:gd name="csY148" fmla="*/ 266700 h 571500"/>
              <a:gd name="csX149" fmla="*/ 428625 w 571500"/>
              <a:gd name="csY149" fmla="*/ 257180 h 571500"/>
              <a:gd name="csX150" fmla="*/ 428625 w 571500"/>
              <a:gd name="csY150" fmla="*/ 257175 h 571500"/>
              <a:gd name="csX151" fmla="*/ 400050 w 571500"/>
              <a:gd name="csY151" fmla="*/ 228600 h 571500"/>
              <a:gd name="csX152" fmla="*/ 400050 w 571500"/>
              <a:gd name="csY152" fmla="*/ 257175 h 571500"/>
              <a:gd name="csX153" fmla="*/ 396413 w 571500"/>
              <a:gd name="csY153" fmla="*/ 264663 h 571500"/>
              <a:gd name="csX154" fmla="*/ 314260 w 571500"/>
              <a:gd name="csY154" fmla="*/ 329217 h 571500"/>
              <a:gd name="csX155" fmla="*/ 313413 w 571500"/>
              <a:gd name="csY155" fmla="*/ 341681 h 571500"/>
              <a:gd name="csX156" fmla="*/ 324269 w 571500"/>
              <a:gd name="csY156" fmla="*/ 356155 h 571500"/>
              <a:gd name="csX157" fmla="*/ 333766 w 571500"/>
              <a:gd name="csY157" fmla="*/ 359783 h 571500"/>
              <a:gd name="csX158" fmla="*/ 369606 w 571500"/>
              <a:gd name="csY158" fmla="*/ 352611 h 571500"/>
              <a:gd name="csX159" fmla="*/ 378210 w 571500"/>
              <a:gd name="csY159" fmla="*/ 355216 h 571500"/>
              <a:gd name="csX160" fmla="*/ 419100 w 571500"/>
              <a:gd name="csY160" fmla="*/ 371475 h 571500"/>
              <a:gd name="csX161" fmla="*/ 428626 w 571500"/>
              <a:gd name="csY161" fmla="*/ 380998 h 571500"/>
              <a:gd name="csX162" fmla="*/ 421165 w 571500"/>
              <a:gd name="csY162" fmla="*/ 390297 h 571500"/>
              <a:gd name="csX163" fmla="*/ 343485 w 571500"/>
              <a:gd name="csY163" fmla="*/ 476250 h 571500"/>
              <a:gd name="csX164" fmla="*/ 323850 w 571500"/>
              <a:gd name="csY164" fmla="*/ 504825 h 571500"/>
              <a:gd name="csX165" fmla="*/ 323850 w 571500"/>
              <a:gd name="csY165" fmla="*/ 514350 h 571500"/>
              <a:gd name="csX166" fmla="*/ 533400 w 571500"/>
              <a:gd name="csY166" fmla="*/ 514350 h 571500"/>
              <a:gd name="csX167" fmla="*/ 533400 w 571500"/>
              <a:gd name="csY167" fmla="*/ 504825 h 571500"/>
              <a:gd name="csX168" fmla="*/ 523875 w 571500"/>
              <a:gd name="csY168" fmla="*/ 495300 h 571500"/>
              <a:gd name="csX169" fmla="*/ 333375 w 571500"/>
              <a:gd name="csY169" fmla="*/ 495300 h 571500"/>
              <a:gd name="csX170" fmla="*/ 323850 w 571500"/>
              <a:gd name="csY170" fmla="*/ 504825 h 571500"/>
              <a:gd name="csX171" fmla="*/ 552450 w 571500"/>
              <a:gd name="csY171" fmla="*/ 542925 h 571500"/>
              <a:gd name="csX172" fmla="*/ 542925 w 571500"/>
              <a:gd name="csY172" fmla="*/ 533400 h 571500"/>
              <a:gd name="csX173" fmla="*/ 314325 w 571500"/>
              <a:gd name="csY173" fmla="*/ 533400 h 571500"/>
              <a:gd name="csX174" fmla="*/ 304800 w 571500"/>
              <a:gd name="csY174" fmla="*/ 542925 h 571500"/>
              <a:gd name="csX175" fmla="*/ 304800 w 571500"/>
              <a:gd name="csY175" fmla="*/ 552450 h 571500"/>
              <a:gd name="csX176" fmla="*/ 552450 w 571500"/>
              <a:gd name="csY176" fmla="*/ 552450 h 571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</a:cxnLst>
            <a:rect l="l" t="t" r="r" b="b"/>
            <a:pathLst>
              <a:path w="571500" h="571500">
                <a:moveTo>
                  <a:pt x="342872" y="238683"/>
                </a:moveTo>
                <a:cubicBezTo>
                  <a:pt x="342872" y="238446"/>
                  <a:pt x="342891" y="237920"/>
                  <a:pt x="342909" y="237683"/>
                </a:cubicBezTo>
                <a:cubicBezTo>
                  <a:pt x="342958" y="179524"/>
                  <a:pt x="295851" y="132336"/>
                  <a:pt x="237691" y="132287"/>
                </a:cubicBezTo>
                <a:cubicBezTo>
                  <a:pt x="179532" y="132238"/>
                  <a:pt x="132345" y="179346"/>
                  <a:pt x="132295" y="237505"/>
                </a:cubicBezTo>
                <a:cubicBezTo>
                  <a:pt x="132246" y="295665"/>
                  <a:pt x="179354" y="342852"/>
                  <a:pt x="237514" y="342901"/>
                </a:cubicBezTo>
                <a:cubicBezTo>
                  <a:pt x="246212" y="342908"/>
                  <a:pt x="254879" y="341838"/>
                  <a:pt x="263314" y="339714"/>
                </a:cubicBezTo>
                <a:cubicBezTo>
                  <a:pt x="268414" y="338423"/>
                  <a:pt x="273594" y="341510"/>
                  <a:pt x="274886" y="346610"/>
                </a:cubicBezTo>
                <a:cubicBezTo>
                  <a:pt x="276177" y="351710"/>
                  <a:pt x="273089" y="356890"/>
                  <a:pt x="267990" y="358181"/>
                </a:cubicBezTo>
                <a:cubicBezTo>
                  <a:pt x="267957" y="358190"/>
                  <a:pt x="267924" y="358198"/>
                  <a:pt x="267891" y="358206"/>
                </a:cubicBezTo>
                <a:cubicBezTo>
                  <a:pt x="201537" y="374610"/>
                  <a:pt x="134448" y="334117"/>
                  <a:pt x="118044" y="267763"/>
                </a:cubicBezTo>
                <a:cubicBezTo>
                  <a:pt x="101640" y="201409"/>
                  <a:pt x="142132" y="134321"/>
                  <a:pt x="208486" y="117917"/>
                </a:cubicBezTo>
                <a:cubicBezTo>
                  <a:pt x="274840" y="101513"/>
                  <a:pt x="341929" y="142005"/>
                  <a:pt x="358333" y="208359"/>
                </a:cubicBezTo>
                <a:cubicBezTo>
                  <a:pt x="360741" y="218098"/>
                  <a:pt x="361955" y="228093"/>
                  <a:pt x="361950" y="238125"/>
                </a:cubicBezTo>
                <a:lnTo>
                  <a:pt x="361950" y="238660"/>
                </a:lnTo>
                <a:cubicBezTo>
                  <a:pt x="361941" y="243928"/>
                  <a:pt x="357663" y="248192"/>
                  <a:pt x="352395" y="248183"/>
                </a:cubicBezTo>
                <a:cubicBezTo>
                  <a:pt x="347148" y="248174"/>
                  <a:pt x="342894" y="243930"/>
                  <a:pt x="342872" y="238683"/>
                </a:cubicBezTo>
                <a:close/>
                <a:moveTo>
                  <a:pt x="296866" y="429169"/>
                </a:moveTo>
                <a:cubicBezTo>
                  <a:pt x="304381" y="426828"/>
                  <a:pt x="311757" y="424059"/>
                  <a:pt x="318957" y="420877"/>
                </a:cubicBezTo>
                <a:cubicBezTo>
                  <a:pt x="323785" y="418787"/>
                  <a:pt x="326004" y="413179"/>
                  <a:pt x="323915" y="408352"/>
                </a:cubicBezTo>
                <a:cubicBezTo>
                  <a:pt x="321825" y="403524"/>
                  <a:pt x="316217" y="401305"/>
                  <a:pt x="311390" y="403394"/>
                </a:cubicBezTo>
                <a:cubicBezTo>
                  <a:pt x="311351" y="403411"/>
                  <a:pt x="311313" y="403428"/>
                  <a:pt x="311274" y="403445"/>
                </a:cubicBezTo>
                <a:cubicBezTo>
                  <a:pt x="303270" y="406991"/>
                  <a:pt x="295023" y="409961"/>
                  <a:pt x="286597" y="412333"/>
                </a:cubicBezTo>
                <a:cubicBezTo>
                  <a:pt x="283401" y="413219"/>
                  <a:pt x="280896" y="415703"/>
                  <a:pt x="279983" y="418891"/>
                </a:cubicBezTo>
                <a:lnTo>
                  <a:pt x="271007" y="450293"/>
                </a:lnTo>
                <a:cubicBezTo>
                  <a:pt x="269831" y="454375"/>
                  <a:pt x="266101" y="457189"/>
                  <a:pt x="261854" y="457200"/>
                </a:cubicBezTo>
                <a:lnTo>
                  <a:pt x="214396" y="457200"/>
                </a:lnTo>
                <a:cubicBezTo>
                  <a:pt x="210147" y="457189"/>
                  <a:pt x="206417" y="454372"/>
                  <a:pt x="205243" y="450289"/>
                </a:cubicBezTo>
                <a:lnTo>
                  <a:pt x="196267" y="418890"/>
                </a:lnTo>
                <a:cubicBezTo>
                  <a:pt x="195353" y="415703"/>
                  <a:pt x="192849" y="413220"/>
                  <a:pt x="189654" y="412333"/>
                </a:cubicBezTo>
                <a:cubicBezTo>
                  <a:pt x="175529" y="408430"/>
                  <a:pt x="161934" y="402815"/>
                  <a:pt x="149172" y="395613"/>
                </a:cubicBezTo>
                <a:cubicBezTo>
                  <a:pt x="146283" y="393983"/>
                  <a:pt x="142754" y="393969"/>
                  <a:pt x="139852" y="395576"/>
                </a:cubicBezTo>
                <a:lnTo>
                  <a:pt x="111361" y="411407"/>
                </a:lnTo>
                <a:cubicBezTo>
                  <a:pt x="107638" y="413457"/>
                  <a:pt x="103010" y="412810"/>
                  <a:pt x="99994" y="409816"/>
                </a:cubicBezTo>
                <a:lnTo>
                  <a:pt x="66433" y="376257"/>
                </a:lnTo>
                <a:cubicBezTo>
                  <a:pt x="63441" y="373242"/>
                  <a:pt x="62793" y="368615"/>
                  <a:pt x="64842" y="364894"/>
                </a:cubicBezTo>
                <a:lnTo>
                  <a:pt x="80674" y="336403"/>
                </a:lnTo>
                <a:cubicBezTo>
                  <a:pt x="82286" y="333500"/>
                  <a:pt x="82272" y="329968"/>
                  <a:pt x="80637" y="327078"/>
                </a:cubicBezTo>
                <a:cubicBezTo>
                  <a:pt x="73433" y="314318"/>
                  <a:pt x="67820" y="300723"/>
                  <a:pt x="63922" y="286597"/>
                </a:cubicBezTo>
                <a:cubicBezTo>
                  <a:pt x="63030" y="283402"/>
                  <a:pt x="60544" y="280900"/>
                  <a:pt x="57355" y="279988"/>
                </a:cubicBezTo>
                <a:lnTo>
                  <a:pt x="25961" y="271016"/>
                </a:lnTo>
                <a:cubicBezTo>
                  <a:pt x="21877" y="269838"/>
                  <a:pt x="19061" y="266105"/>
                  <a:pt x="19050" y="261854"/>
                </a:cubicBezTo>
                <a:lnTo>
                  <a:pt x="19050" y="214396"/>
                </a:lnTo>
                <a:cubicBezTo>
                  <a:pt x="19061" y="210148"/>
                  <a:pt x="21872" y="206417"/>
                  <a:pt x="25952" y="205234"/>
                </a:cubicBezTo>
                <a:lnTo>
                  <a:pt x="57355" y="196262"/>
                </a:lnTo>
                <a:cubicBezTo>
                  <a:pt x="60544" y="195351"/>
                  <a:pt x="63030" y="192848"/>
                  <a:pt x="63922" y="189654"/>
                </a:cubicBezTo>
                <a:cubicBezTo>
                  <a:pt x="67820" y="175528"/>
                  <a:pt x="73433" y="161933"/>
                  <a:pt x="80637" y="149172"/>
                </a:cubicBezTo>
                <a:cubicBezTo>
                  <a:pt x="82272" y="146282"/>
                  <a:pt x="82286" y="142750"/>
                  <a:pt x="80674" y="139847"/>
                </a:cubicBezTo>
                <a:lnTo>
                  <a:pt x="64843" y="111361"/>
                </a:lnTo>
                <a:cubicBezTo>
                  <a:pt x="62793" y="107638"/>
                  <a:pt x="63440" y="103011"/>
                  <a:pt x="66433" y="99994"/>
                </a:cubicBezTo>
                <a:lnTo>
                  <a:pt x="99993" y="66438"/>
                </a:lnTo>
                <a:cubicBezTo>
                  <a:pt x="103007" y="63439"/>
                  <a:pt x="107638" y="62789"/>
                  <a:pt x="111360" y="64843"/>
                </a:cubicBezTo>
                <a:lnTo>
                  <a:pt x="139851" y="80674"/>
                </a:lnTo>
                <a:cubicBezTo>
                  <a:pt x="142752" y="82288"/>
                  <a:pt x="146284" y="82274"/>
                  <a:pt x="149172" y="80637"/>
                </a:cubicBezTo>
                <a:cubicBezTo>
                  <a:pt x="161934" y="73435"/>
                  <a:pt x="175528" y="67820"/>
                  <a:pt x="189653" y="63917"/>
                </a:cubicBezTo>
                <a:cubicBezTo>
                  <a:pt x="192848" y="63030"/>
                  <a:pt x="195353" y="60547"/>
                  <a:pt x="196267" y="57359"/>
                </a:cubicBezTo>
                <a:lnTo>
                  <a:pt x="205243" y="25957"/>
                </a:lnTo>
                <a:cubicBezTo>
                  <a:pt x="206419" y="21875"/>
                  <a:pt x="210149" y="19061"/>
                  <a:pt x="214396" y="19050"/>
                </a:cubicBezTo>
                <a:lnTo>
                  <a:pt x="261854" y="19050"/>
                </a:lnTo>
                <a:cubicBezTo>
                  <a:pt x="266103" y="19061"/>
                  <a:pt x="269833" y="21878"/>
                  <a:pt x="271007" y="25961"/>
                </a:cubicBezTo>
                <a:lnTo>
                  <a:pt x="279983" y="57360"/>
                </a:lnTo>
                <a:cubicBezTo>
                  <a:pt x="280897" y="60547"/>
                  <a:pt x="283402" y="63030"/>
                  <a:pt x="286597" y="63917"/>
                </a:cubicBezTo>
                <a:cubicBezTo>
                  <a:pt x="300721" y="67820"/>
                  <a:pt x="314316" y="73435"/>
                  <a:pt x="327078" y="80637"/>
                </a:cubicBezTo>
                <a:cubicBezTo>
                  <a:pt x="329965" y="82274"/>
                  <a:pt x="333497" y="82288"/>
                  <a:pt x="336398" y="80674"/>
                </a:cubicBezTo>
                <a:lnTo>
                  <a:pt x="364889" y="64843"/>
                </a:lnTo>
                <a:cubicBezTo>
                  <a:pt x="368611" y="62790"/>
                  <a:pt x="373241" y="63438"/>
                  <a:pt x="376256" y="66434"/>
                </a:cubicBezTo>
                <a:lnTo>
                  <a:pt x="409817" y="99993"/>
                </a:lnTo>
                <a:cubicBezTo>
                  <a:pt x="412809" y="103008"/>
                  <a:pt x="413457" y="107635"/>
                  <a:pt x="411408" y="111356"/>
                </a:cubicBezTo>
                <a:lnTo>
                  <a:pt x="395576" y="139847"/>
                </a:lnTo>
                <a:cubicBezTo>
                  <a:pt x="393964" y="142748"/>
                  <a:pt x="393978" y="146279"/>
                  <a:pt x="395613" y="149167"/>
                </a:cubicBezTo>
                <a:cubicBezTo>
                  <a:pt x="402256" y="160985"/>
                  <a:pt x="407535" y="173519"/>
                  <a:pt x="411352" y="186528"/>
                </a:cubicBezTo>
                <a:cubicBezTo>
                  <a:pt x="412284" y="189673"/>
                  <a:pt x="414768" y="192117"/>
                  <a:pt x="417928" y="192997"/>
                </a:cubicBezTo>
                <a:cubicBezTo>
                  <a:pt x="423998" y="194679"/>
                  <a:pt x="429799" y="197216"/>
                  <a:pt x="435155" y="200532"/>
                </a:cubicBezTo>
                <a:cubicBezTo>
                  <a:pt x="435906" y="201001"/>
                  <a:pt x="436721" y="201361"/>
                  <a:pt x="437573" y="201601"/>
                </a:cubicBezTo>
                <a:lnTo>
                  <a:pt x="450289" y="205234"/>
                </a:lnTo>
                <a:cubicBezTo>
                  <a:pt x="454373" y="206413"/>
                  <a:pt x="457189" y="210146"/>
                  <a:pt x="457200" y="214396"/>
                </a:cubicBezTo>
                <a:lnTo>
                  <a:pt x="457200" y="219075"/>
                </a:lnTo>
                <a:cubicBezTo>
                  <a:pt x="457200" y="224336"/>
                  <a:pt x="461465" y="228600"/>
                  <a:pt x="466725" y="228600"/>
                </a:cubicBezTo>
                <a:cubicBezTo>
                  <a:pt x="471986" y="228600"/>
                  <a:pt x="476250" y="224336"/>
                  <a:pt x="476250" y="219075"/>
                </a:cubicBezTo>
                <a:lnTo>
                  <a:pt x="476250" y="214396"/>
                </a:lnTo>
                <a:cubicBezTo>
                  <a:pt x="476209" y="201652"/>
                  <a:pt x="467768" y="190461"/>
                  <a:pt x="455526" y="186919"/>
                </a:cubicBezTo>
                <a:lnTo>
                  <a:pt x="444047" y="183640"/>
                </a:lnTo>
                <a:cubicBezTo>
                  <a:pt x="439002" y="180626"/>
                  <a:pt x="433659" y="178140"/>
                  <a:pt x="428104" y="176222"/>
                </a:cubicBezTo>
                <a:cubicBezTo>
                  <a:pt x="424585" y="165287"/>
                  <a:pt x="420126" y="154677"/>
                  <a:pt x="414775" y="144512"/>
                </a:cubicBezTo>
                <a:lnTo>
                  <a:pt x="428058" y="120606"/>
                </a:lnTo>
                <a:cubicBezTo>
                  <a:pt x="434210" y="109446"/>
                  <a:pt x="432266" y="95566"/>
                  <a:pt x="423286" y="86525"/>
                </a:cubicBezTo>
                <a:lnTo>
                  <a:pt x="389725" y="52960"/>
                </a:lnTo>
                <a:cubicBezTo>
                  <a:pt x="380678" y="43990"/>
                  <a:pt x="366804" y="42050"/>
                  <a:pt x="355643" y="48192"/>
                </a:cubicBezTo>
                <a:lnTo>
                  <a:pt x="331747" y="61470"/>
                </a:lnTo>
                <a:cubicBezTo>
                  <a:pt x="320600" y="55575"/>
                  <a:pt x="308917" y="50753"/>
                  <a:pt x="296856" y="47072"/>
                </a:cubicBezTo>
                <a:lnTo>
                  <a:pt x="289331" y="20729"/>
                </a:lnTo>
                <a:cubicBezTo>
                  <a:pt x="285792" y="8484"/>
                  <a:pt x="274600" y="40"/>
                  <a:pt x="261854" y="0"/>
                </a:cubicBezTo>
                <a:lnTo>
                  <a:pt x="214396" y="0"/>
                </a:lnTo>
                <a:cubicBezTo>
                  <a:pt x="201651" y="40"/>
                  <a:pt x="190460" y="8481"/>
                  <a:pt x="186919" y="20724"/>
                </a:cubicBezTo>
                <a:lnTo>
                  <a:pt x="179394" y="47072"/>
                </a:lnTo>
                <a:cubicBezTo>
                  <a:pt x="167333" y="50754"/>
                  <a:pt x="155650" y="55575"/>
                  <a:pt x="144503" y="61471"/>
                </a:cubicBezTo>
                <a:lnTo>
                  <a:pt x="120607" y="48193"/>
                </a:lnTo>
                <a:cubicBezTo>
                  <a:pt x="109447" y="42039"/>
                  <a:pt x="95565" y="43982"/>
                  <a:pt x="86525" y="52965"/>
                </a:cubicBezTo>
                <a:lnTo>
                  <a:pt x="52964" y="86525"/>
                </a:lnTo>
                <a:cubicBezTo>
                  <a:pt x="43983" y="95568"/>
                  <a:pt x="42040" y="109450"/>
                  <a:pt x="48192" y="120611"/>
                </a:cubicBezTo>
                <a:lnTo>
                  <a:pt x="61466" y="144508"/>
                </a:lnTo>
                <a:cubicBezTo>
                  <a:pt x="55576" y="155654"/>
                  <a:pt x="50755" y="167334"/>
                  <a:pt x="47067" y="179389"/>
                </a:cubicBezTo>
                <a:lnTo>
                  <a:pt x="20715" y="186919"/>
                </a:lnTo>
                <a:cubicBezTo>
                  <a:pt x="8477" y="190465"/>
                  <a:pt x="41" y="201654"/>
                  <a:pt x="0" y="214396"/>
                </a:cubicBezTo>
                <a:lnTo>
                  <a:pt x="0" y="261854"/>
                </a:lnTo>
                <a:cubicBezTo>
                  <a:pt x="41" y="274598"/>
                  <a:pt x="8482" y="285790"/>
                  <a:pt x="20724" y="289331"/>
                </a:cubicBezTo>
                <a:lnTo>
                  <a:pt x="47067" y="296861"/>
                </a:lnTo>
                <a:cubicBezTo>
                  <a:pt x="50755" y="308917"/>
                  <a:pt x="55576" y="320596"/>
                  <a:pt x="61466" y="331743"/>
                </a:cubicBezTo>
                <a:lnTo>
                  <a:pt x="48192" y="355643"/>
                </a:lnTo>
                <a:cubicBezTo>
                  <a:pt x="42040" y="366804"/>
                  <a:pt x="43984" y="380684"/>
                  <a:pt x="52964" y="389725"/>
                </a:cubicBezTo>
                <a:lnTo>
                  <a:pt x="86525" y="423290"/>
                </a:lnTo>
                <a:cubicBezTo>
                  <a:pt x="95567" y="432271"/>
                  <a:pt x="109448" y="434213"/>
                  <a:pt x="120607" y="428058"/>
                </a:cubicBezTo>
                <a:lnTo>
                  <a:pt x="144503" y="414780"/>
                </a:lnTo>
                <a:cubicBezTo>
                  <a:pt x="155650" y="420675"/>
                  <a:pt x="167333" y="425497"/>
                  <a:pt x="179394" y="429179"/>
                </a:cubicBezTo>
                <a:lnTo>
                  <a:pt x="186919" y="455521"/>
                </a:lnTo>
                <a:cubicBezTo>
                  <a:pt x="190458" y="467766"/>
                  <a:pt x="201650" y="476210"/>
                  <a:pt x="214396" y="476250"/>
                </a:cubicBezTo>
                <a:lnTo>
                  <a:pt x="261854" y="476250"/>
                </a:lnTo>
                <a:cubicBezTo>
                  <a:pt x="274599" y="476210"/>
                  <a:pt x="285790" y="467769"/>
                  <a:pt x="289331" y="455526"/>
                </a:cubicBezTo>
                <a:close/>
                <a:moveTo>
                  <a:pt x="571500" y="542925"/>
                </a:moveTo>
                <a:lnTo>
                  <a:pt x="571500" y="561975"/>
                </a:lnTo>
                <a:cubicBezTo>
                  <a:pt x="571501" y="567234"/>
                  <a:pt x="567239" y="571499"/>
                  <a:pt x="561980" y="571500"/>
                </a:cubicBezTo>
                <a:cubicBezTo>
                  <a:pt x="561978" y="571500"/>
                  <a:pt x="561977" y="571500"/>
                  <a:pt x="561975" y="571500"/>
                </a:cubicBezTo>
                <a:lnTo>
                  <a:pt x="295275" y="571500"/>
                </a:lnTo>
                <a:cubicBezTo>
                  <a:pt x="290016" y="571501"/>
                  <a:pt x="285751" y="567239"/>
                  <a:pt x="285750" y="561980"/>
                </a:cubicBezTo>
                <a:cubicBezTo>
                  <a:pt x="285750" y="561978"/>
                  <a:pt x="285750" y="561977"/>
                  <a:pt x="285750" y="561975"/>
                </a:cubicBezTo>
                <a:lnTo>
                  <a:pt x="285750" y="542925"/>
                </a:lnTo>
                <a:cubicBezTo>
                  <a:pt x="285787" y="530855"/>
                  <a:pt x="293416" y="520115"/>
                  <a:pt x="304800" y="516105"/>
                </a:cubicBezTo>
                <a:lnTo>
                  <a:pt x="304800" y="504825"/>
                </a:lnTo>
                <a:cubicBezTo>
                  <a:pt x="304840" y="492639"/>
                  <a:pt x="312618" y="481824"/>
                  <a:pt x="324159" y="477909"/>
                </a:cubicBezTo>
                <a:cubicBezTo>
                  <a:pt x="326487" y="437324"/>
                  <a:pt x="350629" y="401188"/>
                  <a:pt x="387232" y="383502"/>
                </a:cubicBezTo>
                <a:cubicBezTo>
                  <a:pt x="380626" y="380526"/>
                  <a:pt x="374420" y="376732"/>
                  <a:pt x="368759" y="372210"/>
                </a:cubicBezTo>
                <a:lnTo>
                  <a:pt x="337496" y="378461"/>
                </a:lnTo>
                <a:cubicBezTo>
                  <a:pt x="326708" y="380584"/>
                  <a:pt x="315655" y="376359"/>
                  <a:pt x="309032" y="367582"/>
                </a:cubicBezTo>
                <a:lnTo>
                  <a:pt x="298177" y="353114"/>
                </a:lnTo>
                <a:cubicBezTo>
                  <a:pt x="289339" y="341203"/>
                  <a:pt x="291015" y="324523"/>
                  <a:pt x="302047" y="314609"/>
                </a:cubicBezTo>
                <a:lnTo>
                  <a:pt x="381000" y="252547"/>
                </a:lnTo>
                <a:lnTo>
                  <a:pt x="381000" y="219075"/>
                </a:lnTo>
                <a:cubicBezTo>
                  <a:pt x="380999" y="213816"/>
                  <a:pt x="385261" y="209551"/>
                  <a:pt x="390520" y="209550"/>
                </a:cubicBezTo>
                <a:cubicBezTo>
                  <a:pt x="390522" y="209550"/>
                  <a:pt x="390523" y="209550"/>
                  <a:pt x="390525" y="209550"/>
                </a:cubicBezTo>
                <a:lnTo>
                  <a:pt x="400050" y="209550"/>
                </a:lnTo>
                <a:cubicBezTo>
                  <a:pt x="422820" y="209580"/>
                  <a:pt x="442394" y="225699"/>
                  <a:pt x="446791" y="248041"/>
                </a:cubicBezTo>
                <a:cubicBezTo>
                  <a:pt x="495817" y="252568"/>
                  <a:pt x="533340" y="293666"/>
                  <a:pt x="533400" y="342900"/>
                </a:cubicBezTo>
                <a:lnTo>
                  <a:pt x="533400" y="478005"/>
                </a:lnTo>
                <a:cubicBezTo>
                  <a:pt x="544784" y="482015"/>
                  <a:pt x="552413" y="492755"/>
                  <a:pt x="552450" y="504825"/>
                </a:cubicBezTo>
                <a:lnTo>
                  <a:pt x="552450" y="516105"/>
                </a:lnTo>
                <a:cubicBezTo>
                  <a:pt x="563834" y="520115"/>
                  <a:pt x="571463" y="530855"/>
                  <a:pt x="571500" y="542925"/>
                </a:cubicBezTo>
                <a:close/>
                <a:moveTo>
                  <a:pt x="343485" y="476250"/>
                </a:moveTo>
                <a:lnTo>
                  <a:pt x="514350" y="476250"/>
                </a:lnTo>
                <a:lnTo>
                  <a:pt x="514350" y="342900"/>
                </a:lnTo>
                <a:cubicBezTo>
                  <a:pt x="514302" y="300836"/>
                  <a:pt x="480214" y="266748"/>
                  <a:pt x="438150" y="266700"/>
                </a:cubicBezTo>
                <a:cubicBezTo>
                  <a:pt x="432891" y="266701"/>
                  <a:pt x="428626" y="262439"/>
                  <a:pt x="428625" y="257180"/>
                </a:cubicBezTo>
                <a:cubicBezTo>
                  <a:pt x="428625" y="257178"/>
                  <a:pt x="428625" y="257177"/>
                  <a:pt x="428625" y="257175"/>
                </a:cubicBezTo>
                <a:cubicBezTo>
                  <a:pt x="428608" y="241401"/>
                  <a:pt x="415824" y="228617"/>
                  <a:pt x="400050" y="228600"/>
                </a:cubicBezTo>
                <a:lnTo>
                  <a:pt x="400050" y="257175"/>
                </a:lnTo>
                <a:cubicBezTo>
                  <a:pt x="400051" y="260097"/>
                  <a:pt x="398710" y="262857"/>
                  <a:pt x="396413" y="264663"/>
                </a:cubicBezTo>
                <a:lnTo>
                  <a:pt x="314260" y="329217"/>
                </a:lnTo>
                <a:cubicBezTo>
                  <a:pt x="310904" y="332577"/>
                  <a:pt x="310543" y="337898"/>
                  <a:pt x="313413" y="341681"/>
                </a:cubicBezTo>
                <a:lnTo>
                  <a:pt x="324269" y="356155"/>
                </a:lnTo>
                <a:cubicBezTo>
                  <a:pt x="326487" y="359072"/>
                  <a:pt x="330168" y="360478"/>
                  <a:pt x="333766" y="359783"/>
                </a:cubicBezTo>
                <a:lnTo>
                  <a:pt x="369606" y="352611"/>
                </a:lnTo>
                <a:cubicBezTo>
                  <a:pt x="372729" y="351982"/>
                  <a:pt x="375960" y="352960"/>
                  <a:pt x="378210" y="355216"/>
                </a:cubicBezTo>
                <a:cubicBezTo>
                  <a:pt x="389487" y="365303"/>
                  <a:pt x="403975" y="371065"/>
                  <a:pt x="419100" y="371475"/>
                </a:cubicBezTo>
                <a:cubicBezTo>
                  <a:pt x="424360" y="371474"/>
                  <a:pt x="428625" y="375738"/>
                  <a:pt x="428626" y="380998"/>
                </a:cubicBezTo>
                <a:cubicBezTo>
                  <a:pt x="428626" y="385463"/>
                  <a:pt x="425525" y="389330"/>
                  <a:pt x="421165" y="390297"/>
                </a:cubicBezTo>
                <a:cubicBezTo>
                  <a:pt x="418131" y="390987"/>
                  <a:pt x="349451" y="407547"/>
                  <a:pt x="343485" y="476250"/>
                </a:cubicBezTo>
                <a:close/>
                <a:moveTo>
                  <a:pt x="323850" y="504825"/>
                </a:moveTo>
                <a:lnTo>
                  <a:pt x="323850" y="514350"/>
                </a:lnTo>
                <a:lnTo>
                  <a:pt x="533400" y="514350"/>
                </a:lnTo>
                <a:lnTo>
                  <a:pt x="533400" y="504825"/>
                </a:lnTo>
                <a:cubicBezTo>
                  <a:pt x="533395" y="499567"/>
                  <a:pt x="529133" y="495305"/>
                  <a:pt x="523875" y="495300"/>
                </a:cubicBezTo>
                <a:lnTo>
                  <a:pt x="333375" y="495300"/>
                </a:lnTo>
                <a:cubicBezTo>
                  <a:pt x="328117" y="495305"/>
                  <a:pt x="323855" y="499567"/>
                  <a:pt x="323850" y="504825"/>
                </a:cubicBezTo>
                <a:close/>
                <a:moveTo>
                  <a:pt x="552450" y="542925"/>
                </a:moveTo>
                <a:cubicBezTo>
                  <a:pt x="552445" y="537667"/>
                  <a:pt x="548183" y="533405"/>
                  <a:pt x="542925" y="533400"/>
                </a:cubicBezTo>
                <a:lnTo>
                  <a:pt x="314325" y="533400"/>
                </a:lnTo>
                <a:cubicBezTo>
                  <a:pt x="309067" y="533405"/>
                  <a:pt x="304805" y="537667"/>
                  <a:pt x="304800" y="542925"/>
                </a:cubicBezTo>
                <a:lnTo>
                  <a:pt x="304800" y="552450"/>
                </a:lnTo>
                <a:lnTo>
                  <a:pt x="552450" y="552450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58595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79819-01CF-B5F4-2E99-1347ED6E6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6" name="thinkcell data - do not delete" hidden="1">
            <a:extLst>
              <a:ext uri="{FF2B5EF4-FFF2-40B4-BE49-F238E27FC236}">
                <a16:creationId xmlns:a16="http://schemas.microsoft.com/office/drawing/2014/main" id="{EB00808B-C38A-CB84-B9FC-2BCD422E63E6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105577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473" imgH="473" progId="TCLayout.ActiveDocument.1">
                  <p:embed/>
                </p:oleObj>
              </mc:Choice>
              <mc:Fallback>
                <p:oleObj name="thinkcell Slide" r:id="rId3" imgW="473" imgH="47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CF020ACA-13A5-E35E-F655-3A183220F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6" y="385555"/>
            <a:ext cx="11379600" cy="430887"/>
          </a:xfrm>
        </p:spPr>
        <p:txBody>
          <a:bodyPr vert="horz" rIns="0">
            <a:spAutoFit/>
          </a:bodyPr>
          <a:lstStyle/>
          <a:p>
            <a:r>
              <a:rPr lang="en-US" dirty="0"/>
              <a:t>The Evolution of a Business Presentation</a:t>
            </a:r>
            <a:endParaRPr lang="en-IN" dirty="0"/>
          </a:p>
        </p:txBody>
      </p:sp>
      <p:sp>
        <p:nvSpPr>
          <p:cNvPr id="8" name="Forme libre 12">
            <a:extLst>
              <a:ext uri="{FF2B5EF4-FFF2-40B4-BE49-F238E27FC236}">
                <a16:creationId xmlns:a16="http://schemas.microsoft.com/office/drawing/2014/main" id="{B1700A75-E55B-51BA-402A-485A0A781F4A}"/>
              </a:ext>
            </a:extLst>
          </p:cNvPr>
          <p:cNvSpPr/>
          <p:nvPr/>
        </p:nvSpPr>
        <p:spPr>
          <a:xfrm>
            <a:off x="5964071" y="1748365"/>
            <a:ext cx="776216" cy="698037"/>
          </a:xfrm>
          <a:custGeom>
            <a:avLst/>
            <a:gdLst>
              <a:gd name="connsiteX0" fmla="*/ 654821 w 747749"/>
              <a:gd name="connsiteY0" fmla="*/ 672438 h 672438"/>
              <a:gd name="connsiteX1" fmla="*/ 735195 w 747749"/>
              <a:gd name="connsiteY1" fmla="*/ 533058 h 672438"/>
              <a:gd name="connsiteX2" fmla="*/ 454249 w 747749"/>
              <a:gd name="connsiteY2" fmla="*/ 46440 h 672438"/>
              <a:gd name="connsiteX3" fmla="*/ 293500 w 747749"/>
              <a:gd name="connsiteY3" fmla="*/ 46440 h 672438"/>
              <a:gd name="connsiteX4" fmla="*/ 12554 w 747749"/>
              <a:gd name="connsiteY4" fmla="*/ 533058 h 672438"/>
              <a:gd name="connsiteX5" fmla="*/ 92928 w 747749"/>
              <a:gd name="connsiteY5" fmla="*/ 672438 h 672438"/>
              <a:gd name="connsiteX6" fmla="*/ 654821 w 747749"/>
              <a:gd name="connsiteY6" fmla="*/ 672438 h 6724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47749" h="672438">
                <a:moveTo>
                  <a:pt x="654821" y="672438"/>
                </a:moveTo>
                <a:cubicBezTo>
                  <a:pt x="726211" y="672438"/>
                  <a:pt x="770890" y="594977"/>
                  <a:pt x="735195" y="533058"/>
                </a:cubicBezTo>
                <a:lnTo>
                  <a:pt x="454249" y="46440"/>
                </a:lnTo>
                <a:cubicBezTo>
                  <a:pt x="418554" y="-15480"/>
                  <a:pt x="329195" y="-15480"/>
                  <a:pt x="293500" y="46440"/>
                </a:cubicBezTo>
                <a:lnTo>
                  <a:pt x="12554" y="533058"/>
                </a:lnTo>
                <a:cubicBezTo>
                  <a:pt x="-23141" y="594977"/>
                  <a:pt x="21538" y="672438"/>
                  <a:pt x="92928" y="672438"/>
                </a:cubicBezTo>
                <a:lnTo>
                  <a:pt x="654821" y="672438"/>
                </a:lnTo>
                <a:close/>
              </a:path>
            </a:pathLst>
          </a:custGeom>
          <a:solidFill>
            <a:schemeClr val="accent1"/>
          </a:solidFill>
          <a:ln w="24279" cap="flat">
            <a:noFill/>
            <a:prstDash val="solid"/>
            <a:miter/>
          </a:ln>
        </p:spPr>
        <p:txBody>
          <a:bodyPr tIns="0" bIns="91440" rtlCol="0" anchor="b"/>
          <a:lstStyle/>
          <a:p>
            <a:pPr algn="ctr"/>
            <a:r>
              <a:rPr lang="fr-FR"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01</a:t>
            </a:r>
            <a:endParaRPr lang="fr-FR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Forme libre 13">
            <a:extLst>
              <a:ext uri="{FF2B5EF4-FFF2-40B4-BE49-F238E27FC236}">
                <a16:creationId xmlns:a16="http://schemas.microsoft.com/office/drawing/2014/main" id="{AFDB3823-E060-8E77-6984-9B5BC20F8848}"/>
              </a:ext>
            </a:extLst>
          </p:cNvPr>
          <p:cNvSpPr/>
          <p:nvPr/>
        </p:nvSpPr>
        <p:spPr>
          <a:xfrm>
            <a:off x="4287068" y="4563262"/>
            <a:ext cx="4130473" cy="788466"/>
          </a:xfrm>
          <a:custGeom>
            <a:avLst/>
            <a:gdLst>
              <a:gd name="connsiteX0" fmla="*/ 343765 w 3978994"/>
              <a:gd name="connsiteY0" fmla="*/ 46380 h 759550"/>
              <a:gd name="connsiteX1" fmla="*/ 12554 w 3978994"/>
              <a:gd name="connsiteY1" fmla="*/ 620171 h 759550"/>
              <a:gd name="connsiteX2" fmla="*/ 92928 w 3978994"/>
              <a:gd name="connsiteY2" fmla="*/ 759551 h 759550"/>
              <a:gd name="connsiteX3" fmla="*/ 3886066 w 3978994"/>
              <a:gd name="connsiteY3" fmla="*/ 759551 h 759550"/>
              <a:gd name="connsiteX4" fmla="*/ 3966441 w 3978994"/>
              <a:gd name="connsiteY4" fmla="*/ 620171 h 759550"/>
              <a:gd name="connsiteX5" fmla="*/ 3635230 w 3978994"/>
              <a:gd name="connsiteY5" fmla="*/ 46380 h 759550"/>
              <a:gd name="connsiteX6" fmla="*/ 3554855 w 3978994"/>
              <a:gd name="connsiteY6" fmla="*/ 0 h 759550"/>
              <a:gd name="connsiteX7" fmla="*/ 424139 w 3978994"/>
              <a:gd name="connsiteY7" fmla="*/ 0 h 759550"/>
              <a:gd name="connsiteX8" fmla="*/ 343765 w 3978994"/>
              <a:gd name="connsiteY8" fmla="*/ 46380 h 75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78994" h="759550">
                <a:moveTo>
                  <a:pt x="343765" y="46380"/>
                </a:moveTo>
                <a:lnTo>
                  <a:pt x="12554" y="620171"/>
                </a:lnTo>
                <a:cubicBezTo>
                  <a:pt x="-23141" y="682090"/>
                  <a:pt x="21538" y="759551"/>
                  <a:pt x="92928" y="759551"/>
                </a:cubicBezTo>
                <a:lnTo>
                  <a:pt x="3886066" y="759551"/>
                </a:lnTo>
                <a:cubicBezTo>
                  <a:pt x="3957456" y="759551"/>
                  <a:pt x="4002136" y="682090"/>
                  <a:pt x="3966441" y="620171"/>
                </a:cubicBezTo>
                <a:lnTo>
                  <a:pt x="3635230" y="46380"/>
                </a:lnTo>
                <a:cubicBezTo>
                  <a:pt x="3618718" y="17727"/>
                  <a:pt x="3587879" y="0"/>
                  <a:pt x="3554855" y="0"/>
                </a:cubicBezTo>
                <a:lnTo>
                  <a:pt x="424139" y="0"/>
                </a:lnTo>
                <a:cubicBezTo>
                  <a:pt x="390872" y="0"/>
                  <a:pt x="360277" y="17727"/>
                  <a:pt x="343765" y="46380"/>
                </a:cubicBezTo>
                <a:close/>
              </a:path>
            </a:pathLst>
          </a:custGeom>
          <a:solidFill>
            <a:schemeClr val="accent4"/>
          </a:solidFill>
          <a:ln w="24279" cap="flat">
            <a:noFill/>
            <a:prstDash val="solid"/>
            <a:miter/>
          </a:ln>
        </p:spPr>
        <p:txBody>
          <a:bodyPr tIns="0" bIns="0" rtlCol="0" anchor="ctr"/>
          <a:lstStyle/>
          <a:p>
            <a:pPr algn="ctr"/>
            <a:r>
              <a:rPr lang="fr-FR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04</a:t>
            </a:r>
          </a:p>
        </p:txBody>
      </p:sp>
      <p:sp>
        <p:nvSpPr>
          <p:cNvPr id="12" name="Forme libre 14">
            <a:extLst>
              <a:ext uri="{FF2B5EF4-FFF2-40B4-BE49-F238E27FC236}">
                <a16:creationId xmlns:a16="http://schemas.microsoft.com/office/drawing/2014/main" id="{54EFBE4D-92E1-F376-BE2F-C51644D3A15B}"/>
              </a:ext>
            </a:extLst>
          </p:cNvPr>
          <p:cNvSpPr/>
          <p:nvPr/>
        </p:nvSpPr>
        <p:spPr>
          <a:xfrm>
            <a:off x="4846153" y="3594820"/>
            <a:ext cx="3012303" cy="788466"/>
          </a:xfrm>
          <a:custGeom>
            <a:avLst/>
            <a:gdLst>
              <a:gd name="connsiteX0" fmla="*/ 343765 w 2901831"/>
              <a:gd name="connsiteY0" fmla="*/ 46379 h 759550"/>
              <a:gd name="connsiteX1" fmla="*/ 12554 w 2901831"/>
              <a:gd name="connsiteY1" fmla="*/ 620169 h 759550"/>
              <a:gd name="connsiteX2" fmla="*/ 92928 w 2901831"/>
              <a:gd name="connsiteY2" fmla="*/ 759551 h 759550"/>
              <a:gd name="connsiteX3" fmla="*/ 2808903 w 2901831"/>
              <a:gd name="connsiteY3" fmla="*/ 759551 h 759550"/>
              <a:gd name="connsiteX4" fmla="*/ 2889278 w 2901831"/>
              <a:gd name="connsiteY4" fmla="*/ 620169 h 759550"/>
              <a:gd name="connsiteX5" fmla="*/ 2558067 w 2901831"/>
              <a:gd name="connsiteY5" fmla="*/ 46379 h 759550"/>
              <a:gd name="connsiteX6" fmla="*/ 2477693 w 2901831"/>
              <a:gd name="connsiteY6" fmla="*/ 0 h 759550"/>
              <a:gd name="connsiteX7" fmla="*/ 424139 w 2901831"/>
              <a:gd name="connsiteY7" fmla="*/ 0 h 759550"/>
              <a:gd name="connsiteX8" fmla="*/ 343765 w 2901831"/>
              <a:gd name="connsiteY8" fmla="*/ 46379 h 75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01831" h="759550">
                <a:moveTo>
                  <a:pt x="343765" y="46379"/>
                </a:moveTo>
                <a:lnTo>
                  <a:pt x="12554" y="620169"/>
                </a:lnTo>
                <a:cubicBezTo>
                  <a:pt x="-23141" y="682090"/>
                  <a:pt x="21538" y="759551"/>
                  <a:pt x="92928" y="759551"/>
                </a:cubicBezTo>
                <a:lnTo>
                  <a:pt x="2808903" y="759551"/>
                </a:lnTo>
                <a:cubicBezTo>
                  <a:pt x="2880293" y="759551"/>
                  <a:pt x="2924973" y="682090"/>
                  <a:pt x="2889278" y="620169"/>
                </a:cubicBezTo>
                <a:lnTo>
                  <a:pt x="2558067" y="46379"/>
                </a:lnTo>
                <a:cubicBezTo>
                  <a:pt x="2541555" y="17726"/>
                  <a:pt x="2510717" y="0"/>
                  <a:pt x="2477693" y="0"/>
                </a:cubicBezTo>
                <a:lnTo>
                  <a:pt x="424139" y="0"/>
                </a:lnTo>
                <a:cubicBezTo>
                  <a:pt x="390872" y="0"/>
                  <a:pt x="360277" y="17726"/>
                  <a:pt x="343765" y="46379"/>
                </a:cubicBezTo>
                <a:close/>
              </a:path>
            </a:pathLst>
          </a:custGeom>
          <a:solidFill>
            <a:schemeClr val="accent3"/>
          </a:solidFill>
          <a:ln w="24279" cap="flat">
            <a:noFill/>
            <a:prstDash val="solid"/>
            <a:miter/>
          </a:ln>
        </p:spPr>
        <p:txBody>
          <a:bodyPr tIns="0" bIns="0" rtlCol="0" anchor="ctr"/>
          <a:lstStyle/>
          <a:p>
            <a:pPr algn="ctr"/>
            <a:r>
              <a:rPr lang="fr-FR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03</a:t>
            </a:r>
          </a:p>
        </p:txBody>
      </p:sp>
      <p:sp>
        <p:nvSpPr>
          <p:cNvPr id="14" name="Forme libre 15">
            <a:extLst>
              <a:ext uri="{FF2B5EF4-FFF2-40B4-BE49-F238E27FC236}">
                <a16:creationId xmlns:a16="http://schemas.microsoft.com/office/drawing/2014/main" id="{54469023-A623-E826-62A4-05066E1438C6}"/>
              </a:ext>
            </a:extLst>
          </p:cNvPr>
          <p:cNvSpPr/>
          <p:nvPr/>
        </p:nvSpPr>
        <p:spPr>
          <a:xfrm>
            <a:off x="5405237" y="2626631"/>
            <a:ext cx="1894133" cy="788465"/>
          </a:xfrm>
          <a:custGeom>
            <a:avLst/>
            <a:gdLst>
              <a:gd name="connsiteX0" fmla="*/ 343765 w 1824669"/>
              <a:gd name="connsiteY0" fmla="*/ 46379 h 759549"/>
              <a:gd name="connsiteX1" fmla="*/ 12554 w 1824669"/>
              <a:gd name="connsiteY1" fmla="*/ 620169 h 759549"/>
              <a:gd name="connsiteX2" fmla="*/ 92928 w 1824669"/>
              <a:gd name="connsiteY2" fmla="*/ 759550 h 759549"/>
              <a:gd name="connsiteX3" fmla="*/ 1731741 w 1824669"/>
              <a:gd name="connsiteY3" fmla="*/ 759550 h 759549"/>
              <a:gd name="connsiteX4" fmla="*/ 1812115 w 1824669"/>
              <a:gd name="connsiteY4" fmla="*/ 620169 h 759549"/>
              <a:gd name="connsiteX5" fmla="*/ 1480905 w 1824669"/>
              <a:gd name="connsiteY5" fmla="*/ 46379 h 759549"/>
              <a:gd name="connsiteX6" fmla="*/ 1400530 w 1824669"/>
              <a:gd name="connsiteY6" fmla="*/ 0 h 759549"/>
              <a:gd name="connsiteX7" fmla="*/ 424139 w 1824669"/>
              <a:gd name="connsiteY7" fmla="*/ 0 h 759549"/>
              <a:gd name="connsiteX8" fmla="*/ 343765 w 1824669"/>
              <a:gd name="connsiteY8" fmla="*/ 46379 h 759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24669" h="759549">
                <a:moveTo>
                  <a:pt x="343765" y="46379"/>
                </a:moveTo>
                <a:lnTo>
                  <a:pt x="12554" y="620169"/>
                </a:lnTo>
                <a:cubicBezTo>
                  <a:pt x="-23141" y="682089"/>
                  <a:pt x="21538" y="759550"/>
                  <a:pt x="92928" y="759550"/>
                </a:cubicBezTo>
                <a:lnTo>
                  <a:pt x="1731741" y="759550"/>
                </a:lnTo>
                <a:cubicBezTo>
                  <a:pt x="1803130" y="759550"/>
                  <a:pt x="1847810" y="682089"/>
                  <a:pt x="1812115" y="620169"/>
                </a:cubicBezTo>
                <a:lnTo>
                  <a:pt x="1480905" y="46379"/>
                </a:lnTo>
                <a:cubicBezTo>
                  <a:pt x="1464392" y="17726"/>
                  <a:pt x="1433554" y="0"/>
                  <a:pt x="1400530" y="0"/>
                </a:cubicBezTo>
                <a:lnTo>
                  <a:pt x="424139" y="0"/>
                </a:lnTo>
                <a:cubicBezTo>
                  <a:pt x="390872" y="0"/>
                  <a:pt x="360276" y="17726"/>
                  <a:pt x="343765" y="46379"/>
                </a:cubicBezTo>
                <a:close/>
              </a:path>
            </a:pathLst>
          </a:custGeom>
          <a:solidFill>
            <a:schemeClr val="accent2"/>
          </a:solidFill>
          <a:ln w="24279" cap="flat">
            <a:noFill/>
            <a:prstDash val="solid"/>
            <a:miter/>
          </a:ln>
        </p:spPr>
        <p:txBody>
          <a:bodyPr tIns="0" bIns="0" rtlCol="0" anchor="ctr"/>
          <a:lstStyle/>
          <a:p>
            <a:pPr algn="ctr"/>
            <a:r>
              <a:rPr lang="fr-FR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02</a:t>
            </a:r>
          </a:p>
        </p:txBody>
      </p:sp>
      <p:sp>
        <p:nvSpPr>
          <p:cNvPr id="16" name="Forme libre 16">
            <a:extLst>
              <a:ext uri="{FF2B5EF4-FFF2-40B4-BE49-F238E27FC236}">
                <a16:creationId xmlns:a16="http://schemas.microsoft.com/office/drawing/2014/main" id="{6E62C4AB-92A2-1B7D-AFCA-F5E7208C1DA5}"/>
              </a:ext>
            </a:extLst>
          </p:cNvPr>
          <p:cNvSpPr/>
          <p:nvPr/>
        </p:nvSpPr>
        <p:spPr>
          <a:xfrm>
            <a:off x="3723445" y="5531454"/>
            <a:ext cx="5257969" cy="796531"/>
          </a:xfrm>
          <a:custGeom>
            <a:avLst/>
            <a:gdLst>
              <a:gd name="connsiteX0" fmla="*/ 4716764 w 5065141"/>
              <a:gd name="connsiteY0" fmla="*/ 46379 h 767320"/>
              <a:gd name="connsiteX1" fmla="*/ 4636389 w 5065141"/>
              <a:gd name="connsiteY1" fmla="*/ 0 h 767320"/>
              <a:gd name="connsiteX2" fmla="*/ 428510 w 5065141"/>
              <a:gd name="connsiteY2" fmla="*/ 0 h 767320"/>
              <a:gd name="connsiteX3" fmla="*/ 348135 w 5065141"/>
              <a:gd name="connsiteY3" fmla="*/ 46379 h 767320"/>
              <a:gd name="connsiteX4" fmla="*/ 12554 w 5065141"/>
              <a:gd name="connsiteY4" fmla="*/ 627940 h 767320"/>
              <a:gd name="connsiteX5" fmla="*/ 92928 w 5065141"/>
              <a:gd name="connsiteY5" fmla="*/ 767320 h 767320"/>
              <a:gd name="connsiteX6" fmla="*/ 4972214 w 5065141"/>
              <a:gd name="connsiteY6" fmla="*/ 767320 h 767320"/>
              <a:gd name="connsiteX7" fmla="*/ 5052588 w 5065141"/>
              <a:gd name="connsiteY7" fmla="*/ 627940 h 767320"/>
              <a:gd name="connsiteX8" fmla="*/ 4717006 w 5065141"/>
              <a:gd name="connsiteY8" fmla="*/ 46379 h 767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65141" h="767320">
                <a:moveTo>
                  <a:pt x="4716764" y="46379"/>
                </a:moveTo>
                <a:cubicBezTo>
                  <a:pt x="4700252" y="17726"/>
                  <a:pt x="4669413" y="0"/>
                  <a:pt x="4636389" y="0"/>
                </a:cubicBezTo>
                <a:lnTo>
                  <a:pt x="428510" y="0"/>
                </a:lnTo>
                <a:cubicBezTo>
                  <a:pt x="395243" y="0"/>
                  <a:pt x="364647" y="17726"/>
                  <a:pt x="348135" y="46379"/>
                </a:cubicBezTo>
                <a:lnTo>
                  <a:pt x="12554" y="627940"/>
                </a:lnTo>
                <a:cubicBezTo>
                  <a:pt x="-23141" y="689859"/>
                  <a:pt x="21538" y="767320"/>
                  <a:pt x="92928" y="767320"/>
                </a:cubicBezTo>
                <a:lnTo>
                  <a:pt x="4972214" y="767320"/>
                </a:lnTo>
                <a:cubicBezTo>
                  <a:pt x="5043604" y="767320"/>
                  <a:pt x="5088283" y="689859"/>
                  <a:pt x="5052588" y="627940"/>
                </a:cubicBezTo>
                <a:lnTo>
                  <a:pt x="4717006" y="46379"/>
                </a:lnTo>
                <a:close/>
              </a:path>
            </a:pathLst>
          </a:custGeom>
          <a:solidFill>
            <a:schemeClr val="accent6"/>
          </a:solidFill>
          <a:ln w="24279" cap="flat">
            <a:noFill/>
            <a:prstDash val="solid"/>
            <a:miter/>
          </a:ln>
        </p:spPr>
        <p:txBody>
          <a:bodyPr tIns="0" bIns="0" rtlCol="0" anchor="ctr"/>
          <a:lstStyle/>
          <a:p>
            <a:pPr algn="ctr"/>
            <a:r>
              <a:rPr lang="fr-FR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05</a:t>
            </a:r>
          </a:p>
        </p:txBody>
      </p:sp>
      <p:sp>
        <p:nvSpPr>
          <p:cNvPr id="19" name="Freeform: Shape 2">
            <a:extLst>
              <a:ext uri="{FF2B5EF4-FFF2-40B4-BE49-F238E27FC236}">
                <a16:creationId xmlns:a16="http://schemas.microsoft.com/office/drawing/2014/main" id="{5214E711-F040-CDC1-C698-D233682C4F93}"/>
              </a:ext>
            </a:extLst>
          </p:cNvPr>
          <p:cNvSpPr/>
          <p:nvPr/>
        </p:nvSpPr>
        <p:spPr>
          <a:xfrm>
            <a:off x="5964071" y="1783839"/>
            <a:ext cx="317527" cy="634250"/>
          </a:xfrm>
          <a:custGeom>
            <a:avLst/>
            <a:gdLst>
              <a:gd name="connsiteX0" fmla="*/ 305882 w 305882"/>
              <a:gd name="connsiteY0" fmla="*/ 0 h 610990"/>
              <a:gd name="connsiteX1" fmla="*/ 31348 w 305882"/>
              <a:gd name="connsiteY1" fmla="*/ 610990 h 610990"/>
              <a:gd name="connsiteX2" fmla="*/ 12584 w 305882"/>
              <a:gd name="connsiteY2" fmla="*/ 591795 h 610990"/>
              <a:gd name="connsiteX3" fmla="*/ 12554 w 305882"/>
              <a:gd name="connsiteY3" fmla="*/ 498885 h 610990"/>
              <a:gd name="connsiteX4" fmla="*/ 293500 w 305882"/>
              <a:gd name="connsiteY4" fmla="*/ 12267 h 610990"/>
              <a:gd name="connsiteX5" fmla="*/ 305882 w 305882"/>
              <a:gd name="connsiteY5" fmla="*/ 0 h 610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5882" h="610990">
                <a:moveTo>
                  <a:pt x="305882" y="0"/>
                </a:moveTo>
                <a:lnTo>
                  <a:pt x="31348" y="610990"/>
                </a:lnTo>
                <a:lnTo>
                  <a:pt x="12584" y="591795"/>
                </a:lnTo>
                <a:cubicBezTo>
                  <a:pt x="-3048" y="564690"/>
                  <a:pt x="-5294" y="529845"/>
                  <a:pt x="12554" y="498885"/>
                </a:cubicBezTo>
                <a:lnTo>
                  <a:pt x="293500" y="12267"/>
                </a:lnTo>
                <a:lnTo>
                  <a:pt x="305882" y="0"/>
                </a:lnTo>
                <a:close/>
              </a:path>
            </a:pathLst>
          </a:custGeom>
          <a:solidFill>
            <a:srgbClr val="1D1D1B">
              <a:alpha val="15000"/>
            </a:srgbClr>
          </a:solidFill>
          <a:ln w="2427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fr-FR"/>
          </a:p>
        </p:txBody>
      </p:sp>
      <p:sp>
        <p:nvSpPr>
          <p:cNvPr id="22" name="Freeform: Shape 3">
            <a:extLst>
              <a:ext uri="{FF2B5EF4-FFF2-40B4-BE49-F238E27FC236}">
                <a16:creationId xmlns:a16="http://schemas.microsoft.com/office/drawing/2014/main" id="{4C43E123-FE65-B738-59F4-BA9E9B7377E1}"/>
              </a:ext>
            </a:extLst>
          </p:cNvPr>
          <p:cNvSpPr/>
          <p:nvPr/>
        </p:nvSpPr>
        <p:spPr>
          <a:xfrm>
            <a:off x="6492041" y="1894310"/>
            <a:ext cx="248245" cy="510012"/>
          </a:xfrm>
          <a:custGeom>
            <a:avLst/>
            <a:gdLst>
              <a:gd name="connsiteX0" fmla="*/ 0 w 239141"/>
              <a:gd name="connsiteY0" fmla="*/ 0 h 491308"/>
              <a:gd name="connsiteX1" fmla="*/ 226587 w 239141"/>
              <a:gd name="connsiteY1" fmla="*/ 392465 h 491308"/>
              <a:gd name="connsiteX2" fmla="*/ 226557 w 239141"/>
              <a:gd name="connsiteY2" fmla="*/ 485375 h 491308"/>
              <a:gd name="connsiteX3" fmla="*/ 220757 w 239141"/>
              <a:gd name="connsiteY3" fmla="*/ 491308 h 491308"/>
              <a:gd name="connsiteX4" fmla="*/ 0 w 239141"/>
              <a:gd name="connsiteY4" fmla="*/ 0 h 491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9141" h="491308">
                <a:moveTo>
                  <a:pt x="0" y="0"/>
                </a:moveTo>
                <a:lnTo>
                  <a:pt x="226587" y="392465"/>
                </a:lnTo>
                <a:cubicBezTo>
                  <a:pt x="244435" y="423425"/>
                  <a:pt x="242189" y="458270"/>
                  <a:pt x="226557" y="485375"/>
                </a:cubicBezTo>
                <a:lnTo>
                  <a:pt x="220757" y="491308"/>
                </a:lnTo>
                <a:lnTo>
                  <a:pt x="0" y="0"/>
                </a:lnTo>
                <a:close/>
              </a:path>
            </a:pathLst>
          </a:custGeom>
          <a:solidFill>
            <a:srgbClr val="1D1D1B">
              <a:alpha val="15000"/>
            </a:srgbClr>
          </a:solidFill>
          <a:ln w="2427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fr-FR"/>
          </a:p>
        </p:txBody>
      </p:sp>
      <p:sp>
        <p:nvSpPr>
          <p:cNvPr id="24" name="Freeform: Shape 4">
            <a:extLst>
              <a:ext uri="{FF2B5EF4-FFF2-40B4-BE49-F238E27FC236}">
                <a16:creationId xmlns:a16="http://schemas.microsoft.com/office/drawing/2014/main" id="{BB1EB161-19E5-570E-2FD2-BC327207A708}"/>
              </a:ext>
            </a:extLst>
          </p:cNvPr>
          <p:cNvSpPr/>
          <p:nvPr/>
        </p:nvSpPr>
        <p:spPr>
          <a:xfrm>
            <a:off x="5405237" y="2626631"/>
            <a:ext cx="497671" cy="788466"/>
          </a:xfrm>
          <a:custGeom>
            <a:avLst/>
            <a:gdLst>
              <a:gd name="connsiteX0" fmla="*/ 424139 w 479420"/>
              <a:gd name="connsiteY0" fmla="*/ 0 h 759550"/>
              <a:gd name="connsiteX1" fmla="*/ 479420 w 479420"/>
              <a:gd name="connsiteY1" fmla="*/ 0 h 759550"/>
              <a:gd name="connsiteX2" fmla="*/ 138134 w 479420"/>
              <a:gd name="connsiteY2" fmla="*/ 759550 h 759550"/>
              <a:gd name="connsiteX3" fmla="*/ 92928 w 479420"/>
              <a:gd name="connsiteY3" fmla="*/ 759550 h 759550"/>
              <a:gd name="connsiteX4" fmla="*/ 12554 w 479420"/>
              <a:gd name="connsiteY4" fmla="*/ 620169 h 759550"/>
              <a:gd name="connsiteX5" fmla="*/ 343765 w 479420"/>
              <a:gd name="connsiteY5" fmla="*/ 46379 h 759550"/>
              <a:gd name="connsiteX6" fmla="*/ 424139 w 479420"/>
              <a:gd name="connsiteY6" fmla="*/ 0 h 75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9420" h="759550">
                <a:moveTo>
                  <a:pt x="424139" y="0"/>
                </a:moveTo>
                <a:lnTo>
                  <a:pt x="479420" y="0"/>
                </a:lnTo>
                <a:lnTo>
                  <a:pt x="138134" y="759550"/>
                </a:lnTo>
                <a:lnTo>
                  <a:pt x="92928" y="759550"/>
                </a:lnTo>
                <a:cubicBezTo>
                  <a:pt x="21538" y="759550"/>
                  <a:pt x="-23141" y="682089"/>
                  <a:pt x="12554" y="620169"/>
                </a:cubicBezTo>
                <a:lnTo>
                  <a:pt x="343765" y="46379"/>
                </a:lnTo>
                <a:cubicBezTo>
                  <a:pt x="360276" y="17726"/>
                  <a:pt x="390872" y="0"/>
                  <a:pt x="424139" y="0"/>
                </a:cubicBezTo>
                <a:close/>
              </a:path>
            </a:pathLst>
          </a:custGeom>
          <a:solidFill>
            <a:srgbClr val="1D1D1B">
              <a:alpha val="15000"/>
            </a:srgbClr>
          </a:solidFill>
          <a:ln w="2427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fr-FR"/>
          </a:p>
        </p:txBody>
      </p:sp>
      <p:sp>
        <p:nvSpPr>
          <p:cNvPr id="26" name="Freeform: Shape 5">
            <a:extLst>
              <a:ext uri="{FF2B5EF4-FFF2-40B4-BE49-F238E27FC236}">
                <a16:creationId xmlns:a16="http://schemas.microsoft.com/office/drawing/2014/main" id="{9CC7752F-5316-09A8-4BF0-90C3FF6E1AC1}"/>
              </a:ext>
            </a:extLst>
          </p:cNvPr>
          <p:cNvSpPr/>
          <p:nvPr/>
        </p:nvSpPr>
        <p:spPr>
          <a:xfrm>
            <a:off x="6821092" y="2626631"/>
            <a:ext cx="478278" cy="788466"/>
          </a:xfrm>
          <a:custGeom>
            <a:avLst/>
            <a:gdLst>
              <a:gd name="connsiteX0" fmla="*/ 0 w 460738"/>
              <a:gd name="connsiteY0" fmla="*/ 0 h 759550"/>
              <a:gd name="connsiteX1" fmla="*/ 36600 w 460738"/>
              <a:gd name="connsiteY1" fmla="*/ 0 h 759550"/>
              <a:gd name="connsiteX2" fmla="*/ 116975 w 460738"/>
              <a:gd name="connsiteY2" fmla="*/ 46379 h 759550"/>
              <a:gd name="connsiteX3" fmla="*/ 448185 w 460738"/>
              <a:gd name="connsiteY3" fmla="*/ 620169 h 759550"/>
              <a:gd name="connsiteX4" fmla="*/ 367811 w 460738"/>
              <a:gd name="connsiteY4" fmla="*/ 759550 h 759550"/>
              <a:gd name="connsiteX5" fmla="*/ 341286 w 460738"/>
              <a:gd name="connsiteY5" fmla="*/ 759550 h 759550"/>
              <a:gd name="connsiteX6" fmla="*/ 0 w 460738"/>
              <a:gd name="connsiteY6" fmla="*/ 0 h 75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0738" h="759550">
                <a:moveTo>
                  <a:pt x="0" y="0"/>
                </a:moveTo>
                <a:lnTo>
                  <a:pt x="36600" y="0"/>
                </a:lnTo>
                <a:cubicBezTo>
                  <a:pt x="69624" y="0"/>
                  <a:pt x="100462" y="17726"/>
                  <a:pt x="116975" y="46379"/>
                </a:cubicBezTo>
                <a:lnTo>
                  <a:pt x="448185" y="620169"/>
                </a:lnTo>
                <a:cubicBezTo>
                  <a:pt x="483880" y="682089"/>
                  <a:pt x="439200" y="759550"/>
                  <a:pt x="367811" y="759550"/>
                </a:cubicBezTo>
                <a:lnTo>
                  <a:pt x="341286" y="759550"/>
                </a:lnTo>
                <a:lnTo>
                  <a:pt x="0" y="0"/>
                </a:lnTo>
                <a:close/>
              </a:path>
            </a:pathLst>
          </a:custGeom>
          <a:solidFill>
            <a:srgbClr val="1D1D1B">
              <a:alpha val="15000"/>
            </a:srgbClr>
          </a:solidFill>
          <a:ln w="2427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fr-FR"/>
          </a:p>
        </p:txBody>
      </p:sp>
      <p:sp>
        <p:nvSpPr>
          <p:cNvPr id="28" name="Freeform: Shape 6">
            <a:extLst>
              <a:ext uri="{FF2B5EF4-FFF2-40B4-BE49-F238E27FC236}">
                <a16:creationId xmlns:a16="http://schemas.microsoft.com/office/drawing/2014/main" id="{4E93A9ED-22D2-1374-67C0-2B67ED3F7810}"/>
              </a:ext>
            </a:extLst>
          </p:cNvPr>
          <p:cNvSpPr/>
          <p:nvPr/>
        </p:nvSpPr>
        <p:spPr>
          <a:xfrm>
            <a:off x="4846153" y="3594820"/>
            <a:ext cx="621724" cy="788467"/>
          </a:xfrm>
          <a:custGeom>
            <a:avLst/>
            <a:gdLst>
              <a:gd name="connsiteX0" fmla="*/ 424139 w 598923"/>
              <a:gd name="connsiteY0" fmla="*/ 0 h 759551"/>
              <a:gd name="connsiteX1" fmla="*/ 598923 w 598923"/>
              <a:gd name="connsiteY1" fmla="*/ 0 h 759551"/>
              <a:gd name="connsiteX2" fmla="*/ 257637 w 598923"/>
              <a:gd name="connsiteY2" fmla="*/ 759551 h 759551"/>
              <a:gd name="connsiteX3" fmla="*/ 92928 w 598923"/>
              <a:gd name="connsiteY3" fmla="*/ 759551 h 759551"/>
              <a:gd name="connsiteX4" fmla="*/ 12554 w 598923"/>
              <a:gd name="connsiteY4" fmla="*/ 620169 h 759551"/>
              <a:gd name="connsiteX5" fmla="*/ 343765 w 598923"/>
              <a:gd name="connsiteY5" fmla="*/ 46379 h 759551"/>
              <a:gd name="connsiteX6" fmla="*/ 424139 w 598923"/>
              <a:gd name="connsiteY6" fmla="*/ 0 h 759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8923" h="759551">
                <a:moveTo>
                  <a:pt x="424139" y="0"/>
                </a:moveTo>
                <a:lnTo>
                  <a:pt x="598923" y="0"/>
                </a:lnTo>
                <a:lnTo>
                  <a:pt x="257637" y="759551"/>
                </a:lnTo>
                <a:lnTo>
                  <a:pt x="92928" y="759551"/>
                </a:lnTo>
                <a:cubicBezTo>
                  <a:pt x="21538" y="759551"/>
                  <a:pt x="-23141" y="682090"/>
                  <a:pt x="12554" y="620169"/>
                </a:cubicBezTo>
                <a:lnTo>
                  <a:pt x="343765" y="46379"/>
                </a:lnTo>
                <a:cubicBezTo>
                  <a:pt x="360277" y="17726"/>
                  <a:pt x="390872" y="0"/>
                  <a:pt x="424139" y="0"/>
                </a:cubicBezTo>
                <a:close/>
              </a:path>
            </a:pathLst>
          </a:custGeom>
          <a:solidFill>
            <a:srgbClr val="1D1D1B">
              <a:alpha val="15000"/>
            </a:srgbClr>
          </a:solidFill>
          <a:ln w="2427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fr-FR"/>
          </a:p>
        </p:txBody>
      </p:sp>
      <p:sp>
        <p:nvSpPr>
          <p:cNvPr id="30" name="Freeform: Shape 7">
            <a:extLst>
              <a:ext uri="{FF2B5EF4-FFF2-40B4-BE49-F238E27FC236}">
                <a16:creationId xmlns:a16="http://schemas.microsoft.com/office/drawing/2014/main" id="{AC292A21-3277-8037-8371-72CACFBB3678}"/>
              </a:ext>
            </a:extLst>
          </p:cNvPr>
          <p:cNvSpPr/>
          <p:nvPr/>
        </p:nvSpPr>
        <p:spPr>
          <a:xfrm>
            <a:off x="7256124" y="3594820"/>
            <a:ext cx="602332" cy="788467"/>
          </a:xfrm>
          <a:custGeom>
            <a:avLst/>
            <a:gdLst>
              <a:gd name="connsiteX0" fmla="*/ 0 w 580242"/>
              <a:gd name="connsiteY0" fmla="*/ 0 h 759551"/>
              <a:gd name="connsiteX1" fmla="*/ 156104 w 580242"/>
              <a:gd name="connsiteY1" fmla="*/ 0 h 759551"/>
              <a:gd name="connsiteX2" fmla="*/ 236478 w 580242"/>
              <a:gd name="connsiteY2" fmla="*/ 46379 h 759551"/>
              <a:gd name="connsiteX3" fmla="*/ 567689 w 580242"/>
              <a:gd name="connsiteY3" fmla="*/ 620169 h 759551"/>
              <a:gd name="connsiteX4" fmla="*/ 487314 w 580242"/>
              <a:gd name="connsiteY4" fmla="*/ 759551 h 759551"/>
              <a:gd name="connsiteX5" fmla="*/ 341286 w 580242"/>
              <a:gd name="connsiteY5" fmla="*/ 759551 h 759551"/>
              <a:gd name="connsiteX6" fmla="*/ 0 w 580242"/>
              <a:gd name="connsiteY6" fmla="*/ 0 h 759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0242" h="759551">
                <a:moveTo>
                  <a:pt x="0" y="0"/>
                </a:moveTo>
                <a:lnTo>
                  <a:pt x="156104" y="0"/>
                </a:lnTo>
                <a:cubicBezTo>
                  <a:pt x="189128" y="0"/>
                  <a:pt x="219966" y="17726"/>
                  <a:pt x="236478" y="46379"/>
                </a:cubicBezTo>
                <a:lnTo>
                  <a:pt x="567689" y="620169"/>
                </a:lnTo>
                <a:cubicBezTo>
                  <a:pt x="603384" y="682090"/>
                  <a:pt x="558704" y="759551"/>
                  <a:pt x="487314" y="759551"/>
                </a:cubicBezTo>
                <a:lnTo>
                  <a:pt x="341286" y="759551"/>
                </a:lnTo>
                <a:lnTo>
                  <a:pt x="0" y="0"/>
                </a:lnTo>
                <a:close/>
              </a:path>
            </a:pathLst>
          </a:custGeom>
          <a:solidFill>
            <a:srgbClr val="1D1D1B">
              <a:alpha val="15000"/>
            </a:srgbClr>
          </a:solidFill>
          <a:ln w="2427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fr-FR"/>
          </a:p>
        </p:txBody>
      </p:sp>
      <p:sp>
        <p:nvSpPr>
          <p:cNvPr id="32" name="Freeform: Shape 8">
            <a:extLst>
              <a:ext uri="{FF2B5EF4-FFF2-40B4-BE49-F238E27FC236}">
                <a16:creationId xmlns:a16="http://schemas.microsoft.com/office/drawing/2014/main" id="{3636222B-68CC-A629-D78B-4637EBDA430D}"/>
              </a:ext>
            </a:extLst>
          </p:cNvPr>
          <p:cNvSpPr/>
          <p:nvPr/>
        </p:nvSpPr>
        <p:spPr>
          <a:xfrm>
            <a:off x="4287068" y="4563262"/>
            <a:ext cx="745662" cy="788467"/>
          </a:xfrm>
          <a:custGeom>
            <a:avLst/>
            <a:gdLst>
              <a:gd name="connsiteX0" fmla="*/ 424139 w 718316"/>
              <a:gd name="connsiteY0" fmla="*/ 0 h 759551"/>
              <a:gd name="connsiteX1" fmla="*/ 718316 w 718316"/>
              <a:gd name="connsiteY1" fmla="*/ 0 h 759551"/>
              <a:gd name="connsiteX2" fmla="*/ 377030 w 718316"/>
              <a:gd name="connsiteY2" fmla="*/ 759551 h 759551"/>
              <a:gd name="connsiteX3" fmla="*/ 92928 w 718316"/>
              <a:gd name="connsiteY3" fmla="*/ 759551 h 759551"/>
              <a:gd name="connsiteX4" fmla="*/ 12554 w 718316"/>
              <a:gd name="connsiteY4" fmla="*/ 620171 h 759551"/>
              <a:gd name="connsiteX5" fmla="*/ 343765 w 718316"/>
              <a:gd name="connsiteY5" fmla="*/ 46380 h 759551"/>
              <a:gd name="connsiteX6" fmla="*/ 424139 w 718316"/>
              <a:gd name="connsiteY6" fmla="*/ 0 h 759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8316" h="759551">
                <a:moveTo>
                  <a:pt x="424139" y="0"/>
                </a:moveTo>
                <a:lnTo>
                  <a:pt x="718316" y="0"/>
                </a:lnTo>
                <a:lnTo>
                  <a:pt x="377030" y="759551"/>
                </a:lnTo>
                <a:lnTo>
                  <a:pt x="92928" y="759551"/>
                </a:lnTo>
                <a:cubicBezTo>
                  <a:pt x="21538" y="759551"/>
                  <a:pt x="-23141" y="682090"/>
                  <a:pt x="12554" y="620171"/>
                </a:cubicBezTo>
                <a:lnTo>
                  <a:pt x="343765" y="46380"/>
                </a:lnTo>
                <a:cubicBezTo>
                  <a:pt x="360277" y="17727"/>
                  <a:pt x="390872" y="0"/>
                  <a:pt x="424139" y="0"/>
                </a:cubicBezTo>
                <a:close/>
              </a:path>
            </a:pathLst>
          </a:custGeom>
          <a:solidFill>
            <a:srgbClr val="1D1D1B">
              <a:alpha val="15000"/>
            </a:srgbClr>
          </a:solidFill>
          <a:ln w="2427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fr-FR"/>
          </a:p>
        </p:txBody>
      </p:sp>
      <p:sp>
        <p:nvSpPr>
          <p:cNvPr id="35" name="Freeform: Shape 9">
            <a:extLst>
              <a:ext uri="{FF2B5EF4-FFF2-40B4-BE49-F238E27FC236}">
                <a16:creationId xmlns:a16="http://schemas.microsoft.com/office/drawing/2014/main" id="{94E6A987-A1D7-503F-8A62-EDB651AE7584}"/>
              </a:ext>
            </a:extLst>
          </p:cNvPr>
          <p:cNvSpPr/>
          <p:nvPr/>
        </p:nvSpPr>
        <p:spPr>
          <a:xfrm>
            <a:off x="7691270" y="4563262"/>
            <a:ext cx="726271" cy="788467"/>
          </a:xfrm>
          <a:custGeom>
            <a:avLst/>
            <a:gdLst>
              <a:gd name="connsiteX0" fmla="*/ 0 w 699636"/>
              <a:gd name="connsiteY0" fmla="*/ 0 h 759551"/>
              <a:gd name="connsiteX1" fmla="*/ 275497 w 699636"/>
              <a:gd name="connsiteY1" fmla="*/ 0 h 759551"/>
              <a:gd name="connsiteX2" fmla="*/ 355872 w 699636"/>
              <a:gd name="connsiteY2" fmla="*/ 46380 h 759551"/>
              <a:gd name="connsiteX3" fmla="*/ 687083 w 699636"/>
              <a:gd name="connsiteY3" fmla="*/ 620171 h 759551"/>
              <a:gd name="connsiteX4" fmla="*/ 606708 w 699636"/>
              <a:gd name="connsiteY4" fmla="*/ 759551 h 759551"/>
              <a:gd name="connsiteX5" fmla="*/ 341286 w 699636"/>
              <a:gd name="connsiteY5" fmla="*/ 759551 h 759551"/>
              <a:gd name="connsiteX6" fmla="*/ 0 w 699636"/>
              <a:gd name="connsiteY6" fmla="*/ 0 h 759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9636" h="759551">
                <a:moveTo>
                  <a:pt x="0" y="0"/>
                </a:moveTo>
                <a:lnTo>
                  <a:pt x="275497" y="0"/>
                </a:lnTo>
                <a:cubicBezTo>
                  <a:pt x="308521" y="0"/>
                  <a:pt x="339360" y="17727"/>
                  <a:pt x="355872" y="46380"/>
                </a:cubicBezTo>
                <a:lnTo>
                  <a:pt x="687083" y="620171"/>
                </a:lnTo>
                <a:cubicBezTo>
                  <a:pt x="722778" y="682090"/>
                  <a:pt x="678098" y="759551"/>
                  <a:pt x="606708" y="759551"/>
                </a:cubicBezTo>
                <a:lnTo>
                  <a:pt x="341286" y="759551"/>
                </a:lnTo>
                <a:lnTo>
                  <a:pt x="0" y="0"/>
                </a:lnTo>
                <a:close/>
              </a:path>
            </a:pathLst>
          </a:custGeom>
          <a:solidFill>
            <a:srgbClr val="1D1D1B">
              <a:alpha val="15000"/>
            </a:srgbClr>
          </a:solidFill>
          <a:ln w="2427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fr-FR"/>
          </a:p>
        </p:txBody>
      </p:sp>
      <p:sp>
        <p:nvSpPr>
          <p:cNvPr id="43" name="Freeform: Shape 10">
            <a:extLst>
              <a:ext uri="{FF2B5EF4-FFF2-40B4-BE49-F238E27FC236}">
                <a16:creationId xmlns:a16="http://schemas.microsoft.com/office/drawing/2014/main" id="{E9198BBC-B9EA-765D-78C1-9B3590041FF0}"/>
              </a:ext>
            </a:extLst>
          </p:cNvPr>
          <p:cNvSpPr/>
          <p:nvPr/>
        </p:nvSpPr>
        <p:spPr>
          <a:xfrm>
            <a:off x="3723444" y="5531454"/>
            <a:ext cx="874252" cy="796531"/>
          </a:xfrm>
          <a:custGeom>
            <a:avLst/>
            <a:gdLst>
              <a:gd name="connsiteX0" fmla="*/ 428510 w 842190"/>
              <a:gd name="connsiteY0" fmla="*/ 0 h 767320"/>
              <a:gd name="connsiteX1" fmla="*/ 842190 w 842190"/>
              <a:gd name="connsiteY1" fmla="*/ 0 h 767320"/>
              <a:gd name="connsiteX2" fmla="*/ 497413 w 842190"/>
              <a:gd name="connsiteY2" fmla="*/ 767320 h 767320"/>
              <a:gd name="connsiteX3" fmla="*/ 92928 w 842190"/>
              <a:gd name="connsiteY3" fmla="*/ 767320 h 767320"/>
              <a:gd name="connsiteX4" fmla="*/ 12554 w 842190"/>
              <a:gd name="connsiteY4" fmla="*/ 627940 h 767320"/>
              <a:gd name="connsiteX5" fmla="*/ 348135 w 842190"/>
              <a:gd name="connsiteY5" fmla="*/ 46379 h 767320"/>
              <a:gd name="connsiteX6" fmla="*/ 428510 w 842190"/>
              <a:gd name="connsiteY6" fmla="*/ 0 h 767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42190" h="767320">
                <a:moveTo>
                  <a:pt x="428510" y="0"/>
                </a:moveTo>
                <a:lnTo>
                  <a:pt x="842190" y="0"/>
                </a:lnTo>
                <a:lnTo>
                  <a:pt x="497413" y="767320"/>
                </a:lnTo>
                <a:lnTo>
                  <a:pt x="92928" y="767320"/>
                </a:lnTo>
                <a:cubicBezTo>
                  <a:pt x="21538" y="767320"/>
                  <a:pt x="-23141" y="689859"/>
                  <a:pt x="12554" y="627940"/>
                </a:cubicBezTo>
                <a:lnTo>
                  <a:pt x="348135" y="46379"/>
                </a:lnTo>
                <a:cubicBezTo>
                  <a:pt x="364647" y="17726"/>
                  <a:pt x="395243" y="0"/>
                  <a:pt x="428510" y="0"/>
                </a:cubicBezTo>
                <a:close/>
              </a:path>
            </a:pathLst>
          </a:custGeom>
          <a:solidFill>
            <a:srgbClr val="1D1D1B">
              <a:alpha val="15000"/>
            </a:srgbClr>
          </a:solidFill>
          <a:ln w="2427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fr-FR"/>
          </a:p>
        </p:txBody>
      </p:sp>
      <p:sp>
        <p:nvSpPr>
          <p:cNvPr id="45" name="Freeform: Shape 17">
            <a:extLst>
              <a:ext uri="{FF2B5EF4-FFF2-40B4-BE49-F238E27FC236}">
                <a16:creationId xmlns:a16="http://schemas.microsoft.com/office/drawing/2014/main" id="{BA7288BC-A744-B4D1-2109-CD1BE44F53CC}"/>
              </a:ext>
            </a:extLst>
          </p:cNvPr>
          <p:cNvSpPr/>
          <p:nvPr/>
        </p:nvSpPr>
        <p:spPr>
          <a:xfrm>
            <a:off x="8126302" y="5531454"/>
            <a:ext cx="855112" cy="796531"/>
          </a:xfrm>
          <a:custGeom>
            <a:avLst/>
            <a:gdLst>
              <a:gd name="connsiteX0" fmla="*/ 0 w 823752"/>
              <a:gd name="connsiteY0" fmla="*/ 0 h 767320"/>
              <a:gd name="connsiteX1" fmla="*/ 394999 w 823752"/>
              <a:gd name="connsiteY1" fmla="*/ 0 h 767320"/>
              <a:gd name="connsiteX2" fmla="*/ 475374 w 823752"/>
              <a:gd name="connsiteY2" fmla="*/ 46379 h 767320"/>
              <a:gd name="connsiteX3" fmla="*/ 475616 w 823752"/>
              <a:gd name="connsiteY3" fmla="*/ 46379 h 767320"/>
              <a:gd name="connsiteX4" fmla="*/ 811198 w 823752"/>
              <a:gd name="connsiteY4" fmla="*/ 627940 h 767320"/>
              <a:gd name="connsiteX5" fmla="*/ 730824 w 823752"/>
              <a:gd name="connsiteY5" fmla="*/ 767320 h 767320"/>
              <a:gd name="connsiteX6" fmla="*/ 344777 w 823752"/>
              <a:gd name="connsiteY6" fmla="*/ 767320 h 767320"/>
              <a:gd name="connsiteX7" fmla="*/ 0 w 823752"/>
              <a:gd name="connsiteY7" fmla="*/ 0 h 767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23752" h="767320">
                <a:moveTo>
                  <a:pt x="0" y="0"/>
                </a:moveTo>
                <a:lnTo>
                  <a:pt x="394999" y="0"/>
                </a:lnTo>
                <a:cubicBezTo>
                  <a:pt x="428023" y="0"/>
                  <a:pt x="458862" y="17726"/>
                  <a:pt x="475374" y="46379"/>
                </a:cubicBezTo>
                <a:lnTo>
                  <a:pt x="475616" y="46379"/>
                </a:lnTo>
                <a:lnTo>
                  <a:pt x="811198" y="627940"/>
                </a:lnTo>
                <a:cubicBezTo>
                  <a:pt x="846893" y="689859"/>
                  <a:pt x="802214" y="767320"/>
                  <a:pt x="730824" y="767320"/>
                </a:cubicBezTo>
                <a:lnTo>
                  <a:pt x="344777" y="767320"/>
                </a:lnTo>
                <a:lnTo>
                  <a:pt x="0" y="0"/>
                </a:lnTo>
                <a:close/>
              </a:path>
            </a:pathLst>
          </a:custGeom>
          <a:solidFill>
            <a:srgbClr val="1D1D1B">
              <a:alpha val="15000"/>
            </a:srgbClr>
          </a:solidFill>
          <a:ln w="2427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fr-FR"/>
          </a:p>
        </p:txBody>
      </p:sp>
      <p:sp>
        <p:nvSpPr>
          <p:cNvPr id="47" name="Freeform: Shape 18">
            <a:extLst>
              <a:ext uri="{FF2B5EF4-FFF2-40B4-BE49-F238E27FC236}">
                <a16:creationId xmlns:a16="http://schemas.microsoft.com/office/drawing/2014/main" id="{73CE0EE4-D3AF-0F34-494A-4AB3274033AA}"/>
              </a:ext>
            </a:extLst>
          </p:cNvPr>
          <p:cNvSpPr/>
          <p:nvPr/>
        </p:nvSpPr>
        <p:spPr>
          <a:xfrm>
            <a:off x="5902908" y="2404322"/>
            <a:ext cx="918183" cy="222309"/>
          </a:xfrm>
          <a:custGeom>
            <a:avLst/>
            <a:gdLst>
              <a:gd name="connsiteX0" fmla="*/ 788284 w 884510"/>
              <a:gd name="connsiteY0" fmla="*/ 0 h 214156"/>
              <a:gd name="connsiteX1" fmla="*/ 884510 w 884510"/>
              <a:gd name="connsiteY1" fmla="*/ 214156 h 214156"/>
              <a:gd name="connsiteX2" fmla="*/ 0 w 884510"/>
              <a:gd name="connsiteY2" fmla="*/ 214156 h 214156"/>
              <a:gd name="connsiteX3" fmla="*/ 90267 w 884510"/>
              <a:gd name="connsiteY3" fmla="*/ 13262 h 214156"/>
              <a:gd name="connsiteX4" fmla="*/ 104151 w 884510"/>
              <a:gd name="connsiteY4" fmla="*/ 27466 h 214156"/>
              <a:gd name="connsiteX5" fmla="*/ 151847 w 884510"/>
              <a:gd name="connsiteY5" fmla="*/ 40537 h 214156"/>
              <a:gd name="connsiteX6" fmla="*/ 713740 w 884510"/>
              <a:gd name="connsiteY6" fmla="*/ 40537 h 214156"/>
              <a:gd name="connsiteX7" fmla="*/ 761436 w 884510"/>
              <a:gd name="connsiteY7" fmla="*/ 27466 h 214156"/>
              <a:gd name="connsiteX8" fmla="*/ 788284 w 884510"/>
              <a:gd name="connsiteY8" fmla="*/ 0 h 214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84510" h="214156">
                <a:moveTo>
                  <a:pt x="788284" y="0"/>
                </a:moveTo>
                <a:lnTo>
                  <a:pt x="884510" y="214156"/>
                </a:lnTo>
                <a:lnTo>
                  <a:pt x="0" y="214156"/>
                </a:lnTo>
                <a:lnTo>
                  <a:pt x="90267" y="13262"/>
                </a:lnTo>
                <a:lnTo>
                  <a:pt x="104151" y="27466"/>
                </a:lnTo>
                <a:cubicBezTo>
                  <a:pt x="117822" y="35696"/>
                  <a:pt x="134000" y="40537"/>
                  <a:pt x="151847" y="40537"/>
                </a:cubicBezTo>
                <a:lnTo>
                  <a:pt x="713740" y="40537"/>
                </a:lnTo>
                <a:cubicBezTo>
                  <a:pt x="731588" y="40537"/>
                  <a:pt x="747766" y="35696"/>
                  <a:pt x="761436" y="27466"/>
                </a:cubicBezTo>
                <a:lnTo>
                  <a:pt x="788284" y="0"/>
                </a:lnTo>
                <a:close/>
              </a:path>
            </a:pathLst>
          </a:custGeom>
          <a:solidFill>
            <a:srgbClr val="1D1D1B">
              <a:alpha val="15000"/>
            </a:srgbClr>
          </a:solidFill>
          <a:ln w="2427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fr-FR"/>
          </a:p>
        </p:txBody>
      </p:sp>
      <p:sp>
        <p:nvSpPr>
          <p:cNvPr id="49" name="Freeform: Shape 19">
            <a:extLst>
              <a:ext uri="{FF2B5EF4-FFF2-40B4-BE49-F238E27FC236}">
                <a16:creationId xmlns:a16="http://schemas.microsoft.com/office/drawing/2014/main" id="{6ED2BEF6-05A3-340C-B5C8-EE8E5A052EE3}"/>
              </a:ext>
            </a:extLst>
          </p:cNvPr>
          <p:cNvSpPr/>
          <p:nvPr/>
        </p:nvSpPr>
        <p:spPr>
          <a:xfrm>
            <a:off x="5467875" y="3415097"/>
            <a:ext cx="1788247" cy="179723"/>
          </a:xfrm>
          <a:custGeom>
            <a:avLst/>
            <a:gdLst>
              <a:gd name="connsiteX0" fmla="*/ 77792 w 1722666"/>
              <a:gd name="connsiteY0" fmla="*/ 0 h 173132"/>
              <a:gd name="connsiteX1" fmla="*/ 1644874 w 1722666"/>
              <a:gd name="connsiteY1" fmla="*/ 0 h 173132"/>
              <a:gd name="connsiteX2" fmla="*/ 1722666 w 1722666"/>
              <a:gd name="connsiteY2" fmla="*/ 173132 h 173132"/>
              <a:gd name="connsiteX3" fmla="*/ 0 w 1722666"/>
              <a:gd name="connsiteY3" fmla="*/ 173132 h 173132"/>
              <a:gd name="connsiteX4" fmla="*/ 77792 w 1722666"/>
              <a:gd name="connsiteY4" fmla="*/ 0 h 173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22666" h="173132">
                <a:moveTo>
                  <a:pt x="77792" y="0"/>
                </a:moveTo>
                <a:lnTo>
                  <a:pt x="1644874" y="0"/>
                </a:lnTo>
                <a:lnTo>
                  <a:pt x="1722666" y="173132"/>
                </a:lnTo>
                <a:lnTo>
                  <a:pt x="0" y="173132"/>
                </a:lnTo>
                <a:lnTo>
                  <a:pt x="77792" y="0"/>
                </a:lnTo>
                <a:close/>
              </a:path>
            </a:pathLst>
          </a:custGeom>
          <a:solidFill>
            <a:srgbClr val="1D1D1B">
              <a:alpha val="15000"/>
            </a:srgbClr>
          </a:solidFill>
          <a:ln w="2427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fr-FR"/>
          </a:p>
        </p:txBody>
      </p:sp>
      <p:sp>
        <p:nvSpPr>
          <p:cNvPr id="51" name="Freeform: Shape 20">
            <a:extLst>
              <a:ext uri="{FF2B5EF4-FFF2-40B4-BE49-F238E27FC236}">
                <a16:creationId xmlns:a16="http://schemas.microsoft.com/office/drawing/2014/main" id="{BD42E943-4489-A1B2-D580-350D0D665F2E}"/>
              </a:ext>
            </a:extLst>
          </p:cNvPr>
          <p:cNvSpPr/>
          <p:nvPr/>
        </p:nvSpPr>
        <p:spPr>
          <a:xfrm>
            <a:off x="5032729" y="4383288"/>
            <a:ext cx="2658540" cy="179975"/>
          </a:xfrm>
          <a:custGeom>
            <a:avLst/>
            <a:gdLst>
              <a:gd name="connsiteX0" fmla="*/ 77902 w 2561042"/>
              <a:gd name="connsiteY0" fmla="*/ 0 h 173375"/>
              <a:gd name="connsiteX1" fmla="*/ 2483140 w 2561042"/>
              <a:gd name="connsiteY1" fmla="*/ 0 h 173375"/>
              <a:gd name="connsiteX2" fmla="*/ 2561042 w 2561042"/>
              <a:gd name="connsiteY2" fmla="*/ 173375 h 173375"/>
              <a:gd name="connsiteX3" fmla="*/ 0 w 2561042"/>
              <a:gd name="connsiteY3" fmla="*/ 173375 h 173375"/>
              <a:gd name="connsiteX4" fmla="*/ 77902 w 2561042"/>
              <a:gd name="connsiteY4" fmla="*/ 0 h 173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61042" h="173375">
                <a:moveTo>
                  <a:pt x="77902" y="0"/>
                </a:moveTo>
                <a:lnTo>
                  <a:pt x="2483140" y="0"/>
                </a:lnTo>
                <a:lnTo>
                  <a:pt x="2561042" y="173375"/>
                </a:lnTo>
                <a:lnTo>
                  <a:pt x="0" y="173375"/>
                </a:lnTo>
                <a:lnTo>
                  <a:pt x="77902" y="0"/>
                </a:lnTo>
                <a:close/>
              </a:path>
            </a:pathLst>
          </a:custGeom>
          <a:solidFill>
            <a:srgbClr val="1D1D1B">
              <a:alpha val="15000"/>
            </a:srgbClr>
          </a:solidFill>
          <a:ln w="2427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fr-FR"/>
          </a:p>
        </p:txBody>
      </p:sp>
      <p:sp>
        <p:nvSpPr>
          <p:cNvPr id="53" name="Freeform: Shape 21">
            <a:extLst>
              <a:ext uri="{FF2B5EF4-FFF2-40B4-BE49-F238E27FC236}">
                <a16:creationId xmlns:a16="http://schemas.microsoft.com/office/drawing/2014/main" id="{449A6180-2AE8-8A84-D72C-562981A557ED}"/>
              </a:ext>
            </a:extLst>
          </p:cNvPr>
          <p:cNvSpPr/>
          <p:nvPr/>
        </p:nvSpPr>
        <p:spPr>
          <a:xfrm>
            <a:off x="4597696" y="5351730"/>
            <a:ext cx="3528606" cy="179724"/>
          </a:xfrm>
          <a:custGeom>
            <a:avLst/>
            <a:gdLst>
              <a:gd name="connsiteX0" fmla="*/ 77793 w 3399200"/>
              <a:gd name="connsiteY0" fmla="*/ 0 h 173133"/>
              <a:gd name="connsiteX1" fmla="*/ 3321407 w 3399200"/>
              <a:gd name="connsiteY1" fmla="*/ 0 h 173133"/>
              <a:gd name="connsiteX2" fmla="*/ 3399200 w 3399200"/>
              <a:gd name="connsiteY2" fmla="*/ 173133 h 173133"/>
              <a:gd name="connsiteX3" fmla="*/ 0 w 3399200"/>
              <a:gd name="connsiteY3" fmla="*/ 173133 h 173133"/>
              <a:gd name="connsiteX4" fmla="*/ 77793 w 3399200"/>
              <a:gd name="connsiteY4" fmla="*/ 0 h 173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99200" h="173133">
                <a:moveTo>
                  <a:pt x="77793" y="0"/>
                </a:moveTo>
                <a:lnTo>
                  <a:pt x="3321407" y="0"/>
                </a:lnTo>
                <a:lnTo>
                  <a:pt x="3399200" y="173133"/>
                </a:lnTo>
                <a:lnTo>
                  <a:pt x="0" y="173133"/>
                </a:lnTo>
                <a:lnTo>
                  <a:pt x="77793" y="0"/>
                </a:lnTo>
                <a:close/>
              </a:path>
            </a:pathLst>
          </a:custGeom>
          <a:solidFill>
            <a:srgbClr val="1D1D1B">
              <a:alpha val="15000"/>
            </a:srgbClr>
          </a:solidFill>
          <a:ln w="2427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fr-FR"/>
          </a:p>
        </p:txBody>
      </p:sp>
      <p:sp>
        <p:nvSpPr>
          <p:cNvPr id="57" name="Text 9">
            <a:extLst>
              <a:ext uri="{FF2B5EF4-FFF2-40B4-BE49-F238E27FC236}">
                <a16:creationId xmlns:a16="http://schemas.microsoft.com/office/drawing/2014/main" id="{99576336-FD73-558B-3664-22448A4A217E}"/>
              </a:ext>
            </a:extLst>
          </p:cNvPr>
          <p:cNvSpPr/>
          <p:nvPr/>
        </p:nvSpPr>
        <p:spPr>
          <a:xfrm>
            <a:off x="8521997" y="2076201"/>
            <a:ext cx="2926080" cy="308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2"/>
                </a:solidFill>
                <a:ea typeface="Aptos" pitchFamily="34" charset="-122"/>
                <a:cs typeface="Aptos" pitchFamily="34" charset="-120"/>
              </a:rPr>
              <a:t>Insight delivery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58" name="Text 10">
            <a:extLst>
              <a:ext uri="{FF2B5EF4-FFF2-40B4-BE49-F238E27FC236}">
                <a16:creationId xmlns:a16="http://schemas.microsoft.com/office/drawing/2014/main" id="{698BA9A9-4C3F-6BEA-2B8F-8796109A47E3}"/>
              </a:ext>
            </a:extLst>
          </p:cNvPr>
          <p:cNvSpPr/>
          <p:nvPr/>
        </p:nvSpPr>
        <p:spPr>
          <a:xfrm>
            <a:off x="8521997" y="2526617"/>
            <a:ext cx="2926080" cy="1108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buSzPct val="120000"/>
            </a:pPr>
            <a:r>
              <a:rPr lang="en-US" dirty="0">
                <a:solidFill>
                  <a:schemeClr val="tx2"/>
                </a:solidFill>
                <a:ea typeface="Aptos" pitchFamily="34" charset="-122"/>
                <a:cs typeface="Aptos" pitchFamily="34" charset="-120"/>
              </a:rPr>
              <a:t>Highlight key findings and communicate meaningful business insights that support decision-making</a:t>
            </a:r>
            <a:endParaRPr lang="en-US" dirty="0">
              <a:solidFill>
                <a:schemeClr val="tx2"/>
              </a:solidFill>
            </a:endParaRP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58C82526-1253-D50F-1DB5-00C21FE0A1C2}"/>
              </a:ext>
            </a:extLst>
          </p:cNvPr>
          <p:cNvCxnSpPr>
            <a:cxnSpLocks/>
          </p:cNvCxnSpPr>
          <p:nvPr/>
        </p:nvCxnSpPr>
        <p:spPr>
          <a:xfrm>
            <a:off x="5208468" y="1416190"/>
            <a:ext cx="0" cy="100440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 9">
            <a:extLst>
              <a:ext uri="{FF2B5EF4-FFF2-40B4-BE49-F238E27FC236}">
                <a16:creationId xmlns:a16="http://schemas.microsoft.com/office/drawing/2014/main" id="{26AFDD3D-F621-0AEA-A4D7-FB0E382AEA00}"/>
              </a:ext>
            </a:extLst>
          </p:cNvPr>
          <p:cNvSpPr/>
          <p:nvPr/>
        </p:nvSpPr>
        <p:spPr>
          <a:xfrm>
            <a:off x="9290396" y="4527208"/>
            <a:ext cx="2497190" cy="308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ea typeface="Aptos" pitchFamily="34" charset="-122"/>
                <a:cs typeface="Aptos" pitchFamily="34" charset="-120"/>
              </a:rPr>
              <a:t>Information</a:t>
            </a:r>
            <a:endParaRPr lang="en-US" sz="20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69" name="Text 10">
            <a:extLst>
              <a:ext uri="{FF2B5EF4-FFF2-40B4-BE49-F238E27FC236}">
                <a16:creationId xmlns:a16="http://schemas.microsoft.com/office/drawing/2014/main" id="{4864BE22-3E3A-CF08-64DD-4DDB826149BB}"/>
              </a:ext>
            </a:extLst>
          </p:cNvPr>
          <p:cNvSpPr/>
          <p:nvPr/>
        </p:nvSpPr>
        <p:spPr>
          <a:xfrm>
            <a:off x="9290396" y="4977624"/>
            <a:ext cx="2497190" cy="1108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buSzPct val="120000"/>
            </a:pPr>
            <a:r>
              <a:rPr lang="en-US" dirty="0">
                <a:solidFill>
                  <a:schemeClr val="tx2"/>
                </a:solidFill>
                <a:ea typeface="Aptos" pitchFamily="34" charset="-122"/>
                <a:cs typeface="Aptos" pitchFamily="34" charset="-120"/>
              </a:rPr>
              <a:t>Gather raw business content, data, and ideas that form the foundation of a presentation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71" name="Text 9">
            <a:extLst>
              <a:ext uri="{FF2B5EF4-FFF2-40B4-BE49-F238E27FC236}">
                <a16:creationId xmlns:a16="http://schemas.microsoft.com/office/drawing/2014/main" id="{5C83655F-71A1-1921-AAE5-735300CAC680}"/>
              </a:ext>
            </a:extLst>
          </p:cNvPr>
          <p:cNvSpPr/>
          <p:nvPr/>
        </p:nvSpPr>
        <p:spPr>
          <a:xfrm>
            <a:off x="414514" y="4717005"/>
            <a:ext cx="3054286" cy="308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4">
                    <a:lumMod val="75000"/>
                  </a:schemeClr>
                </a:solidFill>
                <a:ea typeface="Aptos" pitchFamily="34" charset="-122"/>
                <a:cs typeface="Aptos" pitchFamily="34" charset="-120"/>
              </a:rPr>
              <a:t>Content clarity</a:t>
            </a:r>
            <a:endParaRPr lang="en-US" sz="20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72" name="Text 10">
            <a:extLst>
              <a:ext uri="{FF2B5EF4-FFF2-40B4-BE49-F238E27FC236}">
                <a16:creationId xmlns:a16="http://schemas.microsoft.com/office/drawing/2014/main" id="{7493108E-112E-2C3F-FBB9-B491C89D38D2}"/>
              </a:ext>
            </a:extLst>
          </p:cNvPr>
          <p:cNvSpPr/>
          <p:nvPr/>
        </p:nvSpPr>
        <p:spPr>
          <a:xfrm>
            <a:off x="414514" y="5167421"/>
            <a:ext cx="3054286" cy="1108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buSzPct val="120000"/>
            </a:pPr>
            <a:r>
              <a:rPr lang="en-US" dirty="0">
                <a:solidFill>
                  <a:schemeClr val="tx2"/>
                </a:solidFill>
                <a:ea typeface="Aptos" pitchFamily="34" charset="-122"/>
                <a:cs typeface="Aptos" pitchFamily="34" charset="-120"/>
              </a:rPr>
              <a:t>Simplify complex information, eliminate unnecessary </a:t>
            </a:r>
            <a:br>
              <a:rPr lang="en-US" dirty="0">
                <a:solidFill>
                  <a:schemeClr val="tx2"/>
                </a:solidFill>
                <a:ea typeface="Aptos" pitchFamily="34" charset="-122"/>
                <a:cs typeface="Aptos" pitchFamily="34" charset="-120"/>
              </a:rPr>
            </a:br>
            <a:r>
              <a:rPr lang="en-US" dirty="0">
                <a:solidFill>
                  <a:schemeClr val="tx2"/>
                </a:solidFill>
                <a:ea typeface="Aptos" pitchFamily="34" charset="-122"/>
                <a:cs typeface="Aptos" pitchFamily="34" charset="-120"/>
              </a:rPr>
              <a:t>details, and establish </a:t>
            </a:r>
            <a:br>
              <a:rPr lang="en-US" dirty="0">
                <a:solidFill>
                  <a:schemeClr val="tx2"/>
                </a:solidFill>
                <a:ea typeface="Aptos" pitchFamily="34" charset="-122"/>
                <a:cs typeface="Aptos" pitchFamily="34" charset="-120"/>
              </a:rPr>
            </a:br>
            <a:r>
              <a:rPr lang="en-US" dirty="0">
                <a:solidFill>
                  <a:schemeClr val="tx2"/>
                </a:solidFill>
                <a:ea typeface="Aptos" pitchFamily="34" charset="-122"/>
                <a:cs typeface="Aptos" pitchFamily="34" charset="-120"/>
              </a:rPr>
              <a:t>clear communication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76" name="Text 9">
            <a:extLst>
              <a:ext uri="{FF2B5EF4-FFF2-40B4-BE49-F238E27FC236}">
                <a16:creationId xmlns:a16="http://schemas.microsoft.com/office/drawing/2014/main" id="{1A04C238-D737-AFD3-59CD-E2F62DB42C32}"/>
              </a:ext>
            </a:extLst>
          </p:cNvPr>
          <p:cNvSpPr/>
          <p:nvPr/>
        </p:nvSpPr>
        <p:spPr>
          <a:xfrm>
            <a:off x="407986" y="1416190"/>
            <a:ext cx="4742608" cy="3079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  <a:ea typeface="Aptos" pitchFamily="34" charset="-122"/>
                <a:cs typeface="Aptos" pitchFamily="34" charset="-120"/>
              </a:rPr>
              <a:t>Strategic impact</a:t>
            </a:r>
            <a:endParaRPr lang="en-US" sz="2000" dirty="0">
              <a:solidFill>
                <a:schemeClr val="accent1"/>
              </a:solidFill>
            </a:endParaRPr>
          </a:p>
        </p:txBody>
      </p:sp>
      <p:sp>
        <p:nvSpPr>
          <p:cNvPr id="77" name="Text 10">
            <a:extLst>
              <a:ext uri="{FF2B5EF4-FFF2-40B4-BE49-F238E27FC236}">
                <a16:creationId xmlns:a16="http://schemas.microsoft.com/office/drawing/2014/main" id="{30D391D8-963B-D52C-A30A-EA0C638AAA2C}"/>
              </a:ext>
            </a:extLst>
          </p:cNvPr>
          <p:cNvSpPr/>
          <p:nvPr/>
        </p:nvSpPr>
        <p:spPr>
          <a:xfrm>
            <a:off x="407986" y="1866513"/>
            <a:ext cx="4742608" cy="5540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buSzPct val="120000"/>
            </a:pPr>
            <a:r>
              <a:rPr lang="en-US" dirty="0">
                <a:solidFill>
                  <a:schemeClr val="tx2"/>
                </a:solidFill>
                <a:ea typeface="Aptos" pitchFamily="34" charset="-122"/>
                <a:cs typeface="Aptos" pitchFamily="34" charset="-120"/>
              </a:rPr>
              <a:t>Influence business decisions and inspire action through compelling executive presentations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65" name="Text 9">
            <a:extLst>
              <a:ext uri="{FF2B5EF4-FFF2-40B4-BE49-F238E27FC236}">
                <a16:creationId xmlns:a16="http://schemas.microsoft.com/office/drawing/2014/main" id="{88CBC1B2-E19C-7FE0-BE32-54D3F88F8CFF}"/>
              </a:ext>
            </a:extLst>
          </p:cNvPr>
          <p:cNvSpPr/>
          <p:nvPr/>
        </p:nvSpPr>
        <p:spPr>
          <a:xfrm>
            <a:off x="414514" y="2927998"/>
            <a:ext cx="3196791" cy="308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3">
                    <a:lumMod val="75000"/>
                  </a:schemeClr>
                </a:solidFill>
                <a:ea typeface="Aptos" pitchFamily="34" charset="-122"/>
                <a:cs typeface="Aptos" pitchFamily="34" charset="-120"/>
              </a:rPr>
              <a:t>Visual storytelling</a:t>
            </a:r>
            <a:endParaRPr lang="en-US" sz="20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66" name="Text 10">
            <a:extLst>
              <a:ext uri="{FF2B5EF4-FFF2-40B4-BE49-F238E27FC236}">
                <a16:creationId xmlns:a16="http://schemas.microsoft.com/office/drawing/2014/main" id="{625887D0-E2C0-D056-7707-ADDDAE369E19}"/>
              </a:ext>
            </a:extLst>
          </p:cNvPr>
          <p:cNvSpPr/>
          <p:nvPr/>
        </p:nvSpPr>
        <p:spPr>
          <a:xfrm>
            <a:off x="414514" y="3378378"/>
            <a:ext cx="3196788" cy="831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buSzPct val="120000"/>
            </a:pPr>
            <a:r>
              <a:rPr lang="en-US" dirty="0">
                <a:solidFill>
                  <a:schemeClr val="tx2"/>
                </a:solidFill>
                <a:ea typeface="Aptos" pitchFamily="34" charset="-122"/>
                <a:cs typeface="Aptos" pitchFamily="34" charset="-120"/>
              </a:rPr>
              <a:t>Connect information through structured narratives, engaging visuals, and logical content flow</a:t>
            </a:r>
            <a:endParaRPr lang="en-US" dirty="0">
              <a:solidFill>
                <a:schemeClr val="tx2"/>
              </a:solidFill>
            </a:endParaRPr>
          </a:p>
        </p:txBody>
      </p: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F99C274D-6204-CA5E-640D-FB723AF497F3}"/>
              </a:ext>
            </a:extLst>
          </p:cNvPr>
          <p:cNvCxnSpPr>
            <a:cxnSpLocks/>
          </p:cNvCxnSpPr>
          <p:nvPr/>
        </p:nvCxnSpPr>
        <p:spPr>
          <a:xfrm>
            <a:off x="3669179" y="2927998"/>
            <a:ext cx="0" cy="1281600"/>
          </a:xfrm>
          <a:prstGeom prst="line">
            <a:avLst/>
          </a:prstGeom>
          <a:ln w="38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D90DE00D-5668-AC83-DF07-58BCB2D27626}"/>
              </a:ext>
            </a:extLst>
          </p:cNvPr>
          <p:cNvCxnSpPr>
            <a:cxnSpLocks/>
          </p:cNvCxnSpPr>
          <p:nvPr/>
        </p:nvCxnSpPr>
        <p:spPr>
          <a:xfrm>
            <a:off x="3526674" y="4717005"/>
            <a:ext cx="0" cy="155880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E0D42627-6284-C027-A912-972468F491F4}"/>
              </a:ext>
            </a:extLst>
          </p:cNvPr>
          <p:cNvCxnSpPr>
            <a:cxnSpLocks/>
          </p:cNvCxnSpPr>
          <p:nvPr/>
        </p:nvCxnSpPr>
        <p:spPr>
          <a:xfrm>
            <a:off x="9139925" y="4527208"/>
            <a:ext cx="0" cy="155880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6353F846-0545-58CE-82CA-9728ECFAADB8}"/>
              </a:ext>
            </a:extLst>
          </p:cNvPr>
          <p:cNvCxnSpPr>
            <a:cxnSpLocks/>
          </p:cNvCxnSpPr>
          <p:nvPr/>
        </p:nvCxnSpPr>
        <p:spPr>
          <a:xfrm>
            <a:off x="8371527" y="2076201"/>
            <a:ext cx="0" cy="155880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Freeform: Shape 104">
            <a:extLst>
              <a:ext uri="{FF2B5EF4-FFF2-40B4-BE49-F238E27FC236}">
                <a16:creationId xmlns:a16="http://schemas.microsoft.com/office/drawing/2014/main" id="{324BC159-B5F0-6B76-09C8-0FFEFFDBA3B6}"/>
              </a:ext>
            </a:extLst>
          </p:cNvPr>
          <p:cNvSpPr/>
          <p:nvPr/>
        </p:nvSpPr>
        <p:spPr>
          <a:xfrm>
            <a:off x="3680749" y="3785051"/>
            <a:ext cx="1342663" cy="0"/>
          </a:xfrm>
          <a:custGeom>
            <a:avLst/>
            <a:gdLst>
              <a:gd name="csX0" fmla="*/ 1342663 w 1342663"/>
              <a:gd name="csY0" fmla="*/ 0 h 0"/>
              <a:gd name="csX1" fmla="*/ 0 w 1342663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342663">
                <a:moveTo>
                  <a:pt x="1342663" y="0"/>
                </a:moveTo>
                <a:lnTo>
                  <a:pt x="0" y="0"/>
                </a:lnTo>
              </a:path>
            </a:pathLst>
          </a:custGeom>
          <a:ln w="12700">
            <a:solidFill>
              <a:schemeClr val="accent3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0" name="Freeform: Shape 109">
            <a:extLst>
              <a:ext uri="{FF2B5EF4-FFF2-40B4-BE49-F238E27FC236}">
                <a16:creationId xmlns:a16="http://schemas.microsoft.com/office/drawing/2014/main" id="{05DAC239-863E-4662-8CB4-37EAE5D08171}"/>
              </a:ext>
            </a:extLst>
          </p:cNvPr>
          <p:cNvSpPr/>
          <p:nvPr/>
        </p:nvSpPr>
        <p:spPr>
          <a:xfrm flipH="1">
            <a:off x="3529781" y="4945630"/>
            <a:ext cx="766916" cy="0"/>
          </a:xfrm>
          <a:custGeom>
            <a:avLst/>
            <a:gdLst>
              <a:gd name="csX0" fmla="*/ 0 w 766916"/>
              <a:gd name="csY0" fmla="*/ 0 h 0"/>
              <a:gd name="csX1" fmla="*/ 766916 w 766916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766916">
                <a:moveTo>
                  <a:pt x="0" y="0"/>
                </a:moveTo>
                <a:lnTo>
                  <a:pt x="766916" y="0"/>
                </a:lnTo>
              </a:path>
            </a:pathLst>
          </a:custGeom>
          <a:ln w="12700">
            <a:solidFill>
              <a:schemeClr val="accent4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25" name="Freeform: Shape 124">
            <a:extLst>
              <a:ext uri="{FF2B5EF4-FFF2-40B4-BE49-F238E27FC236}">
                <a16:creationId xmlns:a16="http://schemas.microsoft.com/office/drawing/2014/main" id="{9854B6D3-1AC0-B840-0186-4948C8045BFD}"/>
              </a:ext>
            </a:extLst>
          </p:cNvPr>
          <p:cNvSpPr/>
          <p:nvPr/>
        </p:nvSpPr>
        <p:spPr>
          <a:xfrm flipH="1">
            <a:off x="8731045" y="5633889"/>
            <a:ext cx="412955" cy="0"/>
          </a:xfrm>
          <a:custGeom>
            <a:avLst/>
            <a:gdLst>
              <a:gd name="csX0" fmla="*/ 412955 w 412955"/>
              <a:gd name="csY0" fmla="*/ 0 h 0"/>
              <a:gd name="csX1" fmla="*/ 0 w 412955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12955">
                <a:moveTo>
                  <a:pt x="412955" y="0"/>
                </a:moveTo>
                <a:lnTo>
                  <a:pt x="0" y="0"/>
                </a:lnTo>
              </a:path>
            </a:pathLst>
          </a:custGeom>
          <a:ln w="12700">
            <a:solidFill>
              <a:schemeClr val="accent6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26" name="Freeform: Shape 125">
            <a:extLst>
              <a:ext uri="{FF2B5EF4-FFF2-40B4-BE49-F238E27FC236}">
                <a16:creationId xmlns:a16="http://schemas.microsoft.com/office/drawing/2014/main" id="{7CC4DDF6-BACB-1FC5-0892-9F3C3CA7176C}"/>
              </a:ext>
            </a:extLst>
          </p:cNvPr>
          <p:cNvSpPr/>
          <p:nvPr/>
        </p:nvSpPr>
        <p:spPr>
          <a:xfrm>
            <a:off x="7207045" y="2861192"/>
            <a:ext cx="1150374" cy="0"/>
          </a:xfrm>
          <a:custGeom>
            <a:avLst/>
            <a:gdLst>
              <a:gd name="csX0" fmla="*/ 0 w 1150374"/>
              <a:gd name="csY0" fmla="*/ 0 h 0"/>
              <a:gd name="csX1" fmla="*/ 1150374 w 1150374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150374">
                <a:moveTo>
                  <a:pt x="0" y="0"/>
                </a:moveTo>
                <a:lnTo>
                  <a:pt x="1150374" y="0"/>
                </a:lnTo>
              </a:path>
            </a:pathLst>
          </a:custGeom>
          <a:ln w="12700">
            <a:solidFill>
              <a:schemeClr val="accent2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27" name="Freeform: Shape 126">
            <a:extLst>
              <a:ext uri="{FF2B5EF4-FFF2-40B4-BE49-F238E27FC236}">
                <a16:creationId xmlns:a16="http://schemas.microsoft.com/office/drawing/2014/main" id="{279AADC9-08E3-808F-640A-9BCA6BBA489B}"/>
              </a:ext>
            </a:extLst>
          </p:cNvPr>
          <p:cNvSpPr/>
          <p:nvPr/>
        </p:nvSpPr>
        <p:spPr>
          <a:xfrm flipH="1">
            <a:off x="5207243" y="1986121"/>
            <a:ext cx="833618" cy="0"/>
          </a:xfrm>
          <a:custGeom>
            <a:avLst/>
            <a:gdLst>
              <a:gd name="csX0" fmla="*/ 0 w 884903"/>
              <a:gd name="csY0" fmla="*/ 0 h 0"/>
              <a:gd name="csX1" fmla="*/ 884903 w 884903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84903">
                <a:moveTo>
                  <a:pt x="0" y="0"/>
                </a:moveTo>
                <a:lnTo>
                  <a:pt x="884903" y="0"/>
                </a:lnTo>
              </a:path>
            </a:pathLst>
          </a:custGeom>
          <a:ln w="12700">
            <a:solidFill>
              <a:schemeClr val="accent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03234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39591-9948-5A4D-93A7-FCC662C4B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cell data - do not delete" hidden="1">
            <a:extLst>
              <a:ext uri="{FF2B5EF4-FFF2-40B4-BE49-F238E27FC236}">
                <a16:creationId xmlns:a16="http://schemas.microsoft.com/office/drawing/2014/main" id="{5BA69A9A-8FE5-936A-836E-4DF038D1067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833798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473" imgH="473" progId="TCLayout.ActiveDocument.1">
                  <p:embed/>
                </p:oleObj>
              </mc:Choice>
              <mc:Fallback>
                <p:oleObj name="thinkcell Slide" r:id="rId3" imgW="473" imgH="47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5920274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32687&quot;&gt;&lt;version val=&quot;38806&quot;/&gt;&lt;CPresentation id=&quot;1&quot;&gt;&lt;m_precDefaultOrdinal&gt;&lt;m_bNumberIsYear val=&quot;1&quot;/&gt;&lt;m_chMinusSymbol&gt;-&lt;/m_chMinusSymbol&gt;&lt;m_chDecimalSymbol17909&gt;.&lt;/m_chDecimalSymbol17909&gt;&lt;m_nGroupingDigits17909 val=&quot;2147483647&quot;/&gt;&lt;m_yearfmt&gt;&lt;begin val=&quot;0&quot;/&gt;&lt;end val=&quot;4&quot;/&gt;&lt;/m_yearfmt&gt;&lt;/m_precDefaultOrdinal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2147483647&quot;/&gt;&lt;m_strSuffix17909&gt;%&lt;/m_strSuffix17909&gt;&lt;m_yearfmt&gt;&lt;begin val=&quot;0&quot;/&gt;&lt;end val=&quot;4&quot;/&gt;&lt;/m_yearfmt&gt;&lt;/m_precDefaultPercent&gt;&lt;m_precDefaultDate&gt;&lt;m_yearfmt&gt;&lt;begin val=&quot;0&quot;/&gt;&lt;end val=&quot;4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LnzvnbSH8ezRb5c4iD4sw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yuL0yXBjlq08XdVIvvCXA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K9K4_Ql0TjtS5RgdI4DiA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Ww0pgSyR0Wh0b7KK0ySqg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RjPNJ225eGMuvYLXkWSRg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wk3utqQcfBiu7JRpOtRQQ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YFRAsv7nIDNsCLCTpCLSA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eheC2tZs9laLqRfpJA8eg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RntKyUSb6rwnF0rye2EHg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XMAmP4G4JcbNcrgcLd50w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89hMAQdbME.qhPay43AXw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OGjJVuhC08ihoM7Rqa85w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ZN89GqRbHPVkZqYBiQ4tQ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aY0CiUPjlUFHZj.KiG91Q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IAz93W9lFwwBbkAM8QzoQ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sb3Kj.RA5IwzNrdUsGiuQ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CEtaefowEMgKvlcV420nw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5YHjmIzk1xKuSe71NjweQ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EHyjzMaz95Wp1kKccdirw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Wd4o7mFLfztJX22vLCnLg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c02GPsl6bWPMoLKVT079w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QyHoPiYRRtV2mxROsDeww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v.cg_dubz9bQUVC6MfFgg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474.ueIqynadto2m6sK_A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vJ8x0JlhzMAMG2I8vs1lg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E_iVnOeG7sqGtzCTZ0AhQ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JkS2UjEWNXuRIHuLJRcVA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zKozxt6Yk5FUJdLCZZjgw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jO8AJETwcGAPuAPt4alSQ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JxBGJo5urzzqirYHADD_Q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gbpt08WUBwJBARr2RWexw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eCqsvEn6g1TpRjW_.m_MA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jodaM8lqyM5tXT1ZMgNgg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d34q7DJ6o7iRF0MSokcNQ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n1wgDuQbwAl3rp.NPvaFg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L0LYH8EaXJooXbkd5MpFQ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EvFyTMYSKwL_jNujb_pHg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OAjmwT7ThfYuc9ZE8omag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XUpM3VgXNS6z78knTJd5g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AaMLKPfTaR5YsugDx2cCA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5jF4DBLHYyWAfgEGpZB.A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tnmtfbdVn3f_ZhSaI_u1A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ZgqMLBe8vVPRQ62zKmnsw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JdIQHfEThKDePXaVIlTYw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jPftOhY1yPnNDye3t3fcQ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Bg_FjZYsC9XW.NduNg4sA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JuuNq07BD2_zXj5Y0bqMw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OFBitulOiUlvVvCnWuANA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XTJwR_jGc9rKl7kZkuzyA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YPWnz8Hl4bViP2RonFzhw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df52FQ_i28fbdI.JtMApQ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smIcir6BS.z18ek5epUBw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0NphkXG_XA0r36wAX2MGQ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_XsnW6sAAp91QS8q1yANw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Zvkkkmm568FVO4BcTxcRA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xd32IVIb9gl80GkclT7SA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PnJvs1LHHCWIjdrY2f_3w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nf_Mr2MBkUvK_bq7l6vpQ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rSEvgJwgfwZV4ZZ0MO0_Q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ytTCwzJ64F902u4D9MJEg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p2CKhMQWyEZz7dWSXk4NQ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Sj0vDhA.QOotXNN3NoKvg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V5lMJfeRdxRseW4CrFhPg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RVwoLKElj_j.o8y22oi6w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aOttWsbOXARTuS3D1B1bQ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0ibI0XrRzxme8VMBQCHcA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Q6LcoaQc3ITKRapO12Zlg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y2WWCbxqgba8ey0nX3.Ig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Q9hRkmHywN5.N3SdHPHnA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BRY59ygn2drAko9U_OGNA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AJyAC6YC86fHUpndCsycg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XfUihr9_EQ6VNuoyZ2oMA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9XMGQYl3nK.0XPJ8RH2.w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gHT7UI9takrdPNpG02ZAg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ifII3P2pkxz3nD5Mqnkbw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eUzCUQxFPQxJ6HTZpp8xw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jFJJXh5j6D5dUeBM7rFoA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U66ZNZTBwpy1jThiL0DmA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6pg66qgybw8HSTIKxM5mA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J2zk.an_wXJ754ed7ZcVw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FWUqaPwEQGyZPFbLNRihQ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7002_yP9K5M16ux2PAMow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5peJupUZpX.kacQ19aS1A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4zaaupwhWHWQtE0le3M9Q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vCOyQL1x3wbfAbIVkfp.Q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mlZ..ew4Ipd4dgguW8fNg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Md.Yw8g7N8idCrsQeAoaQ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QYPgnk1dtFVd72r0hlRHw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tvCgdAeeBJPyWDaK10EwA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oKfPNq_YvC7XG2pR7A6_w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a3kBN2UFWLoCzazkr2NMw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Ns2TJ9hjFp_RKxhZoalyw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XfCrANDNDPyMv1DqAkxBQ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Uv8uXW_EnfFMcZRkKWsxA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iJG9VY2g582t80eIu5TWA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GJUyfr1qi4FF0j_.obboQ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s2T6ny65nteKue55epalg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26an34SFb_4JBsKYDwt8g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rqA7TN22wJro3vFD2l4Cw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rX4z0hHqBlasWNFWl5Wow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RpCnuJ6TgRIw5f7Qhq3GA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Xxef2yDxGzeR3rg4iRvSA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aRZXaJM2On0q4Ok_7WvSQ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RfA1GYFNsJ9LRzI4yw25A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MpywGLXpymk37oRDFdTyA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L2HeQ1H7dCTIZJhSOkPzQ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M.E1qLq6RQpfW_0UNPmqw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pfFl76yVXboBpazrHH1lw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Bk8onz.5VHWPqhxzEtn.A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ljoInL.OaGSqDMxcy2_dA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jpkwcwx7OVodxtiOp34aA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9jUFpjAaCw1nJ6LZoJy7A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pcetUgkVe3dQmuEG5PumQ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y_1GB_3zP8hekwJAYpQqA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uVjSKXOZbZVRPun1ABlVg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ymSl18OKn1eW6pYN5OPQA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NlT.NwWrj97y5wR19xLew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rWETIStx7eEFMTSGLJzqg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9WRNM2a5WIn3EZLdixwEQ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GSafEJi7oVJSdzxUlw8WA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w8K_NRB2dt0MH.xA0BcUQ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GRADIENT_CIRCLE" val="1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GRADIENT_CIRCLE" val="1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GRADIENT_CIRCLE" val="1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eal Portfolio Theme">
  <a:themeElements>
    <a:clrScheme name="Theme colour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04E54"/>
      </a:accent1>
      <a:accent2>
        <a:srgbClr val="197D88"/>
      </a:accent2>
      <a:accent3>
        <a:srgbClr val="73D2CB"/>
      </a:accent3>
      <a:accent4>
        <a:srgbClr val="6AD8E4"/>
      </a:accent4>
      <a:accent5>
        <a:srgbClr val="22148A"/>
      </a:accent5>
      <a:accent6>
        <a:srgbClr val="A6A6A6"/>
      </a:accent6>
      <a:hlink>
        <a:srgbClr val="0563C1"/>
      </a:hlink>
      <a:folHlink>
        <a:srgbClr val="0563C1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489</TotalTime>
  <Words>1404</Words>
  <Application>Microsoft Office PowerPoint</Application>
  <PresentationFormat>Widescreen</PresentationFormat>
  <Paragraphs>330</Paragraphs>
  <Slides>16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Aptos</vt:lpstr>
      <vt:lpstr>Aptos Display</vt:lpstr>
      <vt:lpstr>Arial</vt:lpstr>
      <vt:lpstr>Calibri</vt:lpstr>
      <vt:lpstr>Pilat Light</vt:lpstr>
      <vt:lpstr>Segoe UI</vt:lpstr>
      <vt:lpstr>Teal Portfolio Theme</vt:lpstr>
      <vt:lpstr>thinkcell Slide</vt:lpstr>
      <vt:lpstr>Presentation  Design Portfolio</vt:lpstr>
      <vt:lpstr>Strategic framework | Three growth levers</vt:lpstr>
      <vt:lpstr>Sales network sizing | ABC online sales expected at ~20% penetration</vt:lpstr>
      <vt:lpstr>Sales network and CAPEX assumption</vt:lpstr>
      <vt:lpstr>Context </vt:lpstr>
      <vt:lpstr>Register now  for ABC training happening for two days</vt:lpstr>
      <vt:lpstr>Strategic framework | Three growth levers</vt:lpstr>
      <vt:lpstr>Strategic framework | Three growth levers</vt:lpstr>
      <vt:lpstr>Fee during the developed phase vs scale up phase</vt:lpstr>
      <vt:lpstr>Vision and Mission</vt:lpstr>
      <vt:lpstr>Project method to follow till delivery</vt:lpstr>
      <vt:lpstr>A structured approach ensures high-quality presentation delivery</vt:lpstr>
      <vt:lpstr>A structured approach ensures high-quality presentation delivery</vt:lpstr>
      <vt:lpstr>The Evolution of a Business Presentation</vt:lpstr>
      <vt:lpstr>The Evolution of a Business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Design Portfolio</dc:title>
  <dc:subject>Editable PowerPoint design portfolio - fictional mock projects</dc:subject>
  <dc:creator>Portfolio Sample</dc:creator>
  <cp:lastModifiedBy>Megha Mohan</cp:lastModifiedBy>
  <cp:revision>15</cp:revision>
  <dcterms:created xsi:type="dcterms:W3CDTF">2026-10-27T16:56:32Z</dcterms:created>
  <dcterms:modified xsi:type="dcterms:W3CDTF">2026-10-28T11:36:14Z</dcterms:modified>
</cp:coreProperties>
</file>
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68" r:id="rId3"/>
    <p:sldId id="269" r:id="rId4"/>
    <p:sldId id="259" r:id="rId5"/>
    <p:sldId id="260" r:id="rId6"/>
    <p:sldId id="261" r:id="rId7"/>
    <p:sldId id="270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4E54"/>
    <a:srgbClr val="0E444A"/>
    <a:srgbClr val="197D88"/>
    <a:srgbClr val="6AD8E4"/>
    <a:srgbClr val="73D2CB"/>
    <a:srgbClr val="1026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9.7328420913850976E-3"/>
          <c:y val="2.843874641110111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accen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3771274222731386"/>
          <c:y val="0.18738782649976132"/>
          <c:w val="0.7006414186226515"/>
          <c:h val="0.611111500077715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4D-4C8A-84D4-C3BE7C2360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E4D-4C8A-84D4-C3BE7C23609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E4D-4C8A-84D4-C3BE7C2360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8"/>
        <c:overlap val="100"/>
        <c:axId val="944585199"/>
        <c:axId val="991633967"/>
      </c:barChart>
      <c:catAx>
        <c:axId val="944585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1633967"/>
        <c:crosses val="autoZero"/>
        <c:auto val="1"/>
        <c:lblAlgn val="ctr"/>
        <c:lblOffset val="100"/>
        <c:noMultiLvlLbl val="0"/>
      </c:catAx>
      <c:valAx>
        <c:axId val="991633967"/>
        <c:scaling>
          <c:orientation val="minMax"/>
          <c:max val="12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45851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85333740378223877"/>
          <c:y val="0.36304960397754138"/>
          <c:w val="0.1294914455988975"/>
          <c:h val="0.331401712967956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DB68FB-7A45-9EBF-E703-17007AA9D7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D1A0D5-05F4-E188-F93E-4E38C799C4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D49DF5-321A-414B-AFD2-D0AC88B44FD1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2461D7-D27E-A099-3931-8AB63AA67EF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FBE2C0-25DC-9396-1857-0E2BB13A07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5B265-5552-4B74-8E19-33FD6429C3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61709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33601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2.jpe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5" Type="http://schemas.openxmlformats.org/officeDocument/2006/relationships/image" Target="../media/image4.jp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cell data - do not delete" hidden="1">
            <a:extLst>
              <a:ext uri="{FF2B5EF4-FFF2-40B4-BE49-F238E27FC236}">
                <a16:creationId xmlns:a16="http://schemas.microsoft.com/office/drawing/2014/main" id="{EA26DB45-6671-170B-3503-1014A495C431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901064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21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EA26DB45-6671-170B-3503-1014A495C4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11A3E17-9364-34B1-4174-4CC859B0AE20}"/>
              </a:ext>
            </a:extLst>
          </p:cNvPr>
          <p:cNvSpPr/>
          <p:nvPr userDrawn="1"/>
        </p:nvSpPr>
        <p:spPr>
          <a:xfrm>
            <a:off x="7372991" y="0"/>
            <a:ext cx="4819009" cy="6399523"/>
          </a:xfrm>
          <a:custGeom>
            <a:avLst/>
            <a:gdLst>
              <a:gd name="csX0" fmla="*/ 902311 w 4819009"/>
              <a:gd name="csY0" fmla="*/ 0 h 6399523"/>
              <a:gd name="csX1" fmla="*/ 4819009 w 4819009"/>
              <a:gd name="csY1" fmla="*/ 0 h 6399523"/>
              <a:gd name="csX2" fmla="*/ 4819009 w 4819009"/>
              <a:gd name="csY2" fmla="*/ 5870781 h 6399523"/>
              <a:gd name="csX3" fmla="*/ 4716989 w 4819009"/>
              <a:gd name="csY3" fmla="*/ 5944008 h 6399523"/>
              <a:gd name="csX4" fmla="*/ 3194365 w 4819009"/>
              <a:gd name="csY4" fmla="*/ 6399523 h 6399523"/>
              <a:gd name="csX5" fmla="*/ 0 w 4819009"/>
              <a:gd name="csY5" fmla="*/ 2625413 h 6399523"/>
              <a:gd name="csX6" fmla="*/ 729438 w 4819009"/>
              <a:gd name="csY6" fmla="*/ 224729 h 63995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819009" h="6399523">
                <a:moveTo>
                  <a:pt x="902311" y="0"/>
                </a:moveTo>
                <a:lnTo>
                  <a:pt x="4819009" y="0"/>
                </a:lnTo>
                <a:lnTo>
                  <a:pt x="4819009" y="5870781"/>
                </a:lnTo>
                <a:lnTo>
                  <a:pt x="4716989" y="5944008"/>
                </a:lnTo>
                <a:cubicBezTo>
                  <a:pt x="4264369" y="6234511"/>
                  <a:pt x="3745677" y="6399523"/>
                  <a:pt x="3194365" y="6399523"/>
                </a:cubicBezTo>
                <a:cubicBezTo>
                  <a:pt x="1430166" y="6399523"/>
                  <a:pt x="0" y="4709796"/>
                  <a:pt x="0" y="2625413"/>
                </a:cubicBezTo>
                <a:cubicBezTo>
                  <a:pt x="0" y="1713496"/>
                  <a:pt x="273743" y="877118"/>
                  <a:pt x="729438" y="224729"/>
                </a:cubicBezTo>
                <a:close/>
              </a:path>
            </a:pathLst>
          </a:custGeom>
          <a:blipFill>
            <a:blip r:embed="rId5"/>
            <a:srcRect/>
            <a:stretch>
              <a:fillRect t="-23102" r="-9446" b="-52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E6F4262-1657-947D-DA53-BD556BB102D1}"/>
              </a:ext>
            </a:extLst>
          </p:cNvPr>
          <p:cNvSpPr/>
          <p:nvPr userDrawn="1"/>
        </p:nvSpPr>
        <p:spPr>
          <a:xfrm rot="20281273">
            <a:off x="7518519" y="-175615"/>
            <a:ext cx="3425653" cy="7334335"/>
          </a:xfrm>
          <a:custGeom>
            <a:avLst/>
            <a:gdLst>
              <a:gd name="csX0" fmla="*/ 3425653 w 3425653"/>
              <a:gd name="csY0" fmla="*/ 7333873 h 7334335"/>
              <a:gd name="csX1" fmla="*/ 3425466 w 3425653"/>
              <a:gd name="csY1" fmla="*/ 7334335 h 7334335"/>
              <a:gd name="csX2" fmla="*/ 3423488 w 3425653"/>
              <a:gd name="csY2" fmla="*/ 7333479 h 7334335"/>
              <a:gd name="csX3" fmla="*/ 2886040 w 3425653"/>
              <a:gd name="csY3" fmla="*/ 375475 h 7334335"/>
              <a:gd name="csX4" fmla="*/ 2765295 w 3425653"/>
              <a:gd name="csY4" fmla="*/ 403277 h 7334335"/>
              <a:gd name="csX5" fmla="*/ 269508 w 3425653"/>
              <a:gd name="csY5" fmla="*/ 2335944 h 7334335"/>
              <a:gd name="csX6" fmla="*/ 200725 w 3425653"/>
              <a:gd name="csY6" fmla="*/ 2478473 h 7334335"/>
              <a:gd name="csX7" fmla="*/ 183294 w 3425653"/>
              <a:gd name="csY7" fmla="*/ 2642615 h 7334335"/>
              <a:gd name="csX8" fmla="*/ 705651 w 3425653"/>
              <a:gd name="csY8" fmla="*/ 5116875 h 7334335"/>
              <a:gd name="csX9" fmla="*/ 2023685 w 3425653"/>
              <a:gd name="csY9" fmla="*/ 6703435 h 7334335"/>
              <a:gd name="csX10" fmla="*/ 2115167 w 3425653"/>
              <a:gd name="csY10" fmla="*/ 6767357 h 7334335"/>
              <a:gd name="csX11" fmla="*/ 593292 w 3425653"/>
              <a:gd name="csY11" fmla="*/ 6108827 h 7334335"/>
              <a:gd name="csX12" fmla="*/ 545547 w 3425653"/>
              <a:gd name="csY12" fmla="*/ 6027952 h 7334335"/>
              <a:gd name="csX13" fmla="*/ 0 w 3425653"/>
              <a:gd name="csY13" fmla="*/ 3765595 h 7334335"/>
              <a:gd name="csX14" fmla="*/ 81799 w 3425653"/>
              <a:gd name="csY14" fmla="*/ 2851778 h 7334335"/>
              <a:gd name="csX15" fmla="*/ 123809 w 3425653"/>
              <a:gd name="csY15" fmla="*/ 2655065 h 7334335"/>
              <a:gd name="csX16" fmla="*/ 114886 w 3425653"/>
              <a:gd name="csY16" fmla="*/ 2676636 h 7334335"/>
              <a:gd name="csX17" fmla="*/ 137250 w 3425653"/>
              <a:gd name="csY17" fmla="*/ 2592125 h 7334335"/>
              <a:gd name="csX18" fmla="*/ 143613 w 3425653"/>
              <a:gd name="csY18" fmla="*/ 2562332 h 7334335"/>
              <a:gd name="csX19" fmla="*/ 220406 w 3425653"/>
              <a:gd name="csY19" fmla="*/ 2296557 h 7334335"/>
              <a:gd name="csX20" fmla="*/ 219435 w 3425653"/>
              <a:gd name="csY20" fmla="*/ 2302286 h 7334335"/>
              <a:gd name="csX21" fmla="*/ 216148 w 3425653"/>
              <a:gd name="csY21" fmla="*/ 2333238 h 7334335"/>
              <a:gd name="csX22" fmla="*/ 277695 w 3425653"/>
              <a:gd name="csY22" fmla="*/ 2159093 h 7334335"/>
              <a:gd name="csX23" fmla="*/ 1852608 w 3425653"/>
              <a:gd name="csY23" fmla="*/ 64991 h 7334335"/>
              <a:gd name="csX24" fmla="*/ 1955715 w 3425653"/>
              <a:gd name="csY24" fmla="*/ 0 h 73343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3425653" h="7334335">
                <a:moveTo>
                  <a:pt x="3425653" y="7333873"/>
                </a:moveTo>
                <a:lnTo>
                  <a:pt x="3425466" y="7334335"/>
                </a:lnTo>
                <a:lnTo>
                  <a:pt x="3423488" y="7333479"/>
                </a:lnTo>
                <a:close/>
                <a:moveTo>
                  <a:pt x="2886040" y="375475"/>
                </a:moveTo>
                <a:lnTo>
                  <a:pt x="2765295" y="403277"/>
                </a:lnTo>
                <a:cubicBezTo>
                  <a:pt x="1650579" y="692587"/>
                  <a:pt x="749199" y="1418085"/>
                  <a:pt x="269508" y="2335944"/>
                </a:cubicBezTo>
                <a:lnTo>
                  <a:pt x="200725" y="2478473"/>
                </a:lnTo>
                <a:lnTo>
                  <a:pt x="183294" y="2642615"/>
                </a:lnTo>
                <a:cubicBezTo>
                  <a:pt x="130145" y="3446400"/>
                  <a:pt x="296389" y="4312131"/>
                  <a:pt x="705651" y="5116875"/>
                </a:cubicBezTo>
                <a:cubicBezTo>
                  <a:pt x="1043291" y="5780788"/>
                  <a:pt x="1503072" y="6318120"/>
                  <a:pt x="2023685" y="6703435"/>
                </a:cubicBezTo>
                <a:lnTo>
                  <a:pt x="2115167" y="6767357"/>
                </a:lnTo>
                <a:lnTo>
                  <a:pt x="593292" y="6108827"/>
                </a:lnTo>
                <a:lnTo>
                  <a:pt x="545547" y="6027952"/>
                </a:lnTo>
                <a:cubicBezTo>
                  <a:pt x="201117" y="5382149"/>
                  <a:pt x="0" y="4603622"/>
                  <a:pt x="0" y="3765595"/>
                </a:cubicBezTo>
                <a:cubicBezTo>
                  <a:pt x="0" y="3451334"/>
                  <a:pt x="28282" y="3145442"/>
                  <a:pt x="81799" y="2851778"/>
                </a:cubicBezTo>
                <a:lnTo>
                  <a:pt x="123809" y="2655065"/>
                </a:lnTo>
                <a:lnTo>
                  <a:pt x="114886" y="2676636"/>
                </a:lnTo>
                <a:lnTo>
                  <a:pt x="137250" y="2592125"/>
                </a:lnTo>
                <a:lnTo>
                  <a:pt x="143613" y="2562332"/>
                </a:lnTo>
                <a:lnTo>
                  <a:pt x="220406" y="2296557"/>
                </a:lnTo>
                <a:lnTo>
                  <a:pt x="219435" y="2302286"/>
                </a:lnTo>
                <a:lnTo>
                  <a:pt x="216148" y="2333238"/>
                </a:lnTo>
                <a:lnTo>
                  <a:pt x="277695" y="2159093"/>
                </a:lnTo>
                <a:cubicBezTo>
                  <a:pt x="618992" y="1252451"/>
                  <a:pt x="1185867" y="530753"/>
                  <a:pt x="1852608" y="64991"/>
                </a:cubicBezTo>
                <a:lnTo>
                  <a:pt x="1955715" y="0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IN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3CDF35C-5E78-7CF1-96DF-8B0750CECD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2993511"/>
            <a:ext cx="5688012" cy="677108"/>
          </a:xfrm>
          <a:prstGeom prst="rect">
            <a:avLst/>
          </a:prstGeom>
        </p:spPr>
        <p:txBody>
          <a:bodyPr vert="horz" lIns="0" tIns="0" rIns="0" bIns="0" anchor="b">
            <a:spAutoFit/>
          </a:bodyPr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Heading</a:t>
            </a:r>
            <a:endParaRPr lang="en-IN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5C09E8-658A-A4DA-7B71-8A92EBA37FD8}"/>
              </a:ext>
            </a:extLst>
          </p:cNvPr>
          <p:cNvCxnSpPr>
            <a:cxnSpLocks/>
          </p:cNvCxnSpPr>
          <p:nvPr userDrawn="1"/>
        </p:nvCxnSpPr>
        <p:spPr>
          <a:xfrm>
            <a:off x="407988" y="3981758"/>
            <a:ext cx="18648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2F98A19-1A2C-1A1F-839F-8191445A00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8" y="4292897"/>
            <a:ext cx="5688011" cy="49244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Sub-heading</a:t>
            </a:r>
            <a:endParaRPr lang="en-IN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BE147A-6B58-991D-B1B1-BF93BCFD55C6}"/>
              </a:ext>
            </a:extLst>
          </p:cNvPr>
          <p:cNvSpPr/>
          <p:nvPr userDrawn="1"/>
        </p:nvSpPr>
        <p:spPr>
          <a:xfrm>
            <a:off x="7372991" y="1"/>
            <a:ext cx="4819009" cy="6399523"/>
          </a:xfrm>
          <a:custGeom>
            <a:avLst/>
            <a:gdLst>
              <a:gd name="csX0" fmla="*/ 902311 w 4819009"/>
              <a:gd name="csY0" fmla="*/ 0 h 6399523"/>
              <a:gd name="csX1" fmla="*/ 4819009 w 4819009"/>
              <a:gd name="csY1" fmla="*/ 0 h 6399523"/>
              <a:gd name="csX2" fmla="*/ 4819009 w 4819009"/>
              <a:gd name="csY2" fmla="*/ 5870781 h 6399523"/>
              <a:gd name="csX3" fmla="*/ 4716989 w 4819009"/>
              <a:gd name="csY3" fmla="*/ 5944008 h 6399523"/>
              <a:gd name="csX4" fmla="*/ 3194365 w 4819009"/>
              <a:gd name="csY4" fmla="*/ 6399523 h 6399523"/>
              <a:gd name="csX5" fmla="*/ 0 w 4819009"/>
              <a:gd name="csY5" fmla="*/ 2625413 h 6399523"/>
              <a:gd name="csX6" fmla="*/ 729438 w 4819009"/>
              <a:gd name="csY6" fmla="*/ 224729 h 63995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819009" h="6399523">
                <a:moveTo>
                  <a:pt x="902311" y="0"/>
                </a:moveTo>
                <a:lnTo>
                  <a:pt x="4819009" y="0"/>
                </a:lnTo>
                <a:lnTo>
                  <a:pt x="4819009" y="5870781"/>
                </a:lnTo>
                <a:lnTo>
                  <a:pt x="4716989" y="5944008"/>
                </a:lnTo>
                <a:cubicBezTo>
                  <a:pt x="4264369" y="6234511"/>
                  <a:pt x="3745677" y="6399523"/>
                  <a:pt x="3194365" y="6399523"/>
                </a:cubicBezTo>
                <a:cubicBezTo>
                  <a:pt x="1430166" y="6399523"/>
                  <a:pt x="0" y="4709796"/>
                  <a:pt x="0" y="2625413"/>
                </a:cubicBezTo>
                <a:cubicBezTo>
                  <a:pt x="0" y="1713496"/>
                  <a:pt x="273743" y="877118"/>
                  <a:pt x="729438" y="224729"/>
                </a:cubicBezTo>
                <a:close/>
              </a:path>
            </a:pathLst>
          </a:custGeom>
          <a:solidFill>
            <a:schemeClr val="accent1">
              <a:alpha val="1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8805AE4-A4B3-6E71-15E3-674E08F80B5A}"/>
              </a:ext>
            </a:extLst>
          </p:cNvPr>
          <p:cNvSpPr/>
          <p:nvPr userDrawn="1"/>
        </p:nvSpPr>
        <p:spPr>
          <a:xfrm>
            <a:off x="8356570" y="3822839"/>
            <a:ext cx="3835430" cy="3035163"/>
          </a:xfrm>
          <a:custGeom>
            <a:avLst/>
            <a:gdLst>
              <a:gd name="csX0" fmla="*/ 3835430 w 3835430"/>
              <a:gd name="csY0" fmla="*/ 0 h 3035163"/>
              <a:gd name="csX1" fmla="*/ 3835430 w 3835430"/>
              <a:gd name="csY1" fmla="*/ 3035163 h 3035163"/>
              <a:gd name="csX2" fmla="*/ 0 w 3835430"/>
              <a:gd name="csY2" fmla="*/ 3035163 h 3035163"/>
              <a:gd name="csX3" fmla="*/ 52528 w 3835430"/>
              <a:gd name="csY3" fmla="*/ 2908211 h 3035163"/>
              <a:gd name="csX4" fmla="*/ 3634715 w 3835430"/>
              <a:gd name="csY4" fmla="*/ 36629 h 3035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35430" h="3035163">
                <a:moveTo>
                  <a:pt x="3835430" y="0"/>
                </a:moveTo>
                <a:lnTo>
                  <a:pt x="3835430" y="3035163"/>
                </a:lnTo>
                <a:lnTo>
                  <a:pt x="0" y="3035163"/>
                </a:lnTo>
                <a:lnTo>
                  <a:pt x="52528" y="2908211"/>
                </a:lnTo>
                <a:cubicBezTo>
                  <a:pt x="687744" y="1477109"/>
                  <a:pt x="2015101" y="392896"/>
                  <a:pt x="3634715" y="3662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3EB0020-B860-11BD-1253-E568B1D2E92E}"/>
              </a:ext>
            </a:extLst>
          </p:cNvPr>
          <p:cNvCxnSpPr>
            <a:cxnSpLocks/>
          </p:cNvCxnSpPr>
          <p:nvPr userDrawn="1"/>
        </p:nvCxnSpPr>
        <p:spPr>
          <a:xfrm>
            <a:off x="9919213" y="6475724"/>
            <a:ext cx="18648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C360CE1-7691-E0AE-DF1E-12FCC35D2778}"/>
              </a:ext>
            </a:extLst>
          </p:cNvPr>
          <p:cNvSpPr/>
          <p:nvPr userDrawn="1"/>
        </p:nvSpPr>
        <p:spPr>
          <a:xfrm>
            <a:off x="9919213" y="5377960"/>
            <a:ext cx="1864800" cy="9848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200" b="1" dirty="0">
                <a:solidFill>
                  <a:schemeClr val="accent1"/>
                </a:solidFill>
              </a:rPr>
              <a:t>Cover Slide</a:t>
            </a:r>
          </a:p>
        </p:txBody>
      </p:sp>
    </p:spTree>
    <p:extLst>
      <p:ext uri="{BB962C8B-B14F-4D97-AF65-F5344CB8AC3E}">
        <p14:creationId xmlns:p14="http://schemas.microsoft.com/office/powerpoint/2010/main" val="39470285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fault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cell data - do not delete" hidden="1">
            <a:extLst>
              <a:ext uri="{FF2B5EF4-FFF2-40B4-BE49-F238E27FC236}">
                <a16:creationId xmlns:a16="http://schemas.microsoft.com/office/drawing/2014/main" id="{EA26DB45-6671-170B-3503-1014A495C431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952661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4EAFCFB-9899-F9CA-8C68-0ADD6CD2F4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9" y="1909200"/>
            <a:ext cx="11376023" cy="12849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lvl1pPr>
              <a:defRPr lang="en-US" sz="2200" b="0" smtClean="0"/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en-IN" sz="1800">
                <a:solidFill>
                  <a:schemeClr val="lt1"/>
                </a:solidFill>
              </a:defRPr>
            </a:lvl5pPr>
          </a:lstStyle>
          <a:p>
            <a:pPr marL="263525" marR="0" lvl="0" indent="-2635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First bullet</a:t>
            </a:r>
          </a:p>
          <a:p>
            <a:pPr marL="538163" marR="0" lvl="0" indent="-2746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Second bullet</a:t>
            </a:r>
          </a:p>
          <a:p>
            <a:pPr marL="893763" marR="0" lvl="0" indent="-2635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20000"/>
              <a:buFont typeface="Calibri" panose="020F0502020204030204" pitchFamily="34" charset="0"/>
              <a:buChar char="̶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Third bullet</a:t>
            </a:r>
          </a:p>
          <a:p>
            <a:pPr marL="1260475" marR="0" lvl="0" indent="-2746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20000"/>
              <a:buFont typeface="Calibri" panose="020F0502020204030204" pitchFamily="34" charset="0"/>
              <a:buChar char="̶"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Fourth bullet</a:t>
            </a: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B291EEE3-A55E-B113-3A68-01000977DA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9" y="385555"/>
            <a:ext cx="11379600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IN" sz="2800" b="1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</a:t>
            </a:r>
            <a:r>
              <a:rPr lang="en-IN" sz="2800" b="1" dirty="0">
                <a:solidFill>
                  <a:schemeClr val="accent1"/>
                </a:solidFill>
                <a:latin typeface="+mj-lt"/>
              </a:rPr>
              <a:t>slide title</a:t>
            </a:r>
            <a:endParaRPr lang="en-IN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95F42F9A-BDFF-EFF8-8157-A9A1D718A0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989" y="6353282"/>
            <a:ext cx="11379600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1000" b="1" dirty="0" smtClean="0">
                <a:solidFill>
                  <a:schemeClr val="tx2"/>
                </a:solidFill>
              </a:defRPr>
            </a:lvl1pPr>
            <a:lvl2pPr>
              <a:buNone/>
              <a:defRPr lang="en-US" sz="1000" dirty="0" smtClean="0">
                <a:solidFill>
                  <a:schemeClr val="lt1"/>
                </a:solidFill>
              </a:defRPr>
            </a:lvl2pPr>
            <a:lvl3pPr>
              <a:buNone/>
              <a:defRPr lang="en-US" sz="1000" dirty="0" smtClean="0">
                <a:solidFill>
                  <a:schemeClr val="lt1"/>
                </a:solidFill>
              </a:defRPr>
            </a:lvl3pPr>
            <a:lvl4pPr>
              <a:buNone/>
              <a:defRPr lang="en-US" sz="1000" dirty="0" smtClean="0">
                <a:solidFill>
                  <a:schemeClr val="lt1"/>
                </a:solidFill>
              </a:defRPr>
            </a:lvl4pPr>
            <a:lvl5pPr>
              <a:buNone/>
              <a:defRPr lang="en-IN" sz="1000" dirty="0">
                <a:solidFill>
                  <a:schemeClr val="lt1"/>
                </a:solidFill>
              </a:defRPr>
            </a:lvl5pPr>
          </a:lstStyle>
          <a:p>
            <a:pPr algn="l"/>
            <a:r>
              <a:rPr lang="en-IN" sz="1000" b="1" dirty="0">
                <a:solidFill>
                  <a:schemeClr val="tx1"/>
                </a:solidFill>
                <a:latin typeface="+mn-lt"/>
              </a:rPr>
              <a:t>Note:</a:t>
            </a:r>
            <a:r>
              <a:rPr lang="en-IN" sz="1000" b="0" dirty="0">
                <a:solidFill>
                  <a:schemeClr val="tx1"/>
                </a:solidFill>
                <a:latin typeface="+mn-lt"/>
              </a:rPr>
              <a:t> xxx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F7932E11-3427-8141-3C46-CF0999F8ED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9" y="6543246"/>
            <a:ext cx="11379600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1000" b="1" dirty="0" smtClean="0">
                <a:solidFill>
                  <a:schemeClr val="tx2"/>
                </a:solidFill>
              </a:defRPr>
            </a:lvl1pPr>
            <a:lvl2pPr>
              <a:buNone/>
              <a:defRPr lang="en-US" sz="1000" dirty="0" smtClean="0">
                <a:solidFill>
                  <a:schemeClr val="lt1"/>
                </a:solidFill>
              </a:defRPr>
            </a:lvl2pPr>
            <a:lvl3pPr>
              <a:buNone/>
              <a:defRPr lang="en-US" sz="1000" dirty="0" smtClean="0">
                <a:solidFill>
                  <a:schemeClr val="lt1"/>
                </a:solidFill>
              </a:defRPr>
            </a:lvl3pPr>
            <a:lvl4pPr>
              <a:buNone/>
              <a:defRPr lang="en-US" sz="1000" dirty="0" smtClean="0">
                <a:solidFill>
                  <a:schemeClr val="lt1"/>
                </a:solidFill>
              </a:defRPr>
            </a:lvl4pPr>
            <a:lvl5pPr>
              <a:buNone/>
              <a:defRPr lang="en-IN" sz="1000" dirty="0">
                <a:solidFill>
                  <a:schemeClr val="lt1"/>
                </a:solidFill>
              </a:defRPr>
            </a:lvl5pPr>
          </a:lstStyle>
          <a:p>
            <a:pPr algn="l"/>
            <a:r>
              <a:rPr lang="en-IN" sz="1000" b="1" dirty="0">
                <a:solidFill>
                  <a:schemeClr val="tx1"/>
                </a:solidFill>
                <a:latin typeface="+mn-lt"/>
              </a:rPr>
              <a:t>Source:</a:t>
            </a:r>
            <a:r>
              <a:rPr lang="en-IN" sz="1000" b="0" dirty="0">
                <a:solidFill>
                  <a:schemeClr val="tx1"/>
                </a:solidFill>
                <a:latin typeface="+mn-lt"/>
              </a:rPr>
              <a:t> xxx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EDB4F876-CBE5-4800-8F48-7D6BABB598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9" y="141202"/>
            <a:ext cx="11379600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>
            <a:spAutoFit/>
          </a:bodyPr>
          <a:lstStyle>
            <a:lvl1pPr algn="l">
              <a:buNone/>
              <a:defRPr lang="en-IN" sz="1200" b="0" dirty="0">
                <a:solidFill>
                  <a:schemeClr val="tx1"/>
                </a:solidFill>
              </a:defRPr>
            </a:lvl1pPr>
            <a:lvl2pPr>
              <a:buNone/>
              <a:defRPr lang="en-US" sz="1000" dirty="0" smtClean="0">
                <a:solidFill>
                  <a:schemeClr val="lt1"/>
                </a:solidFill>
              </a:defRPr>
            </a:lvl2pPr>
            <a:lvl3pPr>
              <a:buNone/>
              <a:defRPr lang="en-US" sz="1000" dirty="0" smtClean="0">
                <a:solidFill>
                  <a:schemeClr val="lt1"/>
                </a:solidFill>
              </a:defRPr>
            </a:lvl3pPr>
            <a:lvl4pPr>
              <a:buNone/>
              <a:defRPr lang="en-US" sz="1000" dirty="0" smtClean="0">
                <a:solidFill>
                  <a:schemeClr val="lt1"/>
                </a:solidFill>
              </a:defRPr>
            </a:lvl4pPr>
            <a:lvl5pPr>
              <a:buNone/>
              <a:defRPr lang="en-IN" sz="1000" dirty="0">
                <a:solidFill>
                  <a:schemeClr val="lt1"/>
                </a:solidFill>
              </a:defRPr>
            </a:lvl5pPr>
          </a:lstStyle>
          <a:p>
            <a:pPr marL="0" lvl="0"/>
            <a:r>
              <a:rPr lang="en-IN" sz="1000" b="0" dirty="0">
                <a:solidFill>
                  <a:schemeClr val="tx1"/>
                </a:solidFill>
                <a:latin typeface="+mn-lt"/>
              </a:rPr>
              <a:t>Navigator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cell data - do not delete" hidden="1">
            <a:extLst>
              <a:ext uri="{FF2B5EF4-FFF2-40B4-BE49-F238E27FC236}">
                <a16:creationId xmlns:a16="http://schemas.microsoft.com/office/drawing/2014/main" id="{4F30EA1A-9ED3-A642-B02A-BB680CA2FEA8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52160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3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4F30EA1A-9ED3-A642-B02A-BB680CA2FE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E3A761-0EA7-A677-DEB3-8EC6D7460156}"/>
              </a:ext>
            </a:extLst>
          </p:cNvPr>
          <p:cNvCxnSpPr>
            <a:cxnSpLocks/>
          </p:cNvCxnSpPr>
          <p:nvPr userDrawn="1"/>
        </p:nvCxnSpPr>
        <p:spPr>
          <a:xfrm>
            <a:off x="407988" y="3847515"/>
            <a:ext cx="18648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9">
            <a:extLst>
              <a:ext uri="{FF2B5EF4-FFF2-40B4-BE49-F238E27FC236}">
                <a16:creationId xmlns:a16="http://schemas.microsoft.com/office/drawing/2014/main" id="{D87CFDD8-C910-C9C9-A447-669C7C4012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9" y="4210546"/>
            <a:ext cx="11379600" cy="923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IN" sz="6000" b="1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Section Header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8115E39-8CA8-BDFE-330A-2BC7336D04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9" y="1693079"/>
            <a:ext cx="1864800" cy="2156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>
            <a:spAutoFit/>
          </a:bodyPr>
          <a:lstStyle>
            <a:lvl1pPr>
              <a:buNone/>
              <a:defRPr lang="en-US" sz="14000" b="0" dirty="0" smtClean="0">
                <a:solidFill>
                  <a:schemeClr val="bg1"/>
                </a:solidFill>
                <a:latin typeface="+mj-lt"/>
              </a:defRPr>
            </a:lvl1pPr>
            <a:lvl2pPr>
              <a:defRPr lang="en-US" sz="1800" dirty="0" smtClean="0">
                <a:solidFill>
                  <a:schemeClr val="lt1"/>
                </a:solidFill>
              </a:defRPr>
            </a:lvl2pPr>
            <a:lvl3pPr>
              <a:defRPr lang="en-US" sz="1800" dirty="0" smtClean="0">
                <a:solidFill>
                  <a:schemeClr val="lt1"/>
                </a:solidFill>
              </a:defRPr>
            </a:lvl3pPr>
            <a:lvl4pPr>
              <a:defRPr lang="en-US" sz="1800" dirty="0" smtClean="0">
                <a:solidFill>
                  <a:schemeClr val="lt1"/>
                </a:solidFill>
              </a:defRPr>
            </a:lvl4pPr>
            <a:lvl5pPr>
              <a:defRPr lang="en-IN" sz="1800" dirty="0">
                <a:solidFill>
                  <a:schemeClr val="lt1"/>
                </a:solidFill>
              </a:defRPr>
            </a:lvl5pPr>
          </a:lstStyle>
          <a:p>
            <a:r>
              <a:rPr lang="en-US" sz="14000" b="0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60602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Green Highlight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cell data - do not delete" hidden="1">
            <a:extLst>
              <a:ext uri="{FF2B5EF4-FFF2-40B4-BE49-F238E27FC236}">
                <a16:creationId xmlns:a16="http://schemas.microsoft.com/office/drawing/2014/main" id="{4F30EA1A-9ED3-A642-B02A-BB680CA2FEA8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52160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B57744E-C827-31B6-13CC-5DA58BF34F91}"/>
              </a:ext>
            </a:extLst>
          </p:cNvPr>
          <p:cNvSpPr/>
          <p:nvPr userDrawn="1"/>
        </p:nvSpPr>
        <p:spPr>
          <a:xfrm>
            <a:off x="0" y="0"/>
            <a:ext cx="361696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CEF5AF0-CC0E-E18C-02BA-6D37C19ACF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200009" y="0"/>
            <a:ext cx="416951" cy="6858000"/>
          </a:xfrm>
          <a:prstGeom prst="rect">
            <a:avLst/>
          </a:prstGeom>
        </p:spPr>
      </p:pic>
      <p:sp>
        <p:nvSpPr>
          <p:cNvPr id="12" name="Title 19">
            <a:extLst>
              <a:ext uri="{FF2B5EF4-FFF2-40B4-BE49-F238E27FC236}">
                <a16:creationId xmlns:a16="http://schemas.microsoft.com/office/drawing/2014/main" id="{E82E2768-FC23-478B-8697-69D32D9A69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9" y="2936559"/>
            <a:ext cx="2925520" cy="9848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IN" sz="3200" b="1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slide 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4910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cell data - do not delete" hidden="1">
            <a:extLst>
              <a:ext uri="{FF2B5EF4-FFF2-40B4-BE49-F238E27FC236}">
                <a16:creationId xmlns:a16="http://schemas.microsoft.com/office/drawing/2014/main" id="{4F30EA1A-9ED3-A642-B02A-BB680CA2FEA8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52160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3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4F30EA1A-9ED3-A642-B02A-BB680CA2FE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B57744E-C827-31B6-13CC-5DA58BF34F91}"/>
              </a:ext>
            </a:extLst>
          </p:cNvPr>
          <p:cNvSpPr/>
          <p:nvPr userDrawn="1"/>
        </p:nvSpPr>
        <p:spPr>
          <a:xfrm>
            <a:off x="0" y="0"/>
            <a:ext cx="6094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CEF5AF0-CC0E-E18C-02BA-6D37C19ACF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5677849" y="0"/>
            <a:ext cx="416951" cy="6858000"/>
          </a:xfrm>
          <a:prstGeom prst="rect">
            <a:avLst/>
          </a:prstGeom>
        </p:spPr>
      </p:pic>
      <p:sp>
        <p:nvSpPr>
          <p:cNvPr id="6" name="Title 19">
            <a:extLst>
              <a:ext uri="{FF2B5EF4-FFF2-40B4-BE49-F238E27FC236}">
                <a16:creationId xmlns:a16="http://schemas.microsoft.com/office/drawing/2014/main" id="{0FE87C8F-7C72-49F5-1E0C-5DFBC359F9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9" y="385555"/>
            <a:ext cx="11379600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IN" sz="2800" b="1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slide 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776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Half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cell data - do not delete" hidden="1">
            <a:extLst>
              <a:ext uri="{FF2B5EF4-FFF2-40B4-BE49-F238E27FC236}">
                <a16:creationId xmlns:a16="http://schemas.microsoft.com/office/drawing/2014/main" id="{4F30EA1A-9ED3-A642-B02A-BB680CA2FEA8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550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3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4F30EA1A-9ED3-A642-B02A-BB680CA2FE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7CEF5AF0-CC0E-E18C-02BA-6D37C19ACF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>
            <a:off x="6094800" y="0"/>
            <a:ext cx="416951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B57744E-C827-31B6-13CC-5DA58BF34F91}"/>
              </a:ext>
            </a:extLst>
          </p:cNvPr>
          <p:cNvSpPr/>
          <p:nvPr userDrawn="1"/>
        </p:nvSpPr>
        <p:spPr>
          <a:xfrm>
            <a:off x="0" y="0"/>
            <a:ext cx="609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9">
            <a:extLst>
              <a:ext uri="{FF2B5EF4-FFF2-40B4-BE49-F238E27FC236}">
                <a16:creationId xmlns:a16="http://schemas.microsoft.com/office/drawing/2014/main" id="{220AFEA1-4654-CD21-F3FA-F0211CAA30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9" y="385555"/>
            <a:ext cx="11379600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IN" sz="2800" b="1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slide 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2279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Green Highlight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cell data - do not delete" hidden="1">
            <a:extLst>
              <a:ext uri="{FF2B5EF4-FFF2-40B4-BE49-F238E27FC236}">
                <a16:creationId xmlns:a16="http://schemas.microsoft.com/office/drawing/2014/main" id="{4F30EA1A-9ED3-A642-B02A-BB680CA2FEA8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52160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3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4F30EA1A-9ED3-A642-B02A-BB680CA2FE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B57744E-C827-31B6-13CC-5DA58BF34F91}"/>
              </a:ext>
            </a:extLst>
          </p:cNvPr>
          <p:cNvSpPr/>
          <p:nvPr userDrawn="1"/>
        </p:nvSpPr>
        <p:spPr>
          <a:xfrm>
            <a:off x="8575040" y="0"/>
            <a:ext cx="361696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D3D3C8-92F2-7E3C-4E3D-04FA7839D0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8575040" y="0"/>
            <a:ext cx="416951" cy="6858000"/>
          </a:xfrm>
          <a:prstGeom prst="rect">
            <a:avLst/>
          </a:prstGeom>
        </p:spPr>
      </p:pic>
      <p:sp>
        <p:nvSpPr>
          <p:cNvPr id="9" name="Title 19">
            <a:extLst>
              <a:ext uri="{FF2B5EF4-FFF2-40B4-BE49-F238E27FC236}">
                <a16:creationId xmlns:a16="http://schemas.microsoft.com/office/drawing/2014/main" id="{1E98AFB5-DB13-ACCC-628D-2E63D2A716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9" y="385555"/>
            <a:ext cx="11379600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IN" sz="2800" b="1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</a:t>
            </a:r>
            <a:r>
              <a:rPr lang="en-IN" sz="2800" b="1" dirty="0">
                <a:solidFill>
                  <a:schemeClr val="accent1"/>
                </a:solidFill>
                <a:latin typeface="+mj-lt"/>
              </a:rPr>
              <a:t>slide 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6657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Green Arrow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cell data - do not delete" hidden="1">
            <a:extLst>
              <a:ext uri="{FF2B5EF4-FFF2-40B4-BE49-F238E27FC236}">
                <a16:creationId xmlns:a16="http://schemas.microsoft.com/office/drawing/2014/main" id="{4F30EA1A-9ED3-A642-B02A-BB680CA2FEA8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973516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3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4F30EA1A-9ED3-A642-B02A-BB680CA2FE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entagon 8">
            <a:extLst>
              <a:ext uri="{FF2B5EF4-FFF2-40B4-BE49-F238E27FC236}">
                <a16:creationId xmlns:a16="http://schemas.microsoft.com/office/drawing/2014/main" id="{5516F471-BC19-BA45-A614-DE4C02F43038}"/>
              </a:ext>
            </a:extLst>
          </p:cNvPr>
          <p:cNvSpPr/>
          <p:nvPr userDrawn="1"/>
        </p:nvSpPr>
        <p:spPr bwMode="white">
          <a:xfrm>
            <a:off x="0" y="0"/>
            <a:ext cx="3703899" cy="6858000"/>
          </a:xfrm>
          <a:prstGeom prst="homePlate">
            <a:avLst>
              <a:gd name="adj" fmla="val 15523"/>
            </a:avLst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5" name="Title 19">
            <a:extLst>
              <a:ext uri="{FF2B5EF4-FFF2-40B4-BE49-F238E27FC236}">
                <a16:creationId xmlns:a16="http://schemas.microsoft.com/office/drawing/2014/main" id="{47B98D49-6CBD-7335-BE36-D9B99F613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9" y="2936559"/>
            <a:ext cx="2925520" cy="9848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IN" sz="3200" b="1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slide 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5765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rom To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cell data - do not delete" hidden="1">
            <a:extLst>
              <a:ext uri="{FF2B5EF4-FFF2-40B4-BE49-F238E27FC236}">
                <a16:creationId xmlns:a16="http://schemas.microsoft.com/office/drawing/2014/main" id="{4F30EA1A-9ED3-A642-B02A-BB680CA2FEA8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19094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3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4F30EA1A-9ED3-A642-B02A-BB680CA2FE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entagon 8">
            <a:extLst>
              <a:ext uri="{FF2B5EF4-FFF2-40B4-BE49-F238E27FC236}">
                <a16:creationId xmlns:a16="http://schemas.microsoft.com/office/drawing/2014/main" id="{30FCC296-CF79-302A-0C2C-BBE44F70FBB8}"/>
              </a:ext>
            </a:extLst>
          </p:cNvPr>
          <p:cNvSpPr/>
          <p:nvPr userDrawn="1"/>
        </p:nvSpPr>
        <p:spPr bwMode="white">
          <a:xfrm>
            <a:off x="0" y="0"/>
            <a:ext cx="6363546" cy="6858000"/>
          </a:xfrm>
          <a:prstGeom prst="homePlate">
            <a:avLst>
              <a:gd name="adj" fmla="val 11951"/>
            </a:avLst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2" name="Title 19">
            <a:extLst>
              <a:ext uri="{FF2B5EF4-FFF2-40B4-BE49-F238E27FC236}">
                <a16:creationId xmlns:a16="http://schemas.microsoft.com/office/drawing/2014/main" id="{94DEB9B1-990D-73EC-1BEB-2290BDCF26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9" y="385555"/>
            <a:ext cx="11379600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IN" sz="2800" b="1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slide 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0816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From To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cell data - do not delete" hidden="1">
            <a:extLst>
              <a:ext uri="{FF2B5EF4-FFF2-40B4-BE49-F238E27FC236}">
                <a16:creationId xmlns:a16="http://schemas.microsoft.com/office/drawing/2014/main" id="{4F30EA1A-9ED3-A642-B02A-BB680CA2FEA8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725439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3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4F30EA1A-9ED3-A642-B02A-BB680CA2FE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AEE7B0D-7D61-F771-4AA8-E30FD8A62BAD}"/>
              </a:ext>
            </a:extLst>
          </p:cNvPr>
          <p:cNvSpPr/>
          <p:nvPr userDrawn="1"/>
        </p:nvSpPr>
        <p:spPr>
          <a:xfrm>
            <a:off x="5603040" y="0"/>
            <a:ext cx="6588961" cy="6858000"/>
          </a:xfrm>
          <a:custGeom>
            <a:avLst/>
            <a:gdLst>
              <a:gd name="csX0" fmla="*/ 0 w 6588961"/>
              <a:gd name="csY0" fmla="*/ 0 h 6858000"/>
              <a:gd name="csX1" fmla="*/ 6588961 w 6588961"/>
              <a:gd name="csY1" fmla="*/ 0 h 6858000"/>
              <a:gd name="csX2" fmla="*/ 6588961 w 6588961"/>
              <a:gd name="csY2" fmla="*/ 6858000 h 6858000"/>
              <a:gd name="csX3" fmla="*/ 0 w 6588961"/>
              <a:gd name="csY3" fmla="*/ 6858000 h 6858000"/>
              <a:gd name="csX4" fmla="*/ 760507 w 6588961"/>
              <a:gd name="csY4" fmla="*/ 3429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588961" h="6858000">
                <a:moveTo>
                  <a:pt x="0" y="0"/>
                </a:moveTo>
                <a:lnTo>
                  <a:pt x="6588961" y="0"/>
                </a:lnTo>
                <a:lnTo>
                  <a:pt x="6588961" y="6858000"/>
                </a:lnTo>
                <a:lnTo>
                  <a:pt x="0" y="6858000"/>
                </a:lnTo>
                <a:lnTo>
                  <a:pt x="760507" y="342900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lvl="0">
              <a:lnSpc>
                <a:spcPct val="90000"/>
              </a:lnSpc>
              <a:spcAft>
                <a:spcPts val="1000"/>
              </a:spcAft>
            </a:pPr>
            <a:endParaRPr lang="en-IN" sz="1200">
              <a:solidFill>
                <a:prstClr val="white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2D6C3174-AC6D-894F-CD2E-D758167AAA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9" y="385555"/>
            <a:ext cx="11379600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IN" sz="2800" b="1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</a:t>
            </a:r>
            <a:r>
              <a:rPr lang="en-IN" sz="2800" b="1" dirty="0">
                <a:solidFill>
                  <a:schemeClr val="accent1"/>
                </a:solidFill>
                <a:latin typeface="+mj-lt"/>
              </a:rPr>
              <a:t>slide 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4057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Green Arrow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cell data - do not delete" hidden="1">
            <a:extLst>
              <a:ext uri="{FF2B5EF4-FFF2-40B4-BE49-F238E27FC236}">
                <a16:creationId xmlns:a16="http://schemas.microsoft.com/office/drawing/2014/main" id="{4F30EA1A-9ED3-A642-B02A-BB680CA2FEA8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943708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3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4F30EA1A-9ED3-A642-B02A-BB680CA2FE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56C001D-E585-FA4F-2A6A-A6266F2933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8372274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8372274 w 12192000"/>
              <a:gd name="csY3" fmla="*/ 6858000 h 6858000"/>
              <a:gd name="csX4" fmla="*/ 8947230 w 12192000"/>
              <a:gd name="csY4" fmla="*/ 3429000 h 6858000"/>
              <a:gd name="csX5" fmla="*/ 0 w 12192000"/>
              <a:gd name="csY5" fmla="*/ 0 h 6858000"/>
              <a:gd name="csX6" fmla="*/ 1 w 12192000"/>
              <a:gd name="csY6" fmla="*/ 0 h 6858000"/>
              <a:gd name="csX7" fmla="*/ 1 w 12192000"/>
              <a:gd name="csY7" fmla="*/ 6858000 h 6858000"/>
              <a:gd name="csX8" fmla="*/ 0 w 12192000"/>
              <a:gd name="csY8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192000" h="6858000">
                <a:moveTo>
                  <a:pt x="8372274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8372274" y="6858000"/>
                </a:lnTo>
                <a:lnTo>
                  <a:pt x="8947230" y="3429000"/>
                </a:lnTo>
                <a:close/>
                <a:moveTo>
                  <a:pt x="0" y="0"/>
                </a:moveTo>
                <a:lnTo>
                  <a:pt x="1" y="0"/>
                </a:lnTo>
                <a:lnTo>
                  <a:pt x="1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lvl="0">
              <a:lnSpc>
                <a:spcPct val="90000"/>
              </a:lnSpc>
              <a:spcAft>
                <a:spcPts val="1000"/>
              </a:spcAft>
            </a:pPr>
            <a:endParaRPr lang="en-IN" sz="1200">
              <a:solidFill>
                <a:prstClr val="white"/>
              </a:solidFill>
            </a:endParaRPr>
          </a:p>
        </p:txBody>
      </p:sp>
      <p:sp>
        <p:nvSpPr>
          <p:cNvPr id="17" name="Title 19">
            <a:extLst>
              <a:ext uri="{FF2B5EF4-FFF2-40B4-BE49-F238E27FC236}">
                <a16:creationId xmlns:a16="http://schemas.microsoft.com/office/drawing/2014/main" id="{45E519A0-4E4A-BFAA-C2C2-A8B5EF305B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9" y="385555"/>
            <a:ext cx="11379600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IN" sz="2800" b="1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</a:t>
            </a:r>
            <a:r>
              <a:rPr lang="en-IN" sz="2800" b="1" dirty="0">
                <a:solidFill>
                  <a:schemeClr val="accent1"/>
                </a:solidFill>
                <a:latin typeface="+mj-lt"/>
              </a:rPr>
              <a:t>slide 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1249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cell data - do not delete" hidden="1">
            <a:extLst>
              <a:ext uri="{FF2B5EF4-FFF2-40B4-BE49-F238E27FC236}">
                <a16:creationId xmlns:a16="http://schemas.microsoft.com/office/drawing/2014/main" id="{EA26DB45-6671-170B-3503-1014A495C431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454022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21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EA26DB45-6671-170B-3503-1014A495C4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A9A1014-B533-A685-D860-722C291E66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28265" b="28265"/>
          <a:stretch>
            <a:fillRect/>
          </a:stretch>
        </p:blipFill>
        <p:spPr>
          <a:xfrm>
            <a:off x="0" y="0"/>
            <a:ext cx="12193200" cy="68586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8061FD9-9945-3925-2E79-FDBC4964466C}"/>
              </a:ext>
            </a:extLst>
          </p:cNvPr>
          <p:cNvSpPr/>
          <p:nvPr userDrawn="1"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accent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CF40F9-3F22-A182-6198-B70E2B77D326}"/>
              </a:ext>
            </a:extLst>
          </p:cNvPr>
          <p:cNvSpPr/>
          <p:nvPr userDrawn="1"/>
        </p:nvSpPr>
        <p:spPr>
          <a:xfrm>
            <a:off x="2107377" y="2505670"/>
            <a:ext cx="7977247" cy="18466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IN" sz="12000" b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151104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cell data - do not delete" hidden="1">
            <a:extLst>
              <a:ext uri="{FF2B5EF4-FFF2-40B4-BE49-F238E27FC236}">
                <a16:creationId xmlns:a16="http://schemas.microsoft.com/office/drawing/2014/main" id="{F44D7A33-A6B9-2525-B57B-2AADF6DD09F6}"/>
              </a:ext>
            </a:extLst>
          </p:cNvPr>
          <p:cNvGraphicFramePr>
            <a:graphicFrameLocks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7618836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5" imgW="473" imgH="473" progId="TCLayout.ActiveDocument.1">
                  <p:embed/>
                </p:oleObj>
              </mc:Choice>
              <mc:Fallback>
                <p:oleObj name="thinkcell Slide" r:id="rId15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4" r:id="rId3"/>
    <p:sldLayoutId id="2147483650" r:id="rId4"/>
    <p:sldLayoutId id="2147483656" r:id="rId5"/>
    <p:sldLayoutId id="2147483662" r:id="rId6"/>
    <p:sldLayoutId id="2147483653" r:id="rId7"/>
    <p:sldLayoutId id="2147483659" r:id="rId8"/>
    <p:sldLayoutId id="2147483658" r:id="rId9"/>
    <p:sldLayoutId id="2147483655" r:id="rId10"/>
    <p:sldLayoutId id="2147483657" r:id="rId11"/>
    <p:sldLayoutId id="2147483661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23" userDrawn="1">
          <p15:clr>
            <a:srgbClr val="F26B43"/>
          </p15:clr>
        </p15:guide>
        <p15:guide id="5" orient="horz" pos="4110" userDrawn="1">
          <p15:clr>
            <a:srgbClr val="F26B43"/>
          </p15:clr>
        </p15:guide>
        <p15:guide id="6" orient="horz" pos="1003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5" Type="http://schemas.openxmlformats.org/officeDocument/2006/relationships/chart" Target="../charts/chart1.x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3.xml"/><Relationship Id="rId4" Type="http://schemas.openxmlformats.org/officeDocument/2006/relationships/image" Target="../media/image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4.xml"/><Relationship Id="rId4" Type="http://schemas.openxmlformats.org/officeDocument/2006/relationships/image" Target="../media/image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5.xml"/><Relationship Id="rId4" Type="http://schemas.openxmlformats.org/officeDocument/2006/relationships/image" Target="../media/image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6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cell data - do not delete" hidden="1">
            <a:extLst>
              <a:ext uri="{FF2B5EF4-FFF2-40B4-BE49-F238E27FC236}">
                <a16:creationId xmlns:a16="http://schemas.microsoft.com/office/drawing/2014/main" id="{A440B660-11F8-4C36-E780-C3A93C27A87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707390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775546C-816B-5103-2655-6EDCF489B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>
            <a:spAutoFit/>
          </a:bodyPr>
          <a:lstStyle/>
          <a:p>
            <a:r>
              <a:rPr lang="en-IN" dirty="0"/>
              <a:t>Presentation Theme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9072E-26F5-72A1-C650-DA27FEC239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Style Guide | Layouts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E271BD7-D69F-A4DE-0F2D-D1A44CE2C831}"/>
              </a:ext>
            </a:extLst>
          </p:cNvPr>
          <p:cNvSpPr txBox="1">
            <a:spLocks/>
          </p:cNvSpPr>
          <p:nvPr/>
        </p:nvSpPr>
        <p:spPr>
          <a:xfrm>
            <a:off x="407988" y="6160289"/>
            <a:ext cx="5688011" cy="369332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FontTx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/>
              <a:t>Portfolio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65DB9DC-A133-3660-9924-2C1012062F0F}"/>
              </a:ext>
            </a:extLst>
          </p:cNvPr>
          <p:cNvSpPr txBox="1">
            <a:spLocks/>
          </p:cNvSpPr>
          <p:nvPr/>
        </p:nvSpPr>
        <p:spPr>
          <a:xfrm>
            <a:off x="407988" y="143713"/>
            <a:ext cx="5688011" cy="2769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FontTx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/>
              <a:t>Megha | 2026</a:t>
            </a:r>
          </a:p>
        </p:txBody>
      </p:sp>
    </p:spTree>
    <p:extLst>
      <p:ext uri="{BB962C8B-B14F-4D97-AF65-F5344CB8AC3E}">
        <p14:creationId xmlns:p14="http://schemas.microsoft.com/office/powerpoint/2010/main" val="919715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hinkcell data - do not delete" hidden="1">
            <a:extLst>
              <a:ext uri="{FF2B5EF4-FFF2-40B4-BE49-F238E27FC236}">
                <a16:creationId xmlns:a16="http://schemas.microsoft.com/office/drawing/2014/main" id="{A9C3ADB5-5C4C-6DA1-B9BC-C1175FAF948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0680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C5D9B54-9B85-02F8-A097-3CADD75AF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en-IN" dirty="0"/>
              <a:t>Style guide (1/2)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C73894-587F-7E55-5314-DBD159B7F0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B36FD8-BBA5-49F2-1E24-927313500B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3148441-23BD-2C96-4DF1-63ABA90B5F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0E3FBA-1885-B4EE-3229-51E6E5246761}"/>
              </a:ext>
            </a:extLst>
          </p:cNvPr>
          <p:cNvSpPr/>
          <p:nvPr/>
        </p:nvSpPr>
        <p:spPr>
          <a:xfrm>
            <a:off x="407988" y="4670207"/>
            <a:ext cx="11379600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lvl="0"/>
            <a:r>
              <a:rPr lang="en-IN" sz="2000" b="1" dirty="0">
                <a:solidFill>
                  <a:schemeClr val="tx1"/>
                </a:solidFill>
              </a:rPr>
              <a:t>Colour palette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D8107AF-CA96-59FD-6E09-A8E539E38F0C}"/>
              </a:ext>
            </a:extLst>
          </p:cNvPr>
          <p:cNvCxnSpPr>
            <a:cxnSpLocks/>
          </p:cNvCxnSpPr>
          <p:nvPr/>
        </p:nvCxnSpPr>
        <p:spPr>
          <a:xfrm>
            <a:off x="407989" y="4462082"/>
            <a:ext cx="11379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80AA832-A493-5394-B341-BDAABAEF5214}"/>
              </a:ext>
            </a:extLst>
          </p:cNvPr>
          <p:cNvSpPr/>
          <p:nvPr/>
        </p:nvSpPr>
        <p:spPr>
          <a:xfrm>
            <a:off x="407988" y="2498121"/>
            <a:ext cx="1776412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IN" sz="2000" b="1" dirty="0">
                <a:solidFill>
                  <a:schemeClr val="tx1"/>
                </a:solidFill>
              </a:rPr>
              <a:t>Headings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E05727-8268-10CE-78C3-456BFF7A876F}"/>
              </a:ext>
            </a:extLst>
          </p:cNvPr>
          <p:cNvSpPr/>
          <p:nvPr/>
        </p:nvSpPr>
        <p:spPr>
          <a:xfrm>
            <a:off x="407988" y="3222150"/>
            <a:ext cx="1776412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IN" sz="2000" b="1" dirty="0">
                <a:solidFill>
                  <a:schemeClr val="tx1"/>
                </a:solidFill>
              </a:rPr>
              <a:t>Body content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D90BCF-EBAD-1819-24ED-4B2DA9376C4A}"/>
              </a:ext>
            </a:extLst>
          </p:cNvPr>
          <p:cNvSpPr/>
          <p:nvPr/>
        </p:nvSpPr>
        <p:spPr>
          <a:xfrm>
            <a:off x="407988" y="3946179"/>
            <a:ext cx="1776412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IN" sz="2000" b="1" dirty="0">
                <a:solidFill>
                  <a:schemeClr val="tx1"/>
                </a:solidFill>
              </a:rPr>
              <a:t>Separator line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F8D7AB-D302-8DCF-877C-749162C77ADB}"/>
              </a:ext>
            </a:extLst>
          </p:cNvPr>
          <p:cNvSpPr/>
          <p:nvPr/>
        </p:nvSpPr>
        <p:spPr>
          <a:xfrm>
            <a:off x="407988" y="1774092"/>
            <a:ext cx="1776412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IN" sz="2000" b="1" dirty="0">
                <a:solidFill>
                  <a:schemeClr val="tx1"/>
                </a:solidFill>
              </a:rPr>
              <a:t>Slide size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08A2E4-71CC-C47C-F322-7ECCC9144245}"/>
              </a:ext>
            </a:extLst>
          </p:cNvPr>
          <p:cNvSpPr/>
          <p:nvPr/>
        </p:nvSpPr>
        <p:spPr>
          <a:xfrm>
            <a:off x="2479106" y="2498121"/>
            <a:ext cx="9308482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000" dirty="0">
                <a:solidFill>
                  <a:schemeClr val="tx1"/>
                </a:solidFill>
              </a:rPr>
              <a:t>Aptos Display – Bold | 28pt and 32pt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3FB0AA-9AB6-9846-FC66-6CFA19D06E20}"/>
              </a:ext>
            </a:extLst>
          </p:cNvPr>
          <p:cNvSpPr/>
          <p:nvPr/>
        </p:nvSpPr>
        <p:spPr>
          <a:xfrm>
            <a:off x="2479040" y="3222150"/>
            <a:ext cx="9308548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000" dirty="0">
                <a:solidFill>
                  <a:schemeClr val="tx1"/>
                </a:solidFill>
              </a:rPr>
              <a:t>Aptos – 14pt to 18pt (may vary)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F21973-E135-7328-815A-18A612656F4E}"/>
              </a:ext>
            </a:extLst>
          </p:cNvPr>
          <p:cNvSpPr/>
          <p:nvPr/>
        </p:nvSpPr>
        <p:spPr>
          <a:xfrm>
            <a:off x="2479106" y="1774092"/>
            <a:ext cx="9308482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000" dirty="0">
                <a:solidFill>
                  <a:schemeClr val="tx1"/>
                </a:solidFill>
              </a:rPr>
              <a:t>Widescreen 16:9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DB8742-AF25-2690-28AA-68C2E6B311BB}"/>
              </a:ext>
            </a:extLst>
          </p:cNvPr>
          <p:cNvSpPr/>
          <p:nvPr/>
        </p:nvSpPr>
        <p:spPr>
          <a:xfrm>
            <a:off x="2479040" y="3946179"/>
            <a:ext cx="9308548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000" dirty="0">
                <a:solidFill>
                  <a:schemeClr val="tx1"/>
                </a:solidFill>
              </a:rPr>
              <a:t>#BFBFBF | Weight: 1/2Pt | Dashes: Solid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34FD02D-0BE6-B84E-A6AA-32A6A211BBFF}"/>
              </a:ext>
            </a:extLst>
          </p:cNvPr>
          <p:cNvCxnSpPr>
            <a:cxnSpLocks/>
          </p:cNvCxnSpPr>
          <p:nvPr/>
        </p:nvCxnSpPr>
        <p:spPr>
          <a:xfrm>
            <a:off x="407989" y="3738053"/>
            <a:ext cx="11379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373C9FC-E811-F4DA-8D9D-0EE9D615645E}"/>
              </a:ext>
            </a:extLst>
          </p:cNvPr>
          <p:cNvCxnSpPr>
            <a:cxnSpLocks/>
          </p:cNvCxnSpPr>
          <p:nvPr/>
        </p:nvCxnSpPr>
        <p:spPr>
          <a:xfrm>
            <a:off x="407989" y="3014024"/>
            <a:ext cx="11379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107244-2225-CC5F-301D-0BDC67E2ECD3}"/>
              </a:ext>
            </a:extLst>
          </p:cNvPr>
          <p:cNvCxnSpPr>
            <a:cxnSpLocks/>
          </p:cNvCxnSpPr>
          <p:nvPr/>
        </p:nvCxnSpPr>
        <p:spPr>
          <a:xfrm>
            <a:off x="407989" y="2289995"/>
            <a:ext cx="11379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3C4B4ED-FC34-E88D-EB45-CE2AAC6B81DC}"/>
              </a:ext>
            </a:extLst>
          </p:cNvPr>
          <p:cNvSpPr/>
          <p:nvPr/>
        </p:nvSpPr>
        <p:spPr>
          <a:xfrm>
            <a:off x="407989" y="5177184"/>
            <a:ext cx="1836607" cy="619760"/>
          </a:xfrm>
          <a:prstGeom prst="roundRect">
            <a:avLst/>
          </a:prstGeom>
          <a:solidFill>
            <a:srgbClr val="104E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#104E54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FD9D9FD-9057-A4A5-392A-97CBEBF48B37}"/>
              </a:ext>
            </a:extLst>
          </p:cNvPr>
          <p:cNvSpPr/>
          <p:nvPr/>
        </p:nvSpPr>
        <p:spPr>
          <a:xfrm>
            <a:off x="2316587" y="5177184"/>
            <a:ext cx="1836607" cy="619760"/>
          </a:xfrm>
          <a:prstGeom prst="roundRect">
            <a:avLst/>
          </a:prstGeom>
          <a:solidFill>
            <a:srgbClr val="197D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bg1"/>
                </a:solidFill>
              </a:rPr>
              <a:t>#197D88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8879200-0AD3-27F1-C81E-9AF215E2C934}"/>
              </a:ext>
            </a:extLst>
          </p:cNvPr>
          <p:cNvSpPr/>
          <p:nvPr/>
        </p:nvSpPr>
        <p:spPr>
          <a:xfrm>
            <a:off x="4225185" y="5177184"/>
            <a:ext cx="1836607" cy="619760"/>
          </a:xfrm>
          <a:prstGeom prst="roundRect">
            <a:avLst/>
          </a:prstGeom>
          <a:solidFill>
            <a:srgbClr val="73D2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bg1"/>
                </a:solidFill>
              </a:rPr>
              <a:t>#73D2CB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1C32398-15D0-301E-EBD2-6FA6E98D0F4C}"/>
              </a:ext>
            </a:extLst>
          </p:cNvPr>
          <p:cNvSpPr/>
          <p:nvPr/>
        </p:nvSpPr>
        <p:spPr>
          <a:xfrm>
            <a:off x="9950982" y="5177184"/>
            <a:ext cx="1836607" cy="61976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bg1"/>
                </a:solidFill>
              </a:rPr>
              <a:t>#A6A6A6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61C2BC1-45C3-A785-0BEA-414F7FB372FE}"/>
              </a:ext>
            </a:extLst>
          </p:cNvPr>
          <p:cNvSpPr/>
          <p:nvPr/>
        </p:nvSpPr>
        <p:spPr>
          <a:xfrm>
            <a:off x="6133784" y="5177184"/>
            <a:ext cx="1836607" cy="619760"/>
          </a:xfrm>
          <a:prstGeom prst="roundRect">
            <a:avLst/>
          </a:prstGeom>
          <a:solidFill>
            <a:srgbClr val="6AD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bg1"/>
                </a:solidFill>
              </a:rPr>
              <a:t>#6AD8E4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FF10233-52B2-CF14-BD20-2D694CA7C2F3}"/>
              </a:ext>
            </a:extLst>
          </p:cNvPr>
          <p:cNvSpPr/>
          <p:nvPr/>
        </p:nvSpPr>
        <p:spPr>
          <a:xfrm>
            <a:off x="8042382" y="5177184"/>
            <a:ext cx="1836607" cy="61976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#22148A</a:t>
            </a:r>
          </a:p>
        </p:txBody>
      </p:sp>
    </p:spTree>
    <p:extLst>
      <p:ext uri="{BB962C8B-B14F-4D97-AF65-F5344CB8AC3E}">
        <p14:creationId xmlns:p14="http://schemas.microsoft.com/office/powerpoint/2010/main" val="629932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DDDB1-B1FE-10DF-5ABF-C4D667D5F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cell data - do not delete" hidden="1">
            <a:extLst>
              <a:ext uri="{FF2B5EF4-FFF2-40B4-BE49-F238E27FC236}">
                <a16:creationId xmlns:a16="http://schemas.microsoft.com/office/drawing/2014/main" id="{80E852ED-1733-BA91-90C2-97319EED8D2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8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971392BA-CEDC-02B5-6861-A4E615AD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696E1074-E4BA-B6DA-5A6D-64D07169C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85555"/>
            <a:ext cx="11379600" cy="430887"/>
          </a:xfrm>
        </p:spPr>
        <p:txBody>
          <a:bodyPr vert="horz" rIns="0">
            <a:spAutoFit/>
          </a:bodyPr>
          <a:lstStyle/>
          <a:p>
            <a:r>
              <a:rPr lang="en-IN" dirty="0"/>
              <a:t>Style guide (2/2)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0ABE0351-2FA8-2B00-52C0-899ACF9585E8}"/>
              </a:ext>
            </a:extLst>
          </p:cNvPr>
          <p:cNvSpPr txBox="1">
            <a:spLocks/>
          </p:cNvSpPr>
          <p:nvPr/>
        </p:nvSpPr>
        <p:spPr>
          <a:xfrm>
            <a:off x="411566" y="2022974"/>
            <a:ext cx="2528402" cy="128496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lang="en-US" sz="2200" b="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lang="en-US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lang="en-US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lang="en-US" sz="1800" kern="120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en-IN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3525" indent="-263525">
              <a:spcBef>
                <a:spcPts val="0"/>
              </a:spcBef>
              <a:spcAft>
                <a:spcPts val="300"/>
              </a:spcAft>
              <a:buSzPct val="120000"/>
              <a:defRPr/>
            </a:pPr>
            <a:r>
              <a:rPr lang="en-IN" dirty="0">
                <a:solidFill>
                  <a:srgbClr val="000000"/>
                </a:solidFill>
                <a:latin typeface="Aptos" panose="02110004020202020204"/>
              </a:rPr>
              <a:t>First bullet</a:t>
            </a:r>
          </a:p>
          <a:p>
            <a:pPr marL="538163" indent="-274638">
              <a:spcBef>
                <a:spcPts val="0"/>
              </a:spcBef>
              <a:spcAft>
                <a:spcPts val="300"/>
              </a:spcAft>
              <a:buSzPct val="120000"/>
              <a:defRPr/>
            </a:pPr>
            <a:r>
              <a:rPr lang="en-IN" sz="2000" dirty="0">
                <a:solidFill>
                  <a:srgbClr val="000000"/>
                </a:solidFill>
                <a:latin typeface="Aptos" panose="02110004020202020204"/>
              </a:rPr>
              <a:t>Second bullet</a:t>
            </a:r>
          </a:p>
          <a:p>
            <a:pPr marL="893763" indent="-263525">
              <a:spcBef>
                <a:spcPts val="0"/>
              </a:spcBef>
              <a:spcAft>
                <a:spcPts val="300"/>
              </a:spcAft>
              <a:buSzPct val="120000"/>
              <a:buFont typeface="Calibri" panose="020F0502020204030204" pitchFamily="34" charset="0"/>
              <a:buChar char="̶"/>
              <a:defRPr/>
            </a:pPr>
            <a:r>
              <a:rPr lang="en-IN" sz="1800" dirty="0">
                <a:solidFill>
                  <a:srgbClr val="000000"/>
                </a:solidFill>
                <a:latin typeface="Aptos" panose="02110004020202020204"/>
              </a:rPr>
              <a:t>Third bullet</a:t>
            </a:r>
          </a:p>
          <a:p>
            <a:pPr marL="1260475" indent="-274638">
              <a:spcBef>
                <a:spcPts val="0"/>
              </a:spcBef>
              <a:spcAft>
                <a:spcPts val="300"/>
              </a:spcAft>
              <a:buSzPct val="120000"/>
              <a:buFont typeface="Calibri" panose="020F0502020204030204" pitchFamily="34" charset="0"/>
              <a:buChar char="̶"/>
              <a:defRPr/>
            </a:pPr>
            <a:r>
              <a:rPr lang="en-IN" sz="1600" dirty="0">
                <a:solidFill>
                  <a:srgbClr val="000000"/>
                </a:solidFill>
                <a:latin typeface="Aptos" panose="02110004020202020204"/>
              </a:rPr>
              <a:t>Fourth bullet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915D2C-8412-9F76-0790-1691EAD2E10D}"/>
              </a:ext>
            </a:extLst>
          </p:cNvPr>
          <p:cNvSpPr/>
          <p:nvPr/>
        </p:nvSpPr>
        <p:spPr>
          <a:xfrm>
            <a:off x="407988" y="1585773"/>
            <a:ext cx="2528402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IN" sz="2000" b="1" dirty="0">
                <a:solidFill>
                  <a:schemeClr val="accent1"/>
                </a:solidFill>
              </a:rPr>
              <a:t>Level Style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4D5C77E-1522-49FE-31E2-4EDE5CA35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294910"/>
              </p:ext>
            </p:extLst>
          </p:nvPr>
        </p:nvGraphicFramePr>
        <p:xfrm>
          <a:off x="407987" y="4833055"/>
          <a:ext cx="825290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226">
                  <a:extLst>
                    <a:ext uri="{9D8B030D-6E8A-4147-A177-3AD203B41FA5}">
                      <a16:colId xmlns:a16="http://schemas.microsoft.com/office/drawing/2014/main" val="2355112363"/>
                    </a:ext>
                  </a:extLst>
                </a:gridCol>
                <a:gridCol w="2063226">
                  <a:extLst>
                    <a:ext uri="{9D8B030D-6E8A-4147-A177-3AD203B41FA5}">
                      <a16:colId xmlns:a16="http://schemas.microsoft.com/office/drawing/2014/main" val="3991562820"/>
                    </a:ext>
                  </a:extLst>
                </a:gridCol>
                <a:gridCol w="2063226">
                  <a:extLst>
                    <a:ext uri="{9D8B030D-6E8A-4147-A177-3AD203B41FA5}">
                      <a16:colId xmlns:a16="http://schemas.microsoft.com/office/drawing/2014/main" val="4093628388"/>
                    </a:ext>
                  </a:extLst>
                </a:gridCol>
                <a:gridCol w="2063226">
                  <a:extLst>
                    <a:ext uri="{9D8B030D-6E8A-4147-A177-3AD203B41FA5}">
                      <a16:colId xmlns:a16="http://schemas.microsoft.com/office/drawing/2014/main" val="30887728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Heading 1</a:t>
                      </a:r>
                    </a:p>
                  </a:txBody>
                  <a:tcPr marL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Heading 2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Heading 3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Heading 4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4837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2"/>
                          </a:solidFill>
                        </a:rPr>
                        <a:t>Body content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Body content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Body content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Body content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4659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Body content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Body content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Body content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Body content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20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Body content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Body content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Body content</a:t>
                      </a:r>
                      <a:endParaRPr kumimoji="0" lang="en-I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Body content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135421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08715ED0-F708-65D9-4331-5E0BA4B44D7A}"/>
              </a:ext>
            </a:extLst>
          </p:cNvPr>
          <p:cNvSpPr/>
          <p:nvPr/>
        </p:nvSpPr>
        <p:spPr>
          <a:xfrm>
            <a:off x="3795854" y="1585773"/>
            <a:ext cx="7988400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IN" sz="2000" b="1" dirty="0">
                <a:solidFill>
                  <a:schemeClr val="accent1"/>
                </a:solidFill>
              </a:rPr>
              <a:t>Table Style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49C2ED-C94B-3377-822A-E282B3635A10}"/>
              </a:ext>
            </a:extLst>
          </p:cNvPr>
          <p:cNvCxnSpPr>
            <a:cxnSpLocks/>
          </p:cNvCxnSpPr>
          <p:nvPr/>
        </p:nvCxnSpPr>
        <p:spPr>
          <a:xfrm>
            <a:off x="407989" y="4180350"/>
            <a:ext cx="11379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ABAD37B-9807-C05E-26C4-BFDBB8E11B1E}"/>
              </a:ext>
            </a:extLst>
          </p:cNvPr>
          <p:cNvCxnSpPr>
            <a:cxnSpLocks/>
          </p:cNvCxnSpPr>
          <p:nvPr/>
        </p:nvCxnSpPr>
        <p:spPr>
          <a:xfrm>
            <a:off x="3367911" y="1585774"/>
            <a:ext cx="0" cy="238645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aphic 35">
            <a:extLst>
              <a:ext uri="{FF2B5EF4-FFF2-40B4-BE49-F238E27FC236}">
                <a16:creationId xmlns:a16="http://schemas.microsoft.com/office/drawing/2014/main" id="{27D8745E-8E0C-C0EF-42F9-239486A9734E}"/>
              </a:ext>
            </a:extLst>
          </p:cNvPr>
          <p:cNvGrpSpPr/>
          <p:nvPr/>
        </p:nvGrpSpPr>
        <p:grpSpPr>
          <a:xfrm>
            <a:off x="9310186" y="4916839"/>
            <a:ext cx="658277" cy="497962"/>
            <a:chOff x="7269629" y="4308886"/>
            <a:chExt cx="658277" cy="497962"/>
          </a:xfrm>
          <a:solidFill>
            <a:schemeClr val="accent1"/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525FE8B-DD47-37B0-A055-A00F50CC3AAE}"/>
                </a:ext>
              </a:extLst>
            </p:cNvPr>
            <p:cNvSpPr/>
            <p:nvPr/>
          </p:nvSpPr>
          <p:spPr>
            <a:xfrm>
              <a:off x="7362414" y="4370376"/>
              <a:ext cx="468864" cy="319530"/>
            </a:xfrm>
            <a:custGeom>
              <a:avLst/>
              <a:gdLst>
                <a:gd name="csX0" fmla="*/ 10980 w 468864"/>
                <a:gd name="csY0" fmla="*/ 319531 h 319530"/>
                <a:gd name="csX1" fmla="*/ 18667 w 468864"/>
                <a:gd name="csY1" fmla="*/ 316237 h 319530"/>
                <a:gd name="csX2" fmla="*/ 197099 w 468864"/>
                <a:gd name="csY2" fmla="*/ 138353 h 319530"/>
                <a:gd name="csX3" fmla="*/ 264080 w 468864"/>
                <a:gd name="csY3" fmla="*/ 205334 h 319530"/>
                <a:gd name="csX4" fmla="*/ 265727 w 468864"/>
                <a:gd name="csY4" fmla="*/ 206432 h 319530"/>
                <a:gd name="csX5" fmla="*/ 265727 w 468864"/>
                <a:gd name="csY5" fmla="*/ 206432 h 319530"/>
                <a:gd name="csX6" fmla="*/ 267374 w 468864"/>
                <a:gd name="csY6" fmla="*/ 207530 h 319530"/>
                <a:gd name="csX7" fmla="*/ 267374 w 468864"/>
                <a:gd name="csY7" fmla="*/ 207530 h 319530"/>
                <a:gd name="csX8" fmla="*/ 269021 w 468864"/>
                <a:gd name="csY8" fmla="*/ 208079 h 319530"/>
                <a:gd name="csX9" fmla="*/ 269570 w 468864"/>
                <a:gd name="csY9" fmla="*/ 208079 h 319530"/>
                <a:gd name="csX10" fmla="*/ 270119 w 468864"/>
                <a:gd name="csY10" fmla="*/ 208079 h 319530"/>
                <a:gd name="csX11" fmla="*/ 271766 w 468864"/>
                <a:gd name="csY11" fmla="*/ 208079 h 319530"/>
                <a:gd name="csX12" fmla="*/ 279452 w 468864"/>
                <a:gd name="csY12" fmla="*/ 204785 h 319530"/>
                <a:gd name="csX13" fmla="*/ 446904 w 468864"/>
                <a:gd name="csY13" fmla="*/ 37882 h 319530"/>
                <a:gd name="csX14" fmla="*/ 446904 w 468864"/>
                <a:gd name="csY14" fmla="*/ 72471 h 319530"/>
                <a:gd name="csX15" fmla="*/ 457884 w 468864"/>
                <a:gd name="csY15" fmla="*/ 83451 h 319530"/>
                <a:gd name="csX16" fmla="*/ 468865 w 468864"/>
                <a:gd name="csY16" fmla="*/ 72471 h 319530"/>
                <a:gd name="csX17" fmla="*/ 468865 w 468864"/>
                <a:gd name="csY17" fmla="*/ 11529 h 319530"/>
                <a:gd name="csX18" fmla="*/ 468865 w 468864"/>
                <a:gd name="csY18" fmla="*/ 11529 h 319530"/>
                <a:gd name="csX19" fmla="*/ 468865 w 468864"/>
                <a:gd name="csY19" fmla="*/ 9333 h 319530"/>
                <a:gd name="csX20" fmla="*/ 468865 w 468864"/>
                <a:gd name="csY20" fmla="*/ 8235 h 319530"/>
                <a:gd name="csX21" fmla="*/ 468316 w 468864"/>
                <a:gd name="csY21" fmla="*/ 7137 h 319530"/>
                <a:gd name="csX22" fmla="*/ 467767 w 468864"/>
                <a:gd name="csY22" fmla="*/ 6039 h 319530"/>
                <a:gd name="csX23" fmla="*/ 467218 w 468864"/>
                <a:gd name="csY23" fmla="*/ 4941 h 319530"/>
                <a:gd name="csX24" fmla="*/ 466120 w 468864"/>
                <a:gd name="csY24" fmla="*/ 3294 h 319530"/>
                <a:gd name="csX25" fmla="*/ 466120 w 468864"/>
                <a:gd name="csY25" fmla="*/ 2745 h 319530"/>
                <a:gd name="csX26" fmla="*/ 466120 w 468864"/>
                <a:gd name="csY26" fmla="*/ 2745 h 319530"/>
                <a:gd name="csX27" fmla="*/ 464473 w 468864"/>
                <a:gd name="csY27" fmla="*/ 1647 h 319530"/>
                <a:gd name="csX28" fmla="*/ 463375 w 468864"/>
                <a:gd name="csY28" fmla="*/ 1098 h 319530"/>
                <a:gd name="csX29" fmla="*/ 462277 w 468864"/>
                <a:gd name="csY29" fmla="*/ 549 h 319530"/>
                <a:gd name="csX30" fmla="*/ 461179 w 468864"/>
                <a:gd name="csY30" fmla="*/ 0 h 319530"/>
                <a:gd name="csX31" fmla="*/ 460080 w 468864"/>
                <a:gd name="csY31" fmla="*/ 0 h 319530"/>
                <a:gd name="csX32" fmla="*/ 457884 w 468864"/>
                <a:gd name="csY32" fmla="*/ 0 h 319530"/>
                <a:gd name="csX33" fmla="*/ 457884 w 468864"/>
                <a:gd name="csY33" fmla="*/ 0 h 319530"/>
                <a:gd name="csX34" fmla="*/ 396943 w 468864"/>
                <a:gd name="csY34" fmla="*/ 0 h 319530"/>
                <a:gd name="csX35" fmla="*/ 385962 w 468864"/>
                <a:gd name="csY35" fmla="*/ 10980 h 319530"/>
                <a:gd name="csX36" fmla="*/ 396943 w 468864"/>
                <a:gd name="csY36" fmla="*/ 21961 h 319530"/>
                <a:gd name="csX37" fmla="*/ 431531 w 468864"/>
                <a:gd name="csY37" fmla="*/ 21961 h 319530"/>
                <a:gd name="csX38" fmla="*/ 272315 w 468864"/>
                <a:gd name="csY38" fmla="*/ 181726 h 319530"/>
                <a:gd name="csX39" fmla="*/ 204785 w 468864"/>
                <a:gd name="csY39" fmla="*/ 114746 h 319530"/>
                <a:gd name="csX40" fmla="*/ 189413 w 468864"/>
                <a:gd name="csY40" fmla="*/ 114746 h 319530"/>
                <a:gd name="csX41" fmla="*/ 3294 w 468864"/>
                <a:gd name="csY41" fmla="*/ 300864 h 319530"/>
                <a:gd name="csX42" fmla="*/ 3294 w 468864"/>
                <a:gd name="csY42" fmla="*/ 316237 h 319530"/>
                <a:gd name="csX43" fmla="*/ 10980 w 468864"/>
                <a:gd name="csY43" fmla="*/ 319531 h 3195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</a:cxnLst>
              <a:rect l="l" t="t" r="r" b="b"/>
              <a:pathLst>
                <a:path w="468864" h="319530">
                  <a:moveTo>
                    <a:pt x="10980" y="319531"/>
                  </a:moveTo>
                  <a:cubicBezTo>
                    <a:pt x="13726" y="319531"/>
                    <a:pt x="16471" y="318433"/>
                    <a:pt x="18667" y="316237"/>
                  </a:cubicBezTo>
                  <a:lnTo>
                    <a:pt x="197099" y="138353"/>
                  </a:lnTo>
                  <a:lnTo>
                    <a:pt x="264080" y="205334"/>
                  </a:lnTo>
                  <a:cubicBezTo>
                    <a:pt x="264629" y="205883"/>
                    <a:pt x="265178" y="206432"/>
                    <a:pt x="265727" y="206432"/>
                  </a:cubicBezTo>
                  <a:cubicBezTo>
                    <a:pt x="265727" y="206432"/>
                    <a:pt x="265727" y="206432"/>
                    <a:pt x="265727" y="206432"/>
                  </a:cubicBezTo>
                  <a:cubicBezTo>
                    <a:pt x="266276" y="206981"/>
                    <a:pt x="266825" y="206981"/>
                    <a:pt x="267374" y="207530"/>
                  </a:cubicBezTo>
                  <a:cubicBezTo>
                    <a:pt x="267374" y="207530"/>
                    <a:pt x="267374" y="207530"/>
                    <a:pt x="267374" y="207530"/>
                  </a:cubicBezTo>
                  <a:cubicBezTo>
                    <a:pt x="267923" y="207530"/>
                    <a:pt x="268472" y="208079"/>
                    <a:pt x="269021" y="208079"/>
                  </a:cubicBezTo>
                  <a:cubicBezTo>
                    <a:pt x="269021" y="208079"/>
                    <a:pt x="269570" y="208079"/>
                    <a:pt x="269570" y="208079"/>
                  </a:cubicBezTo>
                  <a:cubicBezTo>
                    <a:pt x="269570" y="208079"/>
                    <a:pt x="270119" y="208079"/>
                    <a:pt x="270119" y="208079"/>
                  </a:cubicBezTo>
                  <a:cubicBezTo>
                    <a:pt x="270668" y="208079"/>
                    <a:pt x="271217" y="208079"/>
                    <a:pt x="271766" y="208079"/>
                  </a:cubicBezTo>
                  <a:cubicBezTo>
                    <a:pt x="274511" y="208079"/>
                    <a:pt x="277256" y="206981"/>
                    <a:pt x="279452" y="204785"/>
                  </a:cubicBezTo>
                  <a:lnTo>
                    <a:pt x="446904" y="37882"/>
                  </a:lnTo>
                  <a:lnTo>
                    <a:pt x="446904" y="72471"/>
                  </a:lnTo>
                  <a:cubicBezTo>
                    <a:pt x="446904" y="78510"/>
                    <a:pt x="451845" y="83451"/>
                    <a:pt x="457884" y="83451"/>
                  </a:cubicBezTo>
                  <a:cubicBezTo>
                    <a:pt x="463924" y="83451"/>
                    <a:pt x="468865" y="78510"/>
                    <a:pt x="468865" y="72471"/>
                  </a:cubicBezTo>
                  <a:lnTo>
                    <a:pt x="468865" y="11529"/>
                  </a:lnTo>
                  <a:cubicBezTo>
                    <a:pt x="468865" y="11529"/>
                    <a:pt x="468865" y="11529"/>
                    <a:pt x="468865" y="11529"/>
                  </a:cubicBezTo>
                  <a:cubicBezTo>
                    <a:pt x="468865" y="10980"/>
                    <a:pt x="468865" y="10431"/>
                    <a:pt x="468865" y="9333"/>
                  </a:cubicBezTo>
                  <a:cubicBezTo>
                    <a:pt x="468865" y="8784"/>
                    <a:pt x="468865" y="8784"/>
                    <a:pt x="468865" y="8235"/>
                  </a:cubicBezTo>
                  <a:cubicBezTo>
                    <a:pt x="468865" y="7686"/>
                    <a:pt x="468865" y="7686"/>
                    <a:pt x="468316" y="7137"/>
                  </a:cubicBezTo>
                  <a:cubicBezTo>
                    <a:pt x="468316" y="6588"/>
                    <a:pt x="467767" y="6588"/>
                    <a:pt x="467767" y="6039"/>
                  </a:cubicBezTo>
                  <a:cubicBezTo>
                    <a:pt x="467767" y="5490"/>
                    <a:pt x="467218" y="5490"/>
                    <a:pt x="467218" y="4941"/>
                  </a:cubicBezTo>
                  <a:cubicBezTo>
                    <a:pt x="466669" y="4392"/>
                    <a:pt x="466669" y="3843"/>
                    <a:pt x="466120" y="3294"/>
                  </a:cubicBezTo>
                  <a:cubicBezTo>
                    <a:pt x="466120" y="3294"/>
                    <a:pt x="466120" y="3294"/>
                    <a:pt x="466120" y="2745"/>
                  </a:cubicBezTo>
                  <a:cubicBezTo>
                    <a:pt x="466120" y="2745"/>
                    <a:pt x="466120" y="2745"/>
                    <a:pt x="466120" y="2745"/>
                  </a:cubicBezTo>
                  <a:cubicBezTo>
                    <a:pt x="465571" y="2196"/>
                    <a:pt x="465022" y="1647"/>
                    <a:pt x="464473" y="1647"/>
                  </a:cubicBezTo>
                  <a:cubicBezTo>
                    <a:pt x="463924" y="1647"/>
                    <a:pt x="463924" y="1098"/>
                    <a:pt x="463375" y="1098"/>
                  </a:cubicBezTo>
                  <a:cubicBezTo>
                    <a:pt x="462826" y="1098"/>
                    <a:pt x="462826" y="549"/>
                    <a:pt x="462277" y="549"/>
                  </a:cubicBezTo>
                  <a:cubicBezTo>
                    <a:pt x="461728" y="549"/>
                    <a:pt x="461728" y="549"/>
                    <a:pt x="461179" y="0"/>
                  </a:cubicBezTo>
                  <a:cubicBezTo>
                    <a:pt x="460629" y="0"/>
                    <a:pt x="460629" y="0"/>
                    <a:pt x="460080" y="0"/>
                  </a:cubicBezTo>
                  <a:cubicBezTo>
                    <a:pt x="459531" y="0"/>
                    <a:pt x="458433" y="0"/>
                    <a:pt x="457884" y="0"/>
                  </a:cubicBezTo>
                  <a:cubicBezTo>
                    <a:pt x="457884" y="0"/>
                    <a:pt x="457884" y="0"/>
                    <a:pt x="457884" y="0"/>
                  </a:cubicBezTo>
                  <a:lnTo>
                    <a:pt x="396943" y="0"/>
                  </a:lnTo>
                  <a:cubicBezTo>
                    <a:pt x="390904" y="0"/>
                    <a:pt x="385962" y="4941"/>
                    <a:pt x="385962" y="10980"/>
                  </a:cubicBezTo>
                  <a:cubicBezTo>
                    <a:pt x="385962" y="17020"/>
                    <a:pt x="390904" y="21961"/>
                    <a:pt x="396943" y="21961"/>
                  </a:cubicBezTo>
                  <a:lnTo>
                    <a:pt x="431531" y="21961"/>
                  </a:lnTo>
                  <a:lnTo>
                    <a:pt x="272315" y="181726"/>
                  </a:lnTo>
                  <a:lnTo>
                    <a:pt x="204785" y="114746"/>
                  </a:lnTo>
                  <a:cubicBezTo>
                    <a:pt x="200393" y="110353"/>
                    <a:pt x="193805" y="110353"/>
                    <a:pt x="189413" y="114746"/>
                  </a:cubicBezTo>
                  <a:lnTo>
                    <a:pt x="3294" y="300864"/>
                  </a:lnTo>
                  <a:cubicBezTo>
                    <a:pt x="-1098" y="305256"/>
                    <a:pt x="-1098" y="311844"/>
                    <a:pt x="3294" y="316237"/>
                  </a:cubicBezTo>
                  <a:cubicBezTo>
                    <a:pt x="5490" y="318433"/>
                    <a:pt x="8235" y="319531"/>
                    <a:pt x="10980" y="319531"/>
                  </a:cubicBezTo>
                  <a:close/>
                </a:path>
              </a:pathLst>
            </a:custGeom>
            <a:grpFill/>
            <a:ln w="5461" cap="flat">
              <a:noFill/>
              <a:prstDash val="solid"/>
              <a:miter/>
            </a:ln>
          </p:spPr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814224A-92EC-D44F-E347-CB477B27C1A7}"/>
                </a:ext>
              </a:extLst>
            </p:cNvPr>
            <p:cNvSpPr/>
            <p:nvPr/>
          </p:nvSpPr>
          <p:spPr>
            <a:xfrm>
              <a:off x="7269629" y="4308886"/>
              <a:ext cx="658277" cy="497962"/>
            </a:xfrm>
            <a:custGeom>
              <a:avLst/>
              <a:gdLst>
                <a:gd name="csX0" fmla="*/ 647846 w 658277"/>
                <a:gd name="csY0" fmla="*/ 0 h 497962"/>
                <a:gd name="csX1" fmla="*/ 617650 w 658277"/>
                <a:gd name="csY1" fmla="*/ 0 h 497962"/>
                <a:gd name="csX2" fmla="*/ 41177 w 658277"/>
                <a:gd name="csY2" fmla="*/ 0 h 497962"/>
                <a:gd name="csX3" fmla="*/ 10980 w 658277"/>
                <a:gd name="csY3" fmla="*/ 0 h 497962"/>
                <a:gd name="csX4" fmla="*/ 0 w 658277"/>
                <a:gd name="csY4" fmla="*/ 10980 h 497962"/>
                <a:gd name="csX5" fmla="*/ 10980 w 658277"/>
                <a:gd name="csY5" fmla="*/ 21961 h 497962"/>
                <a:gd name="csX6" fmla="*/ 30196 w 658277"/>
                <a:gd name="csY6" fmla="*/ 21961 h 497962"/>
                <a:gd name="csX7" fmla="*/ 30196 w 658277"/>
                <a:gd name="csY7" fmla="*/ 433727 h 497962"/>
                <a:gd name="csX8" fmla="*/ 41177 w 658277"/>
                <a:gd name="csY8" fmla="*/ 444708 h 497962"/>
                <a:gd name="csX9" fmla="*/ 322276 w 658277"/>
                <a:gd name="csY9" fmla="*/ 444708 h 497962"/>
                <a:gd name="csX10" fmla="*/ 322276 w 658277"/>
                <a:gd name="csY10" fmla="*/ 486982 h 497962"/>
                <a:gd name="csX11" fmla="*/ 333256 w 658277"/>
                <a:gd name="csY11" fmla="*/ 497963 h 497962"/>
                <a:gd name="csX12" fmla="*/ 344237 w 658277"/>
                <a:gd name="csY12" fmla="*/ 486982 h 497962"/>
                <a:gd name="csX13" fmla="*/ 344237 w 658277"/>
                <a:gd name="csY13" fmla="*/ 444708 h 497962"/>
                <a:gd name="csX14" fmla="*/ 617101 w 658277"/>
                <a:gd name="csY14" fmla="*/ 444708 h 497962"/>
                <a:gd name="csX15" fmla="*/ 628081 w 658277"/>
                <a:gd name="csY15" fmla="*/ 433727 h 497962"/>
                <a:gd name="csX16" fmla="*/ 628081 w 658277"/>
                <a:gd name="csY16" fmla="*/ 21961 h 497962"/>
                <a:gd name="csX17" fmla="*/ 647297 w 658277"/>
                <a:gd name="csY17" fmla="*/ 21961 h 497962"/>
                <a:gd name="csX18" fmla="*/ 658277 w 658277"/>
                <a:gd name="csY18" fmla="*/ 10980 h 497962"/>
                <a:gd name="csX19" fmla="*/ 647846 w 658277"/>
                <a:gd name="csY19" fmla="*/ 0 h 497962"/>
                <a:gd name="csX20" fmla="*/ 606669 w 658277"/>
                <a:gd name="csY20" fmla="*/ 422198 h 497962"/>
                <a:gd name="csX21" fmla="*/ 52157 w 658277"/>
                <a:gd name="csY21" fmla="*/ 422198 h 497962"/>
                <a:gd name="csX22" fmla="*/ 52157 w 658277"/>
                <a:gd name="csY22" fmla="*/ 21412 h 497962"/>
                <a:gd name="csX23" fmla="*/ 606120 w 658277"/>
                <a:gd name="csY23" fmla="*/ 21412 h 497962"/>
                <a:gd name="csX24" fmla="*/ 606120 w 658277"/>
                <a:gd name="csY24" fmla="*/ 422198 h 4979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658277" h="497962">
                  <a:moveTo>
                    <a:pt x="647846" y="0"/>
                  </a:moveTo>
                  <a:lnTo>
                    <a:pt x="617650" y="0"/>
                  </a:lnTo>
                  <a:lnTo>
                    <a:pt x="41177" y="0"/>
                  </a:lnTo>
                  <a:lnTo>
                    <a:pt x="10980" y="0"/>
                  </a:lnTo>
                  <a:cubicBezTo>
                    <a:pt x="4941" y="0"/>
                    <a:pt x="0" y="4941"/>
                    <a:pt x="0" y="10980"/>
                  </a:cubicBezTo>
                  <a:cubicBezTo>
                    <a:pt x="0" y="17020"/>
                    <a:pt x="4941" y="21961"/>
                    <a:pt x="10980" y="21961"/>
                  </a:cubicBezTo>
                  <a:lnTo>
                    <a:pt x="30196" y="21961"/>
                  </a:lnTo>
                  <a:lnTo>
                    <a:pt x="30196" y="433727"/>
                  </a:lnTo>
                  <a:cubicBezTo>
                    <a:pt x="30196" y="439766"/>
                    <a:pt x="35137" y="444708"/>
                    <a:pt x="41177" y="444708"/>
                  </a:cubicBezTo>
                  <a:lnTo>
                    <a:pt x="322276" y="444708"/>
                  </a:lnTo>
                  <a:lnTo>
                    <a:pt x="322276" y="486982"/>
                  </a:lnTo>
                  <a:cubicBezTo>
                    <a:pt x="322276" y="493022"/>
                    <a:pt x="327217" y="497963"/>
                    <a:pt x="333256" y="497963"/>
                  </a:cubicBezTo>
                  <a:cubicBezTo>
                    <a:pt x="339296" y="497963"/>
                    <a:pt x="344237" y="493022"/>
                    <a:pt x="344237" y="486982"/>
                  </a:cubicBezTo>
                  <a:lnTo>
                    <a:pt x="344237" y="444708"/>
                  </a:lnTo>
                  <a:lnTo>
                    <a:pt x="617101" y="444708"/>
                  </a:lnTo>
                  <a:cubicBezTo>
                    <a:pt x="623140" y="444708"/>
                    <a:pt x="628081" y="439766"/>
                    <a:pt x="628081" y="433727"/>
                  </a:cubicBezTo>
                  <a:lnTo>
                    <a:pt x="628081" y="21961"/>
                  </a:lnTo>
                  <a:lnTo>
                    <a:pt x="647297" y="21961"/>
                  </a:lnTo>
                  <a:cubicBezTo>
                    <a:pt x="653336" y="21961"/>
                    <a:pt x="658277" y="17020"/>
                    <a:pt x="658277" y="10980"/>
                  </a:cubicBezTo>
                  <a:cubicBezTo>
                    <a:pt x="658277" y="4941"/>
                    <a:pt x="653885" y="0"/>
                    <a:pt x="647846" y="0"/>
                  </a:cubicBezTo>
                  <a:close/>
                  <a:moveTo>
                    <a:pt x="606669" y="422198"/>
                  </a:moveTo>
                  <a:lnTo>
                    <a:pt x="52157" y="422198"/>
                  </a:lnTo>
                  <a:lnTo>
                    <a:pt x="52157" y="21412"/>
                  </a:lnTo>
                  <a:lnTo>
                    <a:pt x="606120" y="21412"/>
                  </a:lnTo>
                  <a:lnTo>
                    <a:pt x="606120" y="422198"/>
                  </a:lnTo>
                  <a:close/>
                </a:path>
              </a:pathLst>
            </a:custGeom>
            <a:grpFill/>
            <a:ln w="5461" cap="flat">
              <a:noFill/>
              <a:prstDash val="solid"/>
              <a:miter/>
            </a:ln>
          </p:spPr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C5936307-FA73-8A86-395C-810AC56C00DC}"/>
              </a:ext>
            </a:extLst>
          </p:cNvPr>
          <p:cNvSpPr/>
          <p:nvPr/>
        </p:nvSpPr>
        <p:spPr>
          <a:xfrm>
            <a:off x="407988" y="4388468"/>
            <a:ext cx="8254800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IN" sz="2000" b="1" dirty="0">
                <a:solidFill>
                  <a:schemeClr val="accent1"/>
                </a:solidFill>
              </a:rPr>
              <a:t>Table Style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503C9D4-6322-8BD3-EF40-2286A4E92C7E}"/>
              </a:ext>
            </a:extLst>
          </p:cNvPr>
          <p:cNvCxnSpPr>
            <a:cxnSpLocks/>
          </p:cNvCxnSpPr>
          <p:nvPr/>
        </p:nvCxnSpPr>
        <p:spPr>
          <a:xfrm>
            <a:off x="0" y="3599929"/>
            <a:ext cx="0" cy="292469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62D346F-7B83-7E0B-EA87-37FEAA19F910}"/>
              </a:ext>
            </a:extLst>
          </p:cNvPr>
          <p:cNvCxnSpPr>
            <a:cxnSpLocks/>
          </p:cNvCxnSpPr>
          <p:nvPr/>
        </p:nvCxnSpPr>
        <p:spPr>
          <a:xfrm>
            <a:off x="8985539" y="4388468"/>
            <a:ext cx="0" cy="192794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33594696-98C5-9CF8-4863-074FB1AE8184}"/>
              </a:ext>
            </a:extLst>
          </p:cNvPr>
          <p:cNvSpPr/>
          <p:nvPr/>
        </p:nvSpPr>
        <p:spPr>
          <a:xfrm>
            <a:off x="9310186" y="4388468"/>
            <a:ext cx="1606005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IN" sz="2000" b="1" dirty="0">
                <a:solidFill>
                  <a:schemeClr val="accent1"/>
                </a:solidFill>
              </a:rPr>
              <a:t>Icon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3CC16B1-E05D-61C8-BD97-B5CB8CDF5A3F}"/>
              </a:ext>
            </a:extLst>
          </p:cNvPr>
          <p:cNvGrpSpPr/>
          <p:nvPr/>
        </p:nvGrpSpPr>
        <p:grpSpPr>
          <a:xfrm>
            <a:off x="10202628" y="5795464"/>
            <a:ext cx="383874" cy="383874"/>
            <a:chOff x="10231120" y="3837335"/>
            <a:chExt cx="256540" cy="256540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1F20EE75-C058-74DF-D29B-3082D38A303F}"/>
                </a:ext>
              </a:extLst>
            </p:cNvPr>
            <p:cNvSpPr/>
            <p:nvPr/>
          </p:nvSpPr>
          <p:spPr>
            <a:xfrm>
              <a:off x="10231120" y="3837335"/>
              <a:ext cx="256540" cy="2565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 lang="en-IN" sz="2800" b="1">
                <a:ea typeface="Cambria Math" panose="02040503050406030204" pitchFamily="18" charset="0"/>
              </a:endParaRP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E5AD27C1-03DA-2031-94B3-8C4D534CFA96}"/>
                </a:ext>
              </a:extLst>
            </p:cNvPr>
            <p:cNvCxnSpPr>
              <a:cxnSpLocks/>
            </p:cNvCxnSpPr>
            <p:nvPr/>
          </p:nvCxnSpPr>
          <p:spPr>
            <a:xfrm>
              <a:off x="10297160" y="3965605"/>
              <a:ext cx="12446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57C82E5-876D-0560-9F72-94A0E21E85B7}"/>
              </a:ext>
            </a:extLst>
          </p:cNvPr>
          <p:cNvGrpSpPr/>
          <p:nvPr/>
        </p:nvGrpSpPr>
        <p:grpSpPr>
          <a:xfrm>
            <a:off x="9354270" y="5795464"/>
            <a:ext cx="383874" cy="383874"/>
            <a:chOff x="10231120" y="4335908"/>
            <a:chExt cx="256540" cy="256540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1349EB4-3024-1497-A922-7E5254B61EAE}"/>
                </a:ext>
              </a:extLst>
            </p:cNvPr>
            <p:cNvSpPr/>
            <p:nvPr/>
          </p:nvSpPr>
          <p:spPr>
            <a:xfrm>
              <a:off x="10231120" y="4335908"/>
              <a:ext cx="256540" cy="2565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 lang="en-IN" sz="2800" b="1">
                <a:ea typeface="Cambria Math" panose="02040503050406030204" pitchFamily="18" charset="0"/>
              </a:endParaRP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F69701B-62E6-F460-3A49-88C7B12BDB80}"/>
                </a:ext>
              </a:extLst>
            </p:cNvPr>
            <p:cNvGrpSpPr/>
            <p:nvPr/>
          </p:nvGrpSpPr>
          <p:grpSpPr>
            <a:xfrm>
              <a:off x="10297160" y="4401948"/>
              <a:ext cx="124460" cy="124460"/>
              <a:chOff x="10297160" y="4401948"/>
              <a:chExt cx="124460" cy="124460"/>
            </a:xfrm>
          </p:grpSpPr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3AD7D7E7-B470-9A31-05DB-9E1D896D55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97160" y="4464178"/>
                <a:ext cx="12446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11EE7D34-FA31-B12D-C410-53B10CFF0DB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0297160" y="4464178"/>
                <a:ext cx="12446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E5D837A-DA6C-397A-A16D-5DD44736BCFF}"/>
              </a:ext>
            </a:extLst>
          </p:cNvPr>
          <p:cNvGrpSpPr/>
          <p:nvPr/>
        </p:nvGrpSpPr>
        <p:grpSpPr>
          <a:xfrm>
            <a:off x="11050986" y="5795464"/>
            <a:ext cx="383874" cy="383874"/>
            <a:chOff x="10652760" y="4335908"/>
            <a:chExt cx="256540" cy="25654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A5ACD787-7564-89CE-3D1F-0AE2BE08D15C}"/>
                </a:ext>
              </a:extLst>
            </p:cNvPr>
            <p:cNvSpPr/>
            <p:nvPr/>
          </p:nvSpPr>
          <p:spPr>
            <a:xfrm>
              <a:off x="10652760" y="4335908"/>
              <a:ext cx="256540" cy="2565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 lang="en-IN" sz="2800" b="1">
                <a:ea typeface="Cambria Math" panose="02040503050406030204" pitchFamily="18" charset="0"/>
              </a:endParaRP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441C7179-C21B-674C-CEA6-B67F62AF36A2}"/>
                </a:ext>
              </a:extLst>
            </p:cNvPr>
            <p:cNvGrpSpPr/>
            <p:nvPr/>
          </p:nvGrpSpPr>
          <p:grpSpPr>
            <a:xfrm rot="2700000">
              <a:off x="10718800" y="4401948"/>
              <a:ext cx="124460" cy="124460"/>
              <a:chOff x="10297160" y="4401948"/>
              <a:chExt cx="124460" cy="124460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9BDD9A93-AF70-08FC-B5DB-FFDD0EF37F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97160" y="4464178"/>
                <a:ext cx="12446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95A8B8F5-E802-2826-2D21-2A192BDE56B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0297160" y="4464178"/>
                <a:ext cx="12446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7132C4F-7A13-2419-7D0B-ACF5569BCE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0908327"/>
              </p:ext>
            </p:extLst>
          </p:nvPr>
        </p:nvGraphicFramePr>
        <p:xfrm>
          <a:off x="3677067" y="1956619"/>
          <a:ext cx="8051528" cy="21424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037590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cell data - do not delete" hidden="1">
            <a:extLst>
              <a:ext uri="{FF2B5EF4-FFF2-40B4-BE49-F238E27FC236}">
                <a16:creationId xmlns:a16="http://schemas.microsoft.com/office/drawing/2014/main" id="{3AE6BBD6-102D-B844-8505-2182ADED591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65425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BEF23CF9-E351-4061-0244-21C10CE96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7CF47E3-CF8A-13A0-F6CC-17AFD8D935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01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8892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cell data - do not delete" hidden="1">
            <a:extLst>
              <a:ext uri="{FF2B5EF4-FFF2-40B4-BE49-F238E27FC236}">
                <a16:creationId xmlns:a16="http://schemas.microsoft.com/office/drawing/2014/main" id="{FE26B0C6-6FB4-1288-7F5D-C80A79524CB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911206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E9EADA50-4B09-00B4-22F7-D7DDEDA37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9" y="2936559"/>
            <a:ext cx="2925520" cy="984885"/>
          </a:xfrm>
        </p:spPr>
        <p:txBody>
          <a:bodyPr/>
          <a:lstStyle/>
          <a:p>
            <a:r>
              <a:rPr lang="en-US" dirty="0"/>
              <a:t>1_Green Highlight Layout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1958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cell data - do not delete" hidden="1">
            <a:extLst>
              <a:ext uri="{FF2B5EF4-FFF2-40B4-BE49-F238E27FC236}">
                <a16:creationId xmlns:a16="http://schemas.microsoft.com/office/drawing/2014/main" id="{8DCEDFE8-590D-C1E1-802E-820ECA38087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89308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F16E541C-767C-4B40-E520-9FC94213E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en-US" dirty="0"/>
              <a:t>1_Half Layout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063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cell data - do not delete" hidden="1">
            <a:extLst>
              <a:ext uri="{FF2B5EF4-FFF2-40B4-BE49-F238E27FC236}">
                <a16:creationId xmlns:a16="http://schemas.microsoft.com/office/drawing/2014/main" id="{54EA87E9-9B19-B6D2-A17C-128959FAC6E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08778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F9C460A-5D85-81BD-A6B7-BD712197B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en-IN" dirty="0"/>
              <a:t>2_Half Layout</a:t>
            </a:r>
          </a:p>
        </p:txBody>
      </p:sp>
    </p:spTree>
    <p:extLst>
      <p:ext uri="{BB962C8B-B14F-4D97-AF65-F5344CB8AC3E}">
        <p14:creationId xmlns:p14="http://schemas.microsoft.com/office/powerpoint/2010/main" val="1673555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cell data - do not delete" hidden="1">
            <a:extLst>
              <a:ext uri="{FF2B5EF4-FFF2-40B4-BE49-F238E27FC236}">
                <a16:creationId xmlns:a16="http://schemas.microsoft.com/office/drawing/2014/main" id="{5F207529-B281-F8B0-299B-BCA521EA25D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104082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1064EE09-C593-4740-1176-DBCCECE67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2_Green Highlight Layout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9083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cell data - do not delete" hidden="1">
            <a:extLst>
              <a:ext uri="{FF2B5EF4-FFF2-40B4-BE49-F238E27FC236}">
                <a16:creationId xmlns:a16="http://schemas.microsoft.com/office/drawing/2014/main" id="{C3D4994A-886A-A612-5DE4-13855046325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64406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CD2970AE-1802-F27D-46C2-530B48696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1_Green </a:t>
            </a:r>
            <a:br>
              <a:rPr lang="en-US" dirty="0"/>
            </a:br>
            <a:r>
              <a:rPr lang="en-US" dirty="0"/>
              <a:t>Arrow Layout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8738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cell data - do not delete" hidden="1">
            <a:extLst>
              <a:ext uri="{FF2B5EF4-FFF2-40B4-BE49-F238E27FC236}">
                <a16:creationId xmlns:a16="http://schemas.microsoft.com/office/drawing/2014/main" id="{7307C9C2-AA3F-4A47-37CE-8A652E76351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27497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F5F58315-9E18-D7F7-E01D-2995A8292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1_From To Layout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049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cell data - do not delete" hidden="1">
            <a:extLst>
              <a:ext uri="{FF2B5EF4-FFF2-40B4-BE49-F238E27FC236}">
                <a16:creationId xmlns:a16="http://schemas.microsoft.com/office/drawing/2014/main" id="{ED5DFD5F-0F96-7B24-CD92-A6E2C568AF5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005370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E8490900-51BC-E9B7-763A-F7AEAFAEE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2_From To Layout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6199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cell data - do not delete" hidden="1">
            <a:extLst>
              <a:ext uri="{FF2B5EF4-FFF2-40B4-BE49-F238E27FC236}">
                <a16:creationId xmlns:a16="http://schemas.microsoft.com/office/drawing/2014/main" id="{247605E0-99AD-0E30-1680-8B151E25849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8896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F41EF533-57D9-807F-8751-C30C66162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9" y="385555"/>
            <a:ext cx="11379600" cy="430887"/>
          </a:xfrm>
        </p:spPr>
        <p:txBody>
          <a:bodyPr/>
          <a:lstStyle/>
          <a:p>
            <a:r>
              <a:rPr lang="en-US" dirty="0"/>
              <a:t>2_Green Arrow Layout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8965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39591-9948-5A4D-93A7-FCC662C4B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cell data - do not delete" hidden="1">
            <a:extLst>
              <a:ext uri="{FF2B5EF4-FFF2-40B4-BE49-F238E27FC236}">
                <a16:creationId xmlns:a16="http://schemas.microsoft.com/office/drawing/2014/main" id="{5BA69A9A-8FE5-936A-836E-4DF038D1067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33798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73" imgH="473" progId="TCLayout.ActiveDocument.1">
                  <p:embed/>
                </p:oleObj>
              </mc:Choice>
              <mc:Fallback>
                <p:oleObj name="thinkcell Slid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92027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al Portfolio Theme">
  <a:themeElements>
    <a:clrScheme name="Theme colour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04E54"/>
      </a:accent1>
      <a:accent2>
        <a:srgbClr val="197D88"/>
      </a:accent2>
      <a:accent3>
        <a:srgbClr val="73D2CB"/>
      </a:accent3>
      <a:accent4>
        <a:srgbClr val="6AD8E4"/>
      </a:accent4>
      <a:accent5>
        <a:srgbClr val="22148A"/>
      </a:accent5>
      <a:accent6>
        <a:srgbClr val="A6A6A6"/>
      </a:accent6>
      <a:hlink>
        <a:srgbClr val="0563C1"/>
      </a:hlink>
      <a:folHlink>
        <a:srgbClr val="0563C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161</Words>
  <Application>Microsoft Office PowerPoint</Application>
  <PresentationFormat>Widescreen</PresentationFormat>
  <Paragraphs>56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Cambria Math</vt:lpstr>
      <vt:lpstr>Teal Portfolio Theme</vt:lpstr>
      <vt:lpstr>thinkcell Slide</vt:lpstr>
      <vt:lpstr>Presentation Theme</vt:lpstr>
      <vt:lpstr>Style guide (1/2)</vt:lpstr>
      <vt:lpstr>Style guide (2/2)</vt:lpstr>
      <vt:lpstr>Section Header</vt:lpstr>
      <vt:lpstr>1_Green Highlight Layout</vt:lpstr>
      <vt:lpstr>1_Half Layout</vt:lpstr>
      <vt:lpstr>2_Half Layout</vt:lpstr>
      <vt:lpstr>2_Green Highlight Layout</vt:lpstr>
      <vt:lpstr>1_Green  Arrow Layout</vt:lpstr>
      <vt:lpstr>1_From To Layout</vt:lpstr>
      <vt:lpstr>2_From To Layout</vt:lpstr>
      <vt:lpstr>2_Green Arrow Layout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Design Portfolio</dc:title>
  <dc:subject>Editable PowerPoint design portfolio - fictional mock projects</dc:subject>
  <dc:creator>Portfolio Sample</dc:creator>
  <cp:lastModifiedBy>Megha Mohan</cp:lastModifiedBy>
  <cp:revision>10</cp:revision>
  <dcterms:created xsi:type="dcterms:W3CDTF">2026-10-27T16:56:32Z</dcterms:created>
  <dcterms:modified xsi:type="dcterms:W3CDTF">2026-10-28T11:34:17Z</dcterms:modified>
</cp:coreProperties>
</file>